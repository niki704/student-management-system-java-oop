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Lst>
  <p:notesMasterIdLst>
    <p:notesMasterId r:id="rId43"/>
  </p:notesMasterIdLst>
  <p:sldIdLst>
    <p:sldId id="256" r:id="rId3"/>
    <p:sldId id="257" r:id="rId4"/>
    <p:sldId id="260" r:id="rId5"/>
    <p:sldId id="258" r:id="rId6"/>
    <p:sldId id="259" r:id="rId7"/>
    <p:sldId id="261" r:id="rId8"/>
    <p:sldId id="312" r:id="rId9"/>
    <p:sldId id="262" r:id="rId10"/>
    <p:sldId id="308" r:id="rId11"/>
    <p:sldId id="267" r:id="rId12"/>
    <p:sldId id="313" r:id="rId13"/>
    <p:sldId id="315" r:id="rId14"/>
    <p:sldId id="316" r:id="rId15"/>
    <p:sldId id="317" r:id="rId16"/>
    <p:sldId id="318" r:id="rId17"/>
    <p:sldId id="319" r:id="rId18"/>
    <p:sldId id="314" r:id="rId19"/>
    <p:sldId id="264" r:id="rId20"/>
    <p:sldId id="268" r:id="rId21"/>
    <p:sldId id="320" r:id="rId22"/>
    <p:sldId id="309" r:id="rId23"/>
    <p:sldId id="288" r:id="rId24"/>
    <p:sldId id="321" r:id="rId25"/>
    <p:sldId id="323" r:id="rId26"/>
    <p:sldId id="324" r:id="rId27"/>
    <p:sldId id="325" r:id="rId28"/>
    <p:sldId id="326" r:id="rId29"/>
    <p:sldId id="276" r:id="rId30"/>
    <p:sldId id="310" r:id="rId31"/>
    <p:sldId id="311" r:id="rId32"/>
    <p:sldId id="266" r:id="rId33"/>
    <p:sldId id="269" r:id="rId34"/>
    <p:sldId id="270" r:id="rId35"/>
    <p:sldId id="271" r:id="rId36"/>
    <p:sldId id="272" r:id="rId37"/>
    <p:sldId id="273" r:id="rId38"/>
    <p:sldId id="274" r:id="rId39"/>
    <p:sldId id="287" r:id="rId40"/>
    <p:sldId id="292" r:id="rId41"/>
    <p:sldId id="307" r:id="rId42"/>
  </p:sldIdLst>
  <p:sldSz cx="9144000" cy="5143500" type="screen16x9"/>
  <p:notesSz cx="6858000" cy="9144000"/>
  <p:embeddedFontLst>
    <p:embeddedFont>
      <p:font typeface="Anton" pitchFamily="2" charset="0"/>
      <p:regular r:id="rId44"/>
    </p:embeddedFont>
    <p:embeddedFont>
      <p:font typeface="Bebas Neue" panose="020F0502020204030204" pitchFamily="34" charset="0"/>
      <p:regular r:id="rId45"/>
    </p:embeddedFont>
    <p:embeddedFont>
      <p:font typeface="Catamaran" pitchFamily="2" charset="0"/>
      <p:regular r:id="rId46"/>
      <p:bold r:id="rId47"/>
    </p:embeddedFont>
    <p:embeddedFont>
      <p:font typeface="Catamaran Medium" pitchFamily="2" charset="0"/>
      <p:regular r:id="rId48"/>
      <p:bold r:id="rId49"/>
    </p:embeddedFont>
    <p:embeddedFont>
      <p:font typeface="Comic Sans MS" panose="030F0702030302020204" pitchFamily="66" charset="0"/>
      <p:regular r:id="rId50"/>
      <p:bold r:id="rId51"/>
      <p:italic r:id="rId52"/>
      <p:boldItalic r:id="rId53"/>
    </p:embeddedFont>
    <p:embeddedFont>
      <p:font typeface="Nunito Light" pitchFamily="2" charset="0"/>
      <p:regular r:id="rId54"/>
      <p:italic r:id="rId55"/>
    </p:embeddedFont>
    <p:embeddedFont>
      <p:font typeface="Open Sans" pitchFamily="2" charset="0"/>
      <p:regular r:id="rId56"/>
      <p:bold r:id="rId57"/>
      <p:italic r:id="rId58"/>
      <p:boldItalic r:id="rId59"/>
    </p:embeddedFont>
    <p:embeddedFont>
      <p:font typeface="Proxima Nova" panose="020B0604020202020204" charset="0"/>
      <p:regular r:id="rId60"/>
      <p:bold r:id="rId61"/>
      <p:italic r:id="rId62"/>
      <p:boldItalic r:id="rId63"/>
    </p:embeddedFont>
    <p:embeddedFont>
      <p:font typeface="PT Sans" panose="020F0502020204030204" pitchFamily="34" charset="0"/>
      <p:regular r:id="rId64"/>
      <p:bold r:id="rId65"/>
      <p:italic r:id="rId66"/>
      <p:boldItalic r:id="rId67"/>
    </p:embeddedFont>
    <p:embeddedFont>
      <p:font typeface="Roboto Condensed" panose="02000000000000000000" pitchFamily="2" charset="0"/>
      <p:regular r:id="rId68"/>
      <p:bold r:id="rId69"/>
      <p:italic r:id="rId70"/>
      <p:boldItalic r:id="rId71"/>
    </p:embeddedFont>
    <p:embeddedFont>
      <p:font typeface="Source Sans Pro" panose="020F0502020204030204" pitchFamily="34" charset="0"/>
      <p:regular r:id="rId72"/>
      <p:bold r:id="rId73"/>
      <p:italic r:id="rId74"/>
      <p:boldItalic r:id="rId75"/>
    </p:embeddedFont>
    <p:embeddedFont>
      <p:font typeface="Source Sans Pro Black" panose="020F0502020204030204" pitchFamily="34" charset="0"/>
      <p:bold r:id="rId76"/>
      <p:boldItalic r:id="rId77"/>
    </p:embeddedFont>
    <p:embeddedFont>
      <p:font typeface="Source Sans Pro SemiBold" panose="020F0502020204030204" pitchFamily="34" charset="0"/>
      <p:bold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0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DA3B495-CE20-4AE7-92EA-051A0663E635}">
  <a:tblStyle styleId="{6DA3B495-CE20-4AE7-92EA-051A0663E63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AFD274C-04CB-417D-834A-2586BFB712F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1" autoAdjust="0"/>
    <p:restoredTop sz="94660"/>
  </p:normalViewPr>
  <p:slideViewPr>
    <p:cSldViewPr snapToGrid="0">
      <p:cViewPr varScale="1">
        <p:scale>
          <a:sx n="103" d="100"/>
          <a:sy n="103" d="100"/>
        </p:scale>
        <p:origin x="86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font" Target="fonts/font4.fntdata"/><Relationship Id="rId63" Type="http://schemas.openxmlformats.org/officeDocument/2006/relationships/font" Target="fonts/font20.fntdata"/><Relationship Id="rId68" Type="http://schemas.openxmlformats.org/officeDocument/2006/relationships/font" Target="fonts/font25.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font" Target="fonts/font10.fntdata"/><Relationship Id="rId58" Type="http://schemas.openxmlformats.org/officeDocument/2006/relationships/font" Target="fonts/font15.fntdata"/><Relationship Id="rId74" Type="http://schemas.openxmlformats.org/officeDocument/2006/relationships/font" Target="fonts/font31.fntdata"/><Relationship Id="rId79" Type="http://schemas.openxmlformats.org/officeDocument/2006/relationships/font" Target="fonts/font36.fntdata"/><Relationship Id="rId5" Type="http://schemas.openxmlformats.org/officeDocument/2006/relationships/slide" Target="slides/slide3.xml"/><Relationship Id="rId61" Type="http://schemas.openxmlformats.org/officeDocument/2006/relationships/font" Target="fonts/font18.fntdata"/><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font" Target="fonts/font21.fntdata"/><Relationship Id="rId69" Type="http://schemas.openxmlformats.org/officeDocument/2006/relationships/font" Target="fonts/font26.fntdata"/><Relationship Id="rId77" Type="http://schemas.openxmlformats.org/officeDocument/2006/relationships/font" Target="fonts/font34.fntdata"/><Relationship Id="rId8" Type="http://schemas.openxmlformats.org/officeDocument/2006/relationships/slide" Target="slides/slide6.xml"/><Relationship Id="rId51" Type="http://schemas.openxmlformats.org/officeDocument/2006/relationships/font" Target="fonts/font8.fntdata"/><Relationship Id="rId72" Type="http://schemas.openxmlformats.org/officeDocument/2006/relationships/font" Target="fonts/font29.fntdata"/><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3.fntdata"/><Relationship Id="rId59" Type="http://schemas.openxmlformats.org/officeDocument/2006/relationships/font" Target="fonts/font16.fntdata"/><Relationship Id="rId67" Type="http://schemas.openxmlformats.org/officeDocument/2006/relationships/font" Target="fonts/font24.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1.fntdata"/><Relationship Id="rId62" Type="http://schemas.openxmlformats.org/officeDocument/2006/relationships/font" Target="fonts/font19.fntdata"/><Relationship Id="rId70" Type="http://schemas.openxmlformats.org/officeDocument/2006/relationships/font" Target="fonts/font27.fntdata"/><Relationship Id="rId75" Type="http://schemas.openxmlformats.org/officeDocument/2006/relationships/font" Target="fonts/font32.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font" Target="fonts/font22.fntdata"/><Relationship Id="rId73" Type="http://schemas.openxmlformats.org/officeDocument/2006/relationships/font" Target="fonts/font30.fntdata"/><Relationship Id="rId78" Type="http://schemas.openxmlformats.org/officeDocument/2006/relationships/font" Target="fonts/font35.fntdata"/><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7.fntdata"/><Relationship Id="rId55" Type="http://schemas.openxmlformats.org/officeDocument/2006/relationships/font" Target="fonts/font12.fntdata"/><Relationship Id="rId76" Type="http://schemas.openxmlformats.org/officeDocument/2006/relationships/font" Target="fonts/font33.fntdata"/><Relationship Id="rId7" Type="http://schemas.openxmlformats.org/officeDocument/2006/relationships/slide" Target="slides/slide5.xml"/><Relationship Id="rId71" Type="http://schemas.openxmlformats.org/officeDocument/2006/relationships/font" Target="fonts/font28.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font" Target="fonts/font2.fntdata"/><Relationship Id="rId66"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d1bf8d60a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d1bf8d60a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d1bf8d60a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d1bf8d60a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de1b5658bb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1de1b5658bb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7902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2fc2de9d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2fc2de9d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412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d1bf8d60a4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d1bf8d60a4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d1bf8d60a4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d1bf8d60a4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1755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d1bf8d60a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d1bf8d60a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d1bf8d60a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d1bf8d60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2fc2de9d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2fc2de9d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4943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1184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7"/>
        <p:cNvGrpSpPr/>
        <p:nvPr/>
      </p:nvGrpSpPr>
      <p:grpSpPr>
        <a:xfrm>
          <a:off x="0" y="0"/>
          <a:ext cx="0" cy="0"/>
          <a:chOff x="0" y="0"/>
          <a:chExt cx="0" cy="0"/>
        </a:xfrm>
      </p:grpSpPr>
      <p:sp>
        <p:nvSpPr>
          <p:cNvPr id="1728" name="Google Shape;1728;g1de1b5658b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9" name="Google Shape;1729;g1de1b5658b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gd1bf8d60a4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4" name="Google Shape;1224;gd1bf8d60a4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7339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1"/>
        <p:cNvGrpSpPr/>
        <p:nvPr/>
      </p:nvGrpSpPr>
      <p:grpSpPr>
        <a:xfrm>
          <a:off x="0" y="0"/>
          <a:ext cx="0" cy="0"/>
          <a:chOff x="0" y="0"/>
          <a:chExt cx="0" cy="0"/>
        </a:xfrm>
      </p:grpSpPr>
      <p:sp>
        <p:nvSpPr>
          <p:cNvPr id="1782" name="Google Shape;1782;g1de1b5658b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3" name="Google Shape;1783;g1de1b5658b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3318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d1bf8d60a4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d1bf8d60a4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0f41e19245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20f41e19245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0f41e19245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20f41e19245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0f41e19245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20f41e19245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0f41e19245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7" name="Google Shape;1077;g20f41e19245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
        <p:cNvGrpSpPr/>
        <p:nvPr/>
      </p:nvGrpSpPr>
      <p:grpSpPr>
        <a:xfrm>
          <a:off x="0" y="0"/>
          <a:ext cx="0" cy="0"/>
          <a:chOff x="0" y="0"/>
          <a:chExt cx="0" cy="0"/>
        </a:xfrm>
      </p:grpSpPr>
      <p:sp>
        <p:nvSpPr>
          <p:cNvPr id="1143" name="Google Shape;1143;gd1bf8d60a4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4" name="Google Shape;1144;gd1bf8d60a4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gd1bf8d60a4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0" name="Google Shape;1180;gd1bf8d60a4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gd1bf8d60a4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4" name="Google Shape;1674;gd1bf8d60a4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9"/>
        <p:cNvGrpSpPr/>
        <p:nvPr/>
      </p:nvGrpSpPr>
      <p:grpSpPr>
        <a:xfrm>
          <a:off x="0" y="0"/>
          <a:ext cx="0" cy="0"/>
          <a:chOff x="0" y="0"/>
          <a:chExt cx="0" cy="0"/>
        </a:xfrm>
      </p:grpSpPr>
      <p:sp>
        <p:nvSpPr>
          <p:cNvPr id="1800" name="Google Shape;1800;g217aaf1d092_2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1" name="Google Shape;1801;g217aaf1d092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0"/>
        <p:cNvGrpSpPr/>
        <p:nvPr/>
      </p:nvGrpSpPr>
      <p:grpSpPr>
        <a:xfrm>
          <a:off x="0" y="0"/>
          <a:ext cx="0" cy="0"/>
          <a:chOff x="0" y="0"/>
          <a:chExt cx="0" cy="0"/>
        </a:xfrm>
      </p:grpSpPr>
      <p:sp>
        <p:nvSpPr>
          <p:cNvPr id="13441" name="Google Shape;13441;g217aaf1d092_2_136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42" name="Google Shape;13442;g217aaf1d092_2_136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rot="10800000" flipH="1">
            <a:off x="945475" y="3635250"/>
            <a:ext cx="2699775" cy="2633450"/>
            <a:chOff x="661125" y="2751225"/>
            <a:chExt cx="2699775" cy="2633450"/>
          </a:xfrm>
        </p:grpSpPr>
        <p:sp>
          <p:nvSpPr>
            <p:cNvPr id="11" name="Google Shape;11;p2"/>
            <p:cNvSpPr/>
            <p:nvPr/>
          </p:nvSpPr>
          <p:spPr>
            <a:xfrm>
              <a:off x="661125" y="2918175"/>
              <a:ext cx="78450" cy="888175"/>
            </a:xfrm>
            <a:custGeom>
              <a:avLst/>
              <a:gdLst/>
              <a:ahLst/>
              <a:cxnLst/>
              <a:rect l="l" t="t" r="r" b="b"/>
              <a:pathLst>
                <a:path w="3138" h="35527" extrusionOk="0">
                  <a:moveTo>
                    <a:pt x="1429" y="32996"/>
                  </a:moveTo>
                  <a:cubicBezTo>
                    <a:pt x="912" y="33169"/>
                    <a:pt x="534" y="33653"/>
                    <a:pt x="534" y="34228"/>
                  </a:cubicBezTo>
                  <a:cubicBezTo>
                    <a:pt x="534" y="34943"/>
                    <a:pt x="1117" y="35526"/>
                    <a:pt x="1840" y="35526"/>
                  </a:cubicBezTo>
                  <a:cubicBezTo>
                    <a:pt x="2555" y="35526"/>
                    <a:pt x="3138" y="34943"/>
                    <a:pt x="3138" y="34228"/>
                  </a:cubicBezTo>
                  <a:cubicBezTo>
                    <a:pt x="3138" y="33653"/>
                    <a:pt x="2768" y="33169"/>
                    <a:pt x="2243" y="32996"/>
                  </a:cubicBezTo>
                  <a:lnTo>
                    <a:pt x="2243" y="0"/>
                  </a:lnTo>
                  <a:lnTo>
                    <a:pt x="0" y="0"/>
                  </a:lnTo>
                  <a:lnTo>
                    <a:pt x="0" y="822"/>
                  </a:lnTo>
                  <a:lnTo>
                    <a:pt x="1429" y="822"/>
                  </a:ln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366975" y="2751225"/>
              <a:ext cx="245625" cy="1823950"/>
            </a:xfrm>
            <a:custGeom>
              <a:avLst/>
              <a:gdLst/>
              <a:ahLst/>
              <a:cxnLst/>
              <a:rect l="l" t="t" r="r" b="b"/>
              <a:pathLst>
                <a:path w="9825" h="72958" extrusionOk="0">
                  <a:moveTo>
                    <a:pt x="822" y="0"/>
                  </a:moveTo>
                  <a:lnTo>
                    <a:pt x="1" y="0"/>
                  </a:lnTo>
                  <a:lnTo>
                    <a:pt x="1" y="13118"/>
                  </a:lnTo>
                  <a:lnTo>
                    <a:pt x="9003" y="22121"/>
                  </a:lnTo>
                  <a:lnTo>
                    <a:pt x="9003" y="49055"/>
                  </a:lnTo>
                  <a:lnTo>
                    <a:pt x="1627" y="56431"/>
                  </a:lnTo>
                  <a:lnTo>
                    <a:pt x="1627" y="70403"/>
                  </a:lnTo>
                  <a:cubicBezTo>
                    <a:pt x="1085" y="70559"/>
                    <a:pt x="682" y="71052"/>
                    <a:pt x="682" y="71652"/>
                  </a:cubicBezTo>
                  <a:cubicBezTo>
                    <a:pt x="682" y="72366"/>
                    <a:pt x="1266" y="72958"/>
                    <a:pt x="1988" y="72958"/>
                  </a:cubicBezTo>
                  <a:cubicBezTo>
                    <a:pt x="2711" y="72958"/>
                    <a:pt x="3294" y="72366"/>
                    <a:pt x="3294" y="71652"/>
                  </a:cubicBezTo>
                  <a:cubicBezTo>
                    <a:pt x="3294" y="71093"/>
                    <a:pt x="2941" y="70617"/>
                    <a:pt x="2440" y="70436"/>
                  </a:cubicBezTo>
                  <a:lnTo>
                    <a:pt x="2440" y="56768"/>
                  </a:lnTo>
                  <a:lnTo>
                    <a:pt x="9825" y="49392"/>
                  </a:lnTo>
                  <a:lnTo>
                    <a:pt x="9825" y="21784"/>
                  </a:lnTo>
                  <a:lnTo>
                    <a:pt x="822" y="12781"/>
                  </a:lnTo>
                  <a:lnTo>
                    <a:pt x="822" y="0"/>
                  </a:ln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924300" y="2751225"/>
              <a:ext cx="264325" cy="2033625"/>
            </a:xfrm>
            <a:custGeom>
              <a:avLst/>
              <a:gdLst/>
              <a:ahLst/>
              <a:cxnLst/>
              <a:rect l="l" t="t" r="r" b="b"/>
              <a:pathLst>
                <a:path w="10573" h="81345" extrusionOk="0">
                  <a:moveTo>
                    <a:pt x="9751" y="23591"/>
                  </a:moveTo>
                  <a:lnTo>
                    <a:pt x="896" y="23591"/>
                  </a:lnTo>
                  <a:lnTo>
                    <a:pt x="896" y="78806"/>
                  </a:lnTo>
                  <a:cubicBezTo>
                    <a:pt x="370" y="78979"/>
                    <a:pt x="1" y="79463"/>
                    <a:pt x="1" y="80038"/>
                  </a:cubicBezTo>
                  <a:cubicBezTo>
                    <a:pt x="1" y="80753"/>
                    <a:pt x="584" y="81344"/>
                    <a:pt x="1298" y="81344"/>
                  </a:cubicBezTo>
                  <a:cubicBezTo>
                    <a:pt x="2021" y="81344"/>
                    <a:pt x="2605" y="80753"/>
                    <a:pt x="2605" y="80038"/>
                  </a:cubicBezTo>
                  <a:cubicBezTo>
                    <a:pt x="2605" y="79463"/>
                    <a:pt x="2227" y="78979"/>
                    <a:pt x="1709" y="78806"/>
                  </a:cubicBezTo>
                  <a:lnTo>
                    <a:pt x="1709" y="24404"/>
                  </a:lnTo>
                  <a:lnTo>
                    <a:pt x="10572" y="24404"/>
                  </a:lnTo>
                  <a:lnTo>
                    <a:pt x="10572" y="0"/>
                  </a:lnTo>
                  <a:lnTo>
                    <a:pt x="9751" y="0"/>
                  </a:ln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61125" y="4193000"/>
              <a:ext cx="136575" cy="1191675"/>
            </a:xfrm>
            <a:custGeom>
              <a:avLst/>
              <a:gdLst/>
              <a:ahLst/>
              <a:cxnLst/>
              <a:rect l="l" t="t" r="r" b="b"/>
              <a:pathLst>
                <a:path w="5463" h="47667" extrusionOk="0">
                  <a:moveTo>
                    <a:pt x="4567" y="45129"/>
                  </a:moveTo>
                  <a:lnTo>
                    <a:pt x="4567" y="0"/>
                  </a:lnTo>
                  <a:lnTo>
                    <a:pt x="0" y="0"/>
                  </a:lnTo>
                  <a:lnTo>
                    <a:pt x="0" y="822"/>
                  </a:lnTo>
                  <a:lnTo>
                    <a:pt x="3746" y="822"/>
                  </a:lnTo>
                  <a:lnTo>
                    <a:pt x="3746" y="45129"/>
                  </a:lnTo>
                  <a:cubicBezTo>
                    <a:pt x="3228" y="45301"/>
                    <a:pt x="2850" y="45786"/>
                    <a:pt x="2850" y="46361"/>
                  </a:cubicBezTo>
                  <a:cubicBezTo>
                    <a:pt x="2850" y="47084"/>
                    <a:pt x="3434" y="47667"/>
                    <a:pt x="4157" y="47667"/>
                  </a:cubicBezTo>
                  <a:cubicBezTo>
                    <a:pt x="4879" y="47667"/>
                    <a:pt x="5463" y="47084"/>
                    <a:pt x="5463" y="46361"/>
                  </a:cubicBezTo>
                  <a:cubicBezTo>
                    <a:pt x="5463" y="45786"/>
                    <a:pt x="5085" y="45301"/>
                    <a:pt x="4567" y="45129"/>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61125" y="4097725"/>
              <a:ext cx="210700" cy="779125"/>
            </a:xfrm>
            <a:custGeom>
              <a:avLst/>
              <a:gdLst/>
              <a:ahLst/>
              <a:cxnLst/>
              <a:rect l="l" t="t" r="r" b="b"/>
              <a:pathLst>
                <a:path w="8428" h="31165" extrusionOk="0">
                  <a:moveTo>
                    <a:pt x="7532" y="28626"/>
                  </a:moveTo>
                  <a:lnTo>
                    <a:pt x="7532" y="0"/>
                  </a:lnTo>
                  <a:lnTo>
                    <a:pt x="0" y="0"/>
                  </a:lnTo>
                  <a:lnTo>
                    <a:pt x="0" y="813"/>
                  </a:lnTo>
                  <a:lnTo>
                    <a:pt x="6711" y="813"/>
                  </a:lnTo>
                  <a:lnTo>
                    <a:pt x="6711" y="28626"/>
                  </a:lnTo>
                  <a:cubicBezTo>
                    <a:pt x="6194" y="28799"/>
                    <a:pt x="5816" y="29283"/>
                    <a:pt x="5816" y="29858"/>
                  </a:cubicBezTo>
                  <a:cubicBezTo>
                    <a:pt x="5816" y="30581"/>
                    <a:pt x="6399" y="31164"/>
                    <a:pt x="7122" y="31164"/>
                  </a:cubicBezTo>
                  <a:cubicBezTo>
                    <a:pt x="7845" y="31164"/>
                    <a:pt x="8428" y="30581"/>
                    <a:pt x="8428" y="29858"/>
                  </a:cubicBezTo>
                  <a:cubicBezTo>
                    <a:pt x="8428" y="29283"/>
                    <a:pt x="8050" y="28799"/>
                    <a:pt x="7532" y="28626"/>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61125" y="3995450"/>
              <a:ext cx="293250" cy="1116525"/>
            </a:xfrm>
            <a:custGeom>
              <a:avLst/>
              <a:gdLst/>
              <a:ahLst/>
              <a:cxnLst/>
              <a:rect l="l" t="t" r="r" b="b"/>
              <a:pathLst>
                <a:path w="11730" h="44661" extrusionOk="0">
                  <a:moveTo>
                    <a:pt x="10835" y="42122"/>
                  </a:moveTo>
                  <a:lnTo>
                    <a:pt x="10835" y="0"/>
                  </a:lnTo>
                  <a:lnTo>
                    <a:pt x="0" y="0"/>
                  </a:lnTo>
                  <a:lnTo>
                    <a:pt x="0" y="814"/>
                  </a:lnTo>
                  <a:lnTo>
                    <a:pt x="10021" y="814"/>
                  </a:lnTo>
                  <a:lnTo>
                    <a:pt x="10021" y="42122"/>
                  </a:lnTo>
                  <a:cubicBezTo>
                    <a:pt x="9496" y="42295"/>
                    <a:pt x="9126" y="42780"/>
                    <a:pt x="9126" y="43355"/>
                  </a:cubicBezTo>
                  <a:cubicBezTo>
                    <a:pt x="9126" y="44077"/>
                    <a:pt x="9709" y="44661"/>
                    <a:pt x="10424" y="44661"/>
                  </a:cubicBezTo>
                  <a:cubicBezTo>
                    <a:pt x="11147" y="44661"/>
                    <a:pt x="11730" y="44077"/>
                    <a:pt x="11730" y="43355"/>
                  </a:cubicBezTo>
                  <a:cubicBezTo>
                    <a:pt x="11730" y="42780"/>
                    <a:pt x="11352" y="42295"/>
                    <a:pt x="10835" y="4212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61125" y="3906725"/>
              <a:ext cx="388750" cy="833775"/>
            </a:xfrm>
            <a:custGeom>
              <a:avLst/>
              <a:gdLst/>
              <a:ahLst/>
              <a:cxnLst/>
              <a:rect l="l" t="t" r="r" b="b"/>
              <a:pathLst>
                <a:path w="15550" h="33351" extrusionOk="0">
                  <a:moveTo>
                    <a:pt x="14654" y="30812"/>
                  </a:moveTo>
                  <a:lnTo>
                    <a:pt x="14654" y="1"/>
                  </a:lnTo>
                  <a:lnTo>
                    <a:pt x="0" y="1"/>
                  </a:lnTo>
                  <a:lnTo>
                    <a:pt x="0" y="822"/>
                  </a:lnTo>
                  <a:lnTo>
                    <a:pt x="13833" y="822"/>
                  </a:lnTo>
                  <a:lnTo>
                    <a:pt x="13833" y="30812"/>
                  </a:lnTo>
                  <a:cubicBezTo>
                    <a:pt x="13315" y="30985"/>
                    <a:pt x="12946" y="31469"/>
                    <a:pt x="12946" y="32044"/>
                  </a:cubicBezTo>
                  <a:cubicBezTo>
                    <a:pt x="12946" y="32767"/>
                    <a:pt x="13529" y="33350"/>
                    <a:pt x="14243" y="33350"/>
                  </a:cubicBezTo>
                  <a:cubicBezTo>
                    <a:pt x="14966" y="33350"/>
                    <a:pt x="15549" y="32767"/>
                    <a:pt x="15549" y="32044"/>
                  </a:cubicBezTo>
                  <a:cubicBezTo>
                    <a:pt x="15549" y="31469"/>
                    <a:pt x="15172" y="30985"/>
                    <a:pt x="14654" y="3081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61125" y="2832325"/>
              <a:ext cx="487100" cy="2112700"/>
            </a:xfrm>
            <a:custGeom>
              <a:avLst/>
              <a:gdLst/>
              <a:ahLst/>
              <a:cxnLst/>
              <a:rect l="l" t="t" r="r" b="b"/>
              <a:pathLst>
                <a:path w="19484" h="84508" extrusionOk="0">
                  <a:moveTo>
                    <a:pt x="18589" y="81969"/>
                  </a:moveTo>
                  <a:lnTo>
                    <a:pt x="18589" y="39724"/>
                  </a:lnTo>
                  <a:lnTo>
                    <a:pt x="5191" y="39724"/>
                  </a:lnTo>
                  <a:lnTo>
                    <a:pt x="5191" y="1"/>
                  </a:lnTo>
                  <a:lnTo>
                    <a:pt x="0" y="1"/>
                  </a:lnTo>
                  <a:lnTo>
                    <a:pt x="0" y="814"/>
                  </a:lnTo>
                  <a:lnTo>
                    <a:pt x="4370" y="814"/>
                  </a:lnTo>
                  <a:lnTo>
                    <a:pt x="4370" y="40546"/>
                  </a:lnTo>
                  <a:lnTo>
                    <a:pt x="17767" y="40546"/>
                  </a:lnTo>
                  <a:lnTo>
                    <a:pt x="17767" y="81969"/>
                  </a:lnTo>
                  <a:cubicBezTo>
                    <a:pt x="17250" y="82142"/>
                    <a:pt x="16872" y="82626"/>
                    <a:pt x="16872" y="83201"/>
                  </a:cubicBezTo>
                  <a:cubicBezTo>
                    <a:pt x="16872" y="83924"/>
                    <a:pt x="17463" y="84507"/>
                    <a:pt x="18178" y="84507"/>
                  </a:cubicBezTo>
                  <a:cubicBezTo>
                    <a:pt x="18901" y="84507"/>
                    <a:pt x="19484" y="83924"/>
                    <a:pt x="19484" y="83201"/>
                  </a:cubicBezTo>
                  <a:cubicBezTo>
                    <a:pt x="19484" y="82626"/>
                    <a:pt x="19106" y="82142"/>
                    <a:pt x="18589" y="81969"/>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61750" y="2751225"/>
              <a:ext cx="410725" cy="2406750"/>
            </a:xfrm>
            <a:custGeom>
              <a:avLst/>
              <a:gdLst/>
              <a:ahLst/>
              <a:cxnLst/>
              <a:rect l="l" t="t" r="r" b="b"/>
              <a:pathLst>
                <a:path w="16429" h="96270" extrusionOk="0">
                  <a:moveTo>
                    <a:pt x="15533" y="93731"/>
                  </a:moveTo>
                  <a:lnTo>
                    <a:pt x="15533" y="38730"/>
                  </a:lnTo>
                  <a:lnTo>
                    <a:pt x="822" y="38730"/>
                  </a:lnTo>
                  <a:lnTo>
                    <a:pt x="822" y="0"/>
                  </a:lnTo>
                  <a:lnTo>
                    <a:pt x="0" y="0"/>
                  </a:lnTo>
                  <a:lnTo>
                    <a:pt x="0" y="39543"/>
                  </a:lnTo>
                  <a:lnTo>
                    <a:pt x="14720" y="39543"/>
                  </a:lnTo>
                  <a:lnTo>
                    <a:pt x="14720" y="93731"/>
                  </a:lnTo>
                  <a:cubicBezTo>
                    <a:pt x="14202" y="93904"/>
                    <a:pt x="13825" y="94388"/>
                    <a:pt x="13825" y="94963"/>
                  </a:cubicBezTo>
                  <a:cubicBezTo>
                    <a:pt x="13825" y="95686"/>
                    <a:pt x="14408" y="96270"/>
                    <a:pt x="15131" y="96270"/>
                  </a:cubicBezTo>
                  <a:cubicBezTo>
                    <a:pt x="15845" y="96270"/>
                    <a:pt x="16429" y="95686"/>
                    <a:pt x="16429" y="94963"/>
                  </a:cubicBezTo>
                  <a:cubicBezTo>
                    <a:pt x="16429" y="94388"/>
                    <a:pt x="16051" y="93904"/>
                    <a:pt x="15533" y="93731"/>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949025" y="2751225"/>
              <a:ext cx="421200" cy="1823950"/>
            </a:xfrm>
            <a:custGeom>
              <a:avLst/>
              <a:gdLst/>
              <a:ahLst/>
              <a:cxnLst/>
              <a:rect l="l" t="t" r="r" b="b"/>
              <a:pathLst>
                <a:path w="16848" h="72958" extrusionOk="0">
                  <a:moveTo>
                    <a:pt x="15952" y="70420"/>
                  </a:moveTo>
                  <a:lnTo>
                    <a:pt x="15952" y="33924"/>
                  </a:lnTo>
                  <a:lnTo>
                    <a:pt x="822" y="33924"/>
                  </a:lnTo>
                  <a:lnTo>
                    <a:pt x="822" y="0"/>
                  </a:lnTo>
                  <a:lnTo>
                    <a:pt x="0" y="0"/>
                  </a:lnTo>
                  <a:lnTo>
                    <a:pt x="0" y="34738"/>
                  </a:lnTo>
                  <a:lnTo>
                    <a:pt x="15139" y="34738"/>
                  </a:lnTo>
                  <a:lnTo>
                    <a:pt x="15139" y="70420"/>
                  </a:lnTo>
                  <a:cubicBezTo>
                    <a:pt x="14621" y="70592"/>
                    <a:pt x="14244" y="71077"/>
                    <a:pt x="14244" y="71652"/>
                  </a:cubicBezTo>
                  <a:cubicBezTo>
                    <a:pt x="14244" y="72375"/>
                    <a:pt x="14827" y="72958"/>
                    <a:pt x="15550" y="72958"/>
                  </a:cubicBezTo>
                  <a:cubicBezTo>
                    <a:pt x="16264" y="72958"/>
                    <a:pt x="16847" y="72375"/>
                    <a:pt x="16847" y="71652"/>
                  </a:cubicBezTo>
                  <a:cubicBezTo>
                    <a:pt x="16847" y="71077"/>
                    <a:pt x="16470" y="70592"/>
                    <a:pt x="15952" y="70420"/>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249050" y="2751225"/>
              <a:ext cx="264500" cy="561050"/>
            </a:xfrm>
            <a:custGeom>
              <a:avLst/>
              <a:gdLst/>
              <a:ahLst/>
              <a:cxnLst/>
              <a:rect l="l" t="t" r="r" b="b"/>
              <a:pathLst>
                <a:path w="10580" h="22442" extrusionOk="0">
                  <a:moveTo>
                    <a:pt x="9274" y="22441"/>
                  </a:moveTo>
                  <a:cubicBezTo>
                    <a:pt x="9997" y="22441"/>
                    <a:pt x="10580" y="21850"/>
                    <a:pt x="10580" y="21135"/>
                  </a:cubicBezTo>
                  <a:cubicBezTo>
                    <a:pt x="10580" y="20412"/>
                    <a:pt x="9997" y="19829"/>
                    <a:pt x="9274" y="19829"/>
                  </a:cubicBezTo>
                  <a:cubicBezTo>
                    <a:pt x="8600" y="19829"/>
                    <a:pt x="8050" y="20338"/>
                    <a:pt x="7984" y="20995"/>
                  </a:cubicBezTo>
                  <a:lnTo>
                    <a:pt x="822" y="20995"/>
                  </a:lnTo>
                  <a:lnTo>
                    <a:pt x="822" y="0"/>
                  </a:lnTo>
                  <a:lnTo>
                    <a:pt x="0" y="0"/>
                  </a:lnTo>
                  <a:lnTo>
                    <a:pt x="0" y="21817"/>
                  </a:lnTo>
                  <a:lnTo>
                    <a:pt x="8165" y="21817"/>
                  </a:lnTo>
                  <a:cubicBezTo>
                    <a:pt x="8395" y="22187"/>
                    <a:pt x="8806" y="22433"/>
                    <a:pt x="9274" y="22441"/>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966325" y="2751225"/>
              <a:ext cx="65325" cy="499650"/>
            </a:xfrm>
            <a:custGeom>
              <a:avLst/>
              <a:gdLst/>
              <a:ahLst/>
              <a:cxnLst/>
              <a:rect l="l" t="t" r="r" b="b"/>
              <a:pathLst>
                <a:path w="2613" h="19986" extrusionOk="0">
                  <a:moveTo>
                    <a:pt x="1718" y="17447"/>
                  </a:moveTo>
                  <a:lnTo>
                    <a:pt x="1718" y="0"/>
                  </a:lnTo>
                  <a:lnTo>
                    <a:pt x="896" y="0"/>
                  </a:lnTo>
                  <a:lnTo>
                    <a:pt x="896" y="17447"/>
                  </a:lnTo>
                  <a:cubicBezTo>
                    <a:pt x="379" y="17619"/>
                    <a:pt x="1" y="18104"/>
                    <a:pt x="1" y="18679"/>
                  </a:cubicBezTo>
                  <a:cubicBezTo>
                    <a:pt x="1" y="19402"/>
                    <a:pt x="584" y="19985"/>
                    <a:pt x="1307" y="19985"/>
                  </a:cubicBezTo>
                  <a:cubicBezTo>
                    <a:pt x="2030" y="19985"/>
                    <a:pt x="2613" y="19402"/>
                    <a:pt x="2613" y="18679"/>
                  </a:cubicBezTo>
                  <a:cubicBezTo>
                    <a:pt x="2613" y="18104"/>
                    <a:pt x="2235" y="17619"/>
                    <a:pt x="1718" y="17447"/>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491225" y="2751225"/>
              <a:ext cx="370275" cy="226925"/>
            </a:xfrm>
            <a:custGeom>
              <a:avLst/>
              <a:gdLst/>
              <a:ahLst/>
              <a:cxnLst/>
              <a:rect l="l" t="t" r="r" b="b"/>
              <a:pathLst>
                <a:path w="14811" h="9077" extrusionOk="0">
                  <a:moveTo>
                    <a:pt x="1306" y="9077"/>
                  </a:moveTo>
                  <a:cubicBezTo>
                    <a:pt x="1881" y="9077"/>
                    <a:pt x="2366" y="8699"/>
                    <a:pt x="2538" y="8181"/>
                  </a:cubicBezTo>
                  <a:lnTo>
                    <a:pt x="14810" y="8181"/>
                  </a:lnTo>
                  <a:lnTo>
                    <a:pt x="14810" y="0"/>
                  </a:lnTo>
                  <a:lnTo>
                    <a:pt x="13989" y="0"/>
                  </a:lnTo>
                  <a:lnTo>
                    <a:pt x="13989" y="7360"/>
                  </a:lnTo>
                  <a:lnTo>
                    <a:pt x="2538" y="7360"/>
                  </a:lnTo>
                  <a:cubicBezTo>
                    <a:pt x="2366" y="6843"/>
                    <a:pt x="1881" y="6465"/>
                    <a:pt x="1306" y="6465"/>
                  </a:cubicBezTo>
                  <a:cubicBezTo>
                    <a:pt x="592" y="6465"/>
                    <a:pt x="0" y="7048"/>
                    <a:pt x="0" y="7771"/>
                  </a:cubicBezTo>
                  <a:cubicBezTo>
                    <a:pt x="0" y="8494"/>
                    <a:pt x="583" y="9077"/>
                    <a:pt x="1306" y="9077"/>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491225" y="2751225"/>
              <a:ext cx="298600" cy="123850"/>
            </a:xfrm>
            <a:custGeom>
              <a:avLst/>
              <a:gdLst/>
              <a:ahLst/>
              <a:cxnLst/>
              <a:rect l="l" t="t" r="r" b="b"/>
              <a:pathLst>
                <a:path w="11944" h="4954" extrusionOk="0">
                  <a:moveTo>
                    <a:pt x="1306" y="4953"/>
                  </a:moveTo>
                  <a:cubicBezTo>
                    <a:pt x="1881" y="4953"/>
                    <a:pt x="2366" y="4584"/>
                    <a:pt x="2538" y="4058"/>
                  </a:cubicBezTo>
                  <a:lnTo>
                    <a:pt x="11943" y="4058"/>
                  </a:lnTo>
                  <a:lnTo>
                    <a:pt x="11943" y="0"/>
                  </a:lnTo>
                  <a:lnTo>
                    <a:pt x="11122" y="0"/>
                  </a:lnTo>
                  <a:lnTo>
                    <a:pt x="11122" y="3245"/>
                  </a:lnTo>
                  <a:lnTo>
                    <a:pt x="2538" y="3245"/>
                  </a:lnTo>
                  <a:cubicBezTo>
                    <a:pt x="2366" y="2727"/>
                    <a:pt x="1881" y="2349"/>
                    <a:pt x="1306" y="2349"/>
                  </a:cubicBezTo>
                  <a:cubicBezTo>
                    <a:pt x="592" y="2349"/>
                    <a:pt x="0" y="2933"/>
                    <a:pt x="0" y="3655"/>
                  </a:cubicBezTo>
                  <a:cubicBezTo>
                    <a:pt x="0" y="4370"/>
                    <a:pt x="583" y="4953"/>
                    <a:pt x="1306" y="495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328100" y="2751225"/>
              <a:ext cx="333525" cy="123850"/>
            </a:xfrm>
            <a:custGeom>
              <a:avLst/>
              <a:gdLst/>
              <a:ahLst/>
              <a:cxnLst/>
              <a:rect l="l" t="t" r="r" b="b"/>
              <a:pathLst>
                <a:path w="13341" h="4954" extrusionOk="0">
                  <a:moveTo>
                    <a:pt x="1307" y="4953"/>
                  </a:moveTo>
                  <a:cubicBezTo>
                    <a:pt x="1882" y="4953"/>
                    <a:pt x="2366" y="4584"/>
                    <a:pt x="2539" y="4058"/>
                  </a:cubicBezTo>
                  <a:lnTo>
                    <a:pt x="13340" y="4058"/>
                  </a:lnTo>
                  <a:lnTo>
                    <a:pt x="13340" y="0"/>
                  </a:lnTo>
                  <a:lnTo>
                    <a:pt x="12519" y="0"/>
                  </a:lnTo>
                  <a:lnTo>
                    <a:pt x="12519" y="3245"/>
                  </a:lnTo>
                  <a:lnTo>
                    <a:pt x="2539" y="3245"/>
                  </a:lnTo>
                  <a:cubicBezTo>
                    <a:pt x="2366" y="2727"/>
                    <a:pt x="1882" y="2349"/>
                    <a:pt x="1307" y="2349"/>
                  </a:cubicBezTo>
                  <a:cubicBezTo>
                    <a:pt x="584" y="2349"/>
                    <a:pt x="1" y="2933"/>
                    <a:pt x="1" y="3655"/>
                  </a:cubicBezTo>
                  <a:cubicBezTo>
                    <a:pt x="1" y="4370"/>
                    <a:pt x="584" y="4953"/>
                    <a:pt x="1307" y="495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45750" y="2751225"/>
              <a:ext cx="421600" cy="1989275"/>
            </a:xfrm>
            <a:custGeom>
              <a:avLst/>
              <a:gdLst/>
              <a:ahLst/>
              <a:cxnLst/>
              <a:rect l="l" t="t" r="r" b="b"/>
              <a:pathLst>
                <a:path w="16864" h="79571" extrusionOk="0">
                  <a:moveTo>
                    <a:pt x="15968" y="77032"/>
                  </a:moveTo>
                  <a:lnTo>
                    <a:pt x="15968" y="29628"/>
                  </a:lnTo>
                  <a:lnTo>
                    <a:pt x="822" y="29628"/>
                  </a:lnTo>
                  <a:lnTo>
                    <a:pt x="822" y="0"/>
                  </a:lnTo>
                  <a:lnTo>
                    <a:pt x="0" y="0"/>
                  </a:lnTo>
                  <a:lnTo>
                    <a:pt x="0" y="30442"/>
                  </a:lnTo>
                  <a:lnTo>
                    <a:pt x="15155" y="30442"/>
                  </a:lnTo>
                  <a:lnTo>
                    <a:pt x="15155" y="77032"/>
                  </a:lnTo>
                  <a:cubicBezTo>
                    <a:pt x="14638" y="77205"/>
                    <a:pt x="14260" y="77689"/>
                    <a:pt x="14260" y="78264"/>
                  </a:cubicBezTo>
                  <a:cubicBezTo>
                    <a:pt x="14260" y="78987"/>
                    <a:pt x="14843" y="79570"/>
                    <a:pt x="15566" y="79570"/>
                  </a:cubicBezTo>
                  <a:cubicBezTo>
                    <a:pt x="16280" y="79570"/>
                    <a:pt x="16864" y="78987"/>
                    <a:pt x="16864" y="78264"/>
                  </a:cubicBezTo>
                  <a:cubicBezTo>
                    <a:pt x="16864" y="77689"/>
                    <a:pt x="16486" y="77205"/>
                    <a:pt x="15977" y="7703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158675" y="2751225"/>
              <a:ext cx="426350" cy="2248225"/>
            </a:xfrm>
            <a:custGeom>
              <a:avLst/>
              <a:gdLst/>
              <a:ahLst/>
              <a:cxnLst/>
              <a:rect l="l" t="t" r="r" b="b"/>
              <a:pathLst>
                <a:path w="17054" h="89929" extrusionOk="0">
                  <a:moveTo>
                    <a:pt x="16158" y="87398"/>
                  </a:moveTo>
                  <a:lnTo>
                    <a:pt x="16158" y="25226"/>
                  </a:lnTo>
                  <a:lnTo>
                    <a:pt x="822" y="25226"/>
                  </a:lnTo>
                  <a:lnTo>
                    <a:pt x="822" y="0"/>
                  </a:lnTo>
                  <a:lnTo>
                    <a:pt x="1" y="0"/>
                  </a:lnTo>
                  <a:lnTo>
                    <a:pt x="1" y="26039"/>
                  </a:lnTo>
                  <a:lnTo>
                    <a:pt x="15345" y="26039"/>
                  </a:lnTo>
                  <a:lnTo>
                    <a:pt x="15345" y="87398"/>
                  </a:lnTo>
                  <a:cubicBezTo>
                    <a:pt x="14819" y="87571"/>
                    <a:pt x="14449" y="88047"/>
                    <a:pt x="14449" y="88630"/>
                  </a:cubicBezTo>
                  <a:cubicBezTo>
                    <a:pt x="14449" y="89345"/>
                    <a:pt x="15033" y="89928"/>
                    <a:pt x="15747" y="89928"/>
                  </a:cubicBezTo>
                  <a:cubicBezTo>
                    <a:pt x="16470" y="89928"/>
                    <a:pt x="17053" y="89345"/>
                    <a:pt x="17053" y="88630"/>
                  </a:cubicBezTo>
                  <a:cubicBezTo>
                    <a:pt x="17053" y="88047"/>
                    <a:pt x="16676" y="87571"/>
                    <a:pt x="16158" y="8739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353975" y="2751225"/>
              <a:ext cx="389575" cy="1484725"/>
            </a:xfrm>
            <a:custGeom>
              <a:avLst/>
              <a:gdLst/>
              <a:ahLst/>
              <a:cxnLst/>
              <a:rect l="l" t="t" r="r" b="b"/>
              <a:pathLst>
                <a:path w="15583" h="59389" extrusionOk="0">
                  <a:moveTo>
                    <a:pt x="14671" y="56850"/>
                  </a:moveTo>
                  <a:lnTo>
                    <a:pt x="14671" y="26022"/>
                  </a:lnTo>
                  <a:lnTo>
                    <a:pt x="822" y="12174"/>
                  </a:lnTo>
                  <a:lnTo>
                    <a:pt x="822" y="7713"/>
                  </a:lnTo>
                  <a:lnTo>
                    <a:pt x="15229" y="7713"/>
                  </a:lnTo>
                  <a:lnTo>
                    <a:pt x="15229" y="0"/>
                  </a:lnTo>
                  <a:lnTo>
                    <a:pt x="14408" y="0"/>
                  </a:lnTo>
                  <a:lnTo>
                    <a:pt x="14408" y="6892"/>
                  </a:lnTo>
                  <a:lnTo>
                    <a:pt x="1" y="6892"/>
                  </a:lnTo>
                  <a:lnTo>
                    <a:pt x="1" y="12510"/>
                  </a:lnTo>
                  <a:lnTo>
                    <a:pt x="13849" y="26359"/>
                  </a:lnTo>
                  <a:lnTo>
                    <a:pt x="13849" y="56858"/>
                  </a:lnTo>
                  <a:cubicBezTo>
                    <a:pt x="13340" y="57031"/>
                    <a:pt x="12979" y="57515"/>
                    <a:pt x="12979" y="58082"/>
                  </a:cubicBezTo>
                  <a:cubicBezTo>
                    <a:pt x="12979" y="58805"/>
                    <a:pt x="13554" y="59388"/>
                    <a:pt x="14277" y="59388"/>
                  </a:cubicBezTo>
                  <a:cubicBezTo>
                    <a:pt x="14999" y="59388"/>
                    <a:pt x="15583" y="58805"/>
                    <a:pt x="15583" y="58082"/>
                  </a:cubicBezTo>
                  <a:cubicBezTo>
                    <a:pt x="15583" y="57499"/>
                    <a:pt x="15197" y="57014"/>
                    <a:pt x="14671" y="56850"/>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502025" y="2751225"/>
              <a:ext cx="382600" cy="1870775"/>
            </a:xfrm>
            <a:custGeom>
              <a:avLst/>
              <a:gdLst/>
              <a:ahLst/>
              <a:cxnLst/>
              <a:rect l="l" t="t" r="r" b="b"/>
              <a:pathLst>
                <a:path w="15304" h="74831" extrusionOk="0">
                  <a:moveTo>
                    <a:pt x="14408" y="72293"/>
                  </a:moveTo>
                  <a:lnTo>
                    <a:pt x="14408" y="24971"/>
                  </a:lnTo>
                  <a:lnTo>
                    <a:pt x="1980" y="12543"/>
                  </a:lnTo>
                  <a:lnTo>
                    <a:pt x="12856" y="12543"/>
                  </a:lnTo>
                  <a:lnTo>
                    <a:pt x="12856" y="0"/>
                  </a:lnTo>
                  <a:lnTo>
                    <a:pt x="12035" y="0"/>
                  </a:lnTo>
                  <a:lnTo>
                    <a:pt x="12035" y="11730"/>
                  </a:lnTo>
                  <a:lnTo>
                    <a:pt x="1" y="11730"/>
                  </a:lnTo>
                  <a:lnTo>
                    <a:pt x="13587" y="25308"/>
                  </a:lnTo>
                  <a:lnTo>
                    <a:pt x="13587" y="72293"/>
                  </a:lnTo>
                  <a:cubicBezTo>
                    <a:pt x="13069" y="72465"/>
                    <a:pt x="12692" y="72950"/>
                    <a:pt x="12692" y="73525"/>
                  </a:cubicBezTo>
                  <a:cubicBezTo>
                    <a:pt x="12692" y="74247"/>
                    <a:pt x="13283" y="74831"/>
                    <a:pt x="13998" y="74831"/>
                  </a:cubicBezTo>
                  <a:cubicBezTo>
                    <a:pt x="14721" y="74831"/>
                    <a:pt x="15304" y="74247"/>
                    <a:pt x="15304" y="73525"/>
                  </a:cubicBezTo>
                  <a:cubicBezTo>
                    <a:pt x="15304" y="72950"/>
                    <a:pt x="14926" y="72465"/>
                    <a:pt x="14408" y="7229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725450" y="2751225"/>
              <a:ext cx="288975" cy="1665425"/>
            </a:xfrm>
            <a:custGeom>
              <a:avLst/>
              <a:gdLst/>
              <a:ahLst/>
              <a:cxnLst/>
              <a:rect l="l" t="t" r="r" b="b"/>
              <a:pathLst>
                <a:path w="11559" h="66617" extrusionOk="0">
                  <a:moveTo>
                    <a:pt x="10663" y="64078"/>
                  </a:moveTo>
                  <a:lnTo>
                    <a:pt x="10663" y="24774"/>
                  </a:lnTo>
                  <a:lnTo>
                    <a:pt x="1972" y="16092"/>
                  </a:lnTo>
                  <a:lnTo>
                    <a:pt x="7673" y="16092"/>
                  </a:lnTo>
                  <a:lnTo>
                    <a:pt x="7673" y="0"/>
                  </a:lnTo>
                  <a:lnTo>
                    <a:pt x="6851" y="0"/>
                  </a:lnTo>
                  <a:lnTo>
                    <a:pt x="6851" y="15270"/>
                  </a:lnTo>
                  <a:lnTo>
                    <a:pt x="1" y="15270"/>
                  </a:lnTo>
                  <a:lnTo>
                    <a:pt x="9841" y="25111"/>
                  </a:lnTo>
                  <a:lnTo>
                    <a:pt x="9841" y="64078"/>
                  </a:lnTo>
                  <a:cubicBezTo>
                    <a:pt x="9324" y="64251"/>
                    <a:pt x="8946" y="64736"/>
                    <a:pt x="8946" y="65311"/>
                  </a:cubicBezTo>
                  <a:cubicBezTo>
                    <a:pt x="8946" y="66033"/>
                    <a:pt x="9529" y="66617"/>
                    <a:pt x="10252" y="66617"/>
                  </a:cubicBezTo>
                  <a:cubicBezTo>
                    <a:pt x="10975" y="66617"/>
                    <a:pt x="11558" y="66033"/>
                    <a:pt x="11558" y="65311"/>
                  </a:cubicBezTo>
                  <a:cubicBezTo>
                    <a:pt x="11558" y="64736"/>
                    <a:pt x="11180" y="64251"/>
                    <a:pt x="10663" y="6407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128975" y="2751225"/>
              <a:ext cx="197150" cy="2033425"/>
            </a:xfrm>
            <a:custGeom>
              <a:avLst/>
              <a:gdLst/>
              <a:ahLst/>
              <a:cxnLst/>
              <a:rect l="l" t="t" r="r" b="b"/>
              <a:pathLst>
                <a:path w="7886" h="81337" extrusionOk="0">
                  <a:moveTo>
                    <a:pt x="1684" y="78798"/>
                  </a:moveTo>
                  <a:lnTo>
                    <a:pt x="1684" y="49318"/>
                  </a:lnTo>
                  <a:lnTo>
                    <a:pt x="7886" y="43116"/>
                  </a:lnTo>
                  <a:lnTo>
                    <a:pt x="7886" y="25061"/>
                  </a:lnTo>
                  <a:lnTo>
                    <a:pt x="1339" y="18515"/>
                  </a:lnTo>
                  <a:lnTo>
                    <a:pt x="1339" y="0"/>
                  </a:lnTo>
                  <a:lnTo>
                    <a:pt x="518" y="0"/>
                  </a:lnTo>
                  <a:lnTo>
                    <a:pt x="518" y="18852"/>
                  </a:lnTo>
                  <a:lnTo>
                    <a:pt x="7065" y="25398"/>
                  </a:lnTo>
                  <a:lnTo>
                    <a:pt x="7065" y="42779"/>
                  </a:lnTo>
                  <a:lnTo>
                    <a:pt x="863" y="48981"/>
                  </a:lnTo>
                  <a:lnTo>
                    <a:pt x="863" y="78815"/>
                  </a:lnTo>
                  <a:cubicBezTo>
                    <a:pt x="362" y="78995"/>
                    <a:pt x="0" y="79472"/>
                    <a:pt x="0" y="80038"/>
                  </a:cubicBezTo>
                  <a:cubicBezTo>
                    <a:pt x="0" y="80753"/>
                    <a:pt x="584" y="81336"/>
                    <a:pt x="1307" y="81336"/>
                  </a:cubicBezTo>
                  <a:cubicBezTo>
                    <a:pt x="2021" y="81336"/>
                    <a:pt x="2604" y="80753"/>
                    <a:pt x="2604" y="80038"/>
                  </a:cubicBezTo>
                  <a:cubicBezTo>
                    <a:pt x="2604" y="79447"/>
                    <a:pt x="2218" y="78962"/>
                    <a:pt x="1684" y="7879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048075" y="2751225"/>
              <a:ext cx="194275" cy="2304475"/>
            </a:xfrm>
            <a:custGeom>
              <a:avLst/>
              <a:gdLst/>
              <a:ahLst/>
              <a:cxnLst/>
              <a:rect l="l" t="t" r="r" b="b"/>
              <a:pathLst>
                <a:path w="7771" h="92179" extrusionOk="0">
                  <a:moveTo>
                    <a:pt x="1709" y="89641"/>
                  </a:moveTo>
                  <a:lnTo>
                    <a:pt x="1709" y="47133"/>
                  </a:lnTo>
                  <a:lnTo>
                    <a:pt x="7771" y="41071"/>
                  </a:lnTo>
                  <a:lnTo>
                    <a:pt x="7771" y="26540"/>
                  </a:lnTo>
                  <a:lnTo>
                    <a:pt x="1380" y="20149"/>
                  </a:lnTo>
                  <a:lnTo>
                    <a:pt x="1380" y="0"/>
                  </a:lnTo>
                  <a:lnTo>
                    <a:pt x="559" y="0"/>
                  </a:lnTo>
                  <a:lnTo>
                    <a:pt x="559" y="20486"/>
                  </a:lnTo>
                  <a:lnTo>
                    <a:pt x="6949" y="26877"/>
                  </a:lnTo>
                  <a:lnTo>
                    <a:pt x="6949" y="40734"/>
                  </a:lnTo>
                  <a:lnTo>
                    <a:pt x="895" y="46796"/>
                  </a:lnTo>
                  <a:lnTo>
                    <a:pt x="895" y="89641"/>
                  </a:lnTo>
                  <a:cubicBezTo>
                    <a:pt x="370" y="89813"/>
                    <a:pt x="0" y="90298"/>
                    <a:pt x="0" y="90873"/>
                  </a:cubicBezTo>
                  <a:cubicBezTo>
                    <a:pt x="0" y="91596"/>
                    <a:pt x="583" y="92179"/>
                    <a:pt x="1298" y="92179"/>
                  </a:cubicBezTo>
                  <a:cubicBezTo>
                    <a:pt x="2021" y="92179"/>
                    <a:pt x="2604" y="91596"/>
                    <a:pt x="2604" y="90873"/>
                  </a:cubicBezTo>
                  <a:cubicBezTo>
                    <a:pt x="2604" y="90298"/>
                    <a:pt x="2226" y="89813"/>
                    <a:pt x="1709" y="89641"/>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216650" y="2751225"/>
              <a:ext cx="202300" cy="2193800"/>
            </a:xfrm>
            <a:custGeom>
              <a:avLst/>
              <a:gdLst/>
              <a:ahLst/>
              <a:cxnLst/>
              <a:rect l="l" t="t" r="r" b="b"/>
              <a:pathLst>
                <a:path w="8092" h="87752" extrusionOk="0">
                  <a:moveTo>
                    <a:pt x="1685" y="85205"/>
                  </a:moveTo>
                  <a:lnTo>
                    <a:pt x="1685" y="52012"/>
                  </a:lnTo>
                  <a:lnTo>
                    <a:pt x="8092" y="45605"/>
                  </a:lnTo>
                  <a:lnTo>
                    <a:pt x="8092" y="23254"/>
                  </a:lnTo>
                  <a:lnTo>
                    <a:pt x="1028" y="16190"/>
                  </a:lnTo>
                  <a:lnTo>
                    <a:pt x="1028" y="0"/>
                  </a:lnTo>
                  <a:lnTo>
                    <a:pt x="206" y="0"/>
                  </a:lnTo>
                  <a:lnTo>
                    <a:pt x="206" y="16535"/>
                  </a:lnTo>
                  <a:lnTo>
                    <a:pt x="7270" y="23591"/>
                  </a:lnTo>
                  <a:lnTo>
                    <a:pt x="7270" y="45268"/>
                  </a:lnTo>
                  <a:lnTo>
                    <a:pt x="863" y="51675"/>
                  </a:lnTo>
                  <a:lnTo>
                    <a:pt x="863" y="85222"/>
                  </a:lnTo>
                  <a:cubicBezTo>
                    <a:pt x="362" y="85402"/>
                    <a:pt x="1" y="85879"/>
                    <a:pt x="1" y="86445"/>
                  </a:cubicBezTo>
                  <a:cubicBezTo>
                    <a:pt x="1" y="87168"/>
                    <a:pt x="584" y="87751"/>
                    <a:pt x="1307" y="87751"/>
                  </a:cubicBezTo>
                  <a:cubicBezTo>
                    <a:pt x="2030" y="87751"/>
                    <a:pt x="2613" y="87168"/>
                    <a:pt x="2613" y="86445"/>
                  </a:cubicBezTo>
                  <a:cubicBezTo>
                    <a:pt x="2613" y="85854"/>
                    <a:pt x="2219" y="85369"/>
                    <a:pt x="1685" y="85205"/>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292025" y="2751225"/>
              <a:ext cx="225100" cy="1702800"/>
            </a:xfrm>
            <a:custGeom>
              <a:avLst/>
              <a:gdLst/>
              <a:ahLst/>
              <a:cxnLst/>
              <a:rect l="l" t="t" r="r" b="b"/>
              <a:pathLst>
                <a:path w="9004" h="68112" extrusionOk="0">
                  <a:moveTo>
                    <a:pt x="2744" y="65606"/>
                  </a:moveTo>
                  <a:lnTo>
                    <a:pt x="2744" y="53909"/>
                  </a:lnTo>
                  <a:lnTo>
                    <a:pt x="9003" y="47650"/>
                  </a:lnTo>
                  <a:lnTo>
                    <a:pt x="9003" y="22597"/>
                  </a:lnTo>
                  <a:lnTo>
                    <a:pt x="822" y="14416"/>
                  </a:lnTo>
                  <a:lnTo>
                    <a:pt x="822" y="0"/>
                  </a:lnTo>
                  <a:lnTo>
                    <a:pt x="0" y="0"/>
                  </a:lnTo>
                  <a:lnTo>
                    <a:pt x="0" y="14761"/>
                  </a:lnTo>
                  <a:lnTo>
                    <a:pt x="8182" y="22942"/>
                  </a:lnTo>
                  <a:lnTo>
                    <a:pt x="8182" y="47313"/>
                  </a:lnTo>
                  <a:lnTo>
                    <a:pt x="1931" y="53564"/>
                  </a:lnTo>
                  <a:lnTo>
                    <a:pt x="1931" y="65549"/>
                  </a:lnTo>
                  <a:cubicBezTo>
                    <a:pt x="1372" y="65697"/>
                    <a:pt x="953" y="66206"/>
                    <a:pt x="953" y="66806"/>
                  </a:cubicBezTo>
                  <a:cubicBezTo>
                    <a:pt x="953" y="67528"/>
                    <a:pt x="1536" y="68112"/>
                    <a:pt x="2259" y="68112"/>
                  </a:cubicBezTo>
                  <a:cubicBezTo>
                    <a:pt x="2974" y="68112"/>
                    <a:pt x="3565" y="67528"/>
                    <a:pt x="3565" y="66806"/>
                  </a:cubicBezTo>
                  <a:cubicBezTo>
                    <a:pt x="3565" y="66263"/>
                    <a:pt x="3220" y="65795"/>
                    <a:pt x="2744" y="6559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668425" y="2751225"/>
              <a:ext cx="257750" cy="1525575"/>
            </a:xfrm>
            <a:custGeom>
              <a:avLst/>
              <a:gdLst/>
              <a:ahLst/>
              <a:cxnLst/>
              <a:rect l="l" t="t" r="r" b="b"/>
              <a:pathLst>
                <a:path w="10310" h="61023" extrusionOk="0">
                  <a:moveTo>
                    <a:pt x="1709" y="58485"/>
                  </a:moveTo>
                  <a:lnTo>
                    <a:pt x="1709" y="12272"/>
                  </a:lnTo>
                  <a:lnTo>
                    <a:pt x="10310" y="12272"/>
                  </a:lnTo>
                  <a:lnTo>
                    <a:pt x="10310" y="0"/>
                  </a:lnTo>
                  <a:lnTo>
                    <a:pt x="9488" y="0"/>
                  </a:lnTo>
                  <a:lnTo>
                    <a:pt x="9488" y="11451"/>
                  </a:lnTo>
                  <a:lnTo>
                    <a:pt x="896" y="11451"/>
                  </a:lnTo>
                  <a:lnTo>
                    <a:pt x="896" y="58493"/>
                  </a:lnTo>
                  <a:cubicBezTo>
                    <a:pt x="371" y="58665"/>
                    <a:pt x="1" y="59142"/>
                    <a:pt x="1" y="59725"/>
                  </a:cubicBezTo>
                  <a:cubicBezTo>
                    <a:pt x="1" y="60440"/>
                    <a:pt x="584" y="61023"/>
                    <a:pt x="1299" y="61023"/>
                  </a:cubicBezTo>
                  <a:cubicBezTo>
                    <a:pt x="2022" y="61023"/>
                    <a:pt x="2605" y="60440"/>
                    <a:pt x="2605" y="59725"/>
                  </a:cubicBezTo>
                  <a:cubicBezTo>
                    <a:pt x="2605" y="59142"/>
                    <a:pt x="2227" y="58665"/>
                    <a:pt x="1709" y="5849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746875" y="2751225"/>
              <a:ext cx="267800" cy="1743875"/>
            </a:xfrm>
            <a:custGeom>
              <a:avLst/>
              <a:gdLst/>
              <a:ahLst/>
              <a:cxnLst/>
              <a:rect l="l" t="t" r="r" b="b"/>
              <a:pathLst>
                <a:path w="10712" h="69755" extrusionOk="0">
                  <a:moveTo>
                    <a:pt x="1717" y="67216"/>
                  </a:moveTo>
                  <a:lnTo>
                    <a:pt x="1717" y="16092"/>
                  </a:lnTo>
                  <a:lnTo>
                    <a:pt x="10712" y="16092"/>
                  </a:lnTo>
                  <a:lnTo>
                    <a:pt x="10712" y="0"/>
                  </a:lnTo>
                  <a:lnTo>
                    <a:pt x="9899" y="0"/>
                  </a:lnTo>
                  <a:lnTo>
                    <a:pt x="9899" y="15270"/>
                  </a:lnTo>
                  <a:lnTo>
                    <a:pt x="896" y="15270"/>
                  </a:lnTo>
                  <a:lnTo>
                    <a:pt x="896" y="67216"/>
                  </a:lnTo>
                  <a:cubicBezTo>
                    <a:pt x="379" y="67389"/>
                    <a:pt x="1" y="67873"/>
                    <a:pt x="1" y="68448"/>
                  </a:cubicBezTo>
                  <a:cubicBezTo>
                    <a:pt x="1" y="69163"/>
                    <a:pt x="584" y="69754"/>
                    <a:pt x="1307" y="69754"/>
                  </a:cubicBezTo>
                  <a:cubicBezTo>
                    <a:pt x="2030" y="69754"/>
                    <a:pt x="2613" y="69163"/>
                    <a:pt x="2613" y="68448"/>
                  </a:cubicBezTo>
                  <a:cubicBezTo>
                    <a:pt x="2613" y="67873"/>
                    <a:pt x="2235" y="67389"/>
                    <a:pt x="1717" y="67216"/>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842375" y="2751225"/>
              <a:ext cx="250750" cy="1627850"/>
            </a:xfrm>
            <a:custGeom>
              <a:avLst/>
              <a:gdLst/>
              <a:ahLst/>
              <a:cxnLst/>
              <a:rect l="l" t="t" r="r" b="b"/>
              <a:pathLst>
                <a:path w="10030" h="65114" extrusionOk="0">
                  <a:moveTo>
                    <a:pt x="1717" y="62575"/>
                  </a:moveTo>
                  <a:lnTo>
                    <a:pt x="1717" y="20043"/>
                  </a:lnTo>
                  <a:lnTo>
                    <a:pt x="10030" y="20043"/>
                  </a:lnTo>
                  <a:lnTo>
                    <a:pt x="10030" y="0"/>
                  </a:lnTo>
                  <a:lnTo>
                    <a:pt x="9216" y="0"/>
                  </a:lnTo>
                  <a:lnTo>
                    <a:pt x="9216" y="19221"/>
                  </a:lnTo>
                  <a:lnTo>
                    <a:pt x="896" y="19221"/>
                  </a:lnTo>
                  <a:lnTo>
                    <a:pt x="896" y="62575"/>
                  </a:lnTo>
                  <a:cubicBezTo>
                    <a:pt x="378" y="62748"/>
                    <a:pt x="0" y="63232"/>
                    <a:pt x="0" y="63807"/>
                  </a:cubicBezTo>
                  <a:cubicBezTo>
                    <a:pt x="0" y="64530"/>
                    <a:pt x="583" y="65113"/>
                    <a:pt x="1306" y="65113"/>
                  </a:cubicBezTo>
                  <a:cubicBezTo>
                    <a:pt x="2029" y="65113"/>
                    <a:pt x="2612" y="64530"/>
                    <a:pt x="2612" y="63807"/>
                  </a:cubicBezTo>
                  <a:cubicBezTo>
                    <a:pt x="2612" y="63232"/>
                    <a:pt x="2234" y="62748"/>
                    <a:pt x="1717" y="62575"/>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227600" y="2751225"/>
              <a:ext cx="65125" cy="1413050"/>
            </a:xfrm>
            <a:custGeom>
              <a:avLst/>
              <a:gdLst/>
              <a:ahLst/>
              <a:cxnLst/>
              <a:rect l="l" t="t" r="r" b="b"/>
              <a:pathLst>
                <a:path w="2605" h="56522" extrusionOk="0">
                  <a:moveTo>
                    <a:pt x="1709" y="53992"/>
                  </a:moveTo>
                  <a:lnTo>
                    <a:pt x="1709" y="0"/>
                  </a:lnTo>
                  <a:lnTo>
                    <a:pt x="896" y="0"/>
                  </a:lnTo>
                  <a:lnTo>
                    <a:pt x="896" y="53992"/>
                  </a:lnTo>
                  <a:cubicBezTo>
                    <a:pt x="379" y="54164"/>
                    <a:pt x="1" y="54649"/>
                    <a:pt x="1" y="55224"/>
                  </a:cubicBezTo>
                  <a:cubicBezTo>
                    <a:pt x="1" y="55938"/>
                    <a:pt x="584" y="56521"/>
                    <a:pt x="1307" y="56521"/>
                  </a:cubicBezTo>
                  <a:cubicBezTo>
                    <a:pt x="2022" y="56521"/>
                    <a:pt x="2605" y="55938"/>
                    <a:pt x="2605" y="55224"/>
                  </a:cubicBezTo>
                  <a:cubicBezTo>
                    <a:pt x="2605" y="54649"/>
                    <a:pt x="2235" y="54164"/>
                    <a:pt x="1718" y="5399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295775" y="2751225"/>
              <a:ext cx="65125" cy="1089200"/>
            </a:xfrm>
            <a:custGeom>
              <a:avLst/>
              <a:gdLst/>
              <a:ahLst/>
              <a:cxnLst/>
              <a:rect l="l" t="t" r="r" b="b"/>
              <a:pathLst>
                <a:path w="2605" h="43568" extrusionOk="0">
                  <a:moveTo>
                    <a:pt x="1709" y="41038"/>
                  </a:moveTo>
                  <a:lnTo>
                    <a:pt x="1709" y="0"/>
                  </a:lnTo>
                  <a:lnTo>
                    <a:pt x="896" y="0"/>
                  </a:lnTo>
                  <a:lnTo>
                    <a:pt x="896" y="41038"/>
                  </a:lnTo>
                  <a:cubicBezTo>
                    <a:pt x="379" y="41210"/>
                    <a:pt x="1" y="41695"/>
                    <a:pt x="1" y="42270"/>
                  </a:cubicBezTo>
                  <a:cubicBezTo>
                    <a:pt x="1" y="42985"/>
                    <a:pt x="584" y="43568"/>
                    <a:pt x="1307" y="43568"/>
                  </a:cubicBezTo>
                  <a:cubicBezTo>
                    <a:pt x="2022" y="43568"/>
                    <a:pt x="2605" y="42985"/>
                    <a:pt x="2605" y="42270"/>
                  </a:cubicBezTo>
                  <a:cubicBezTo>
                    <a:pt x="2605" y="41695"/>
                    <a:pt x="2227" y="41210"/>
                    <a:pt x="1709" y="4103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2"/>
          <p:cNvGrpSpPr/>
          <p:nvPr/>
        </p:nvGrpSpPr>
        <p:grpSpPr>
          <a:xfrm rot="10800000">
            <a:off x="6915345" y="-12"/>
            <a:ext cx="1548637" cy="3324212"/>
            <a:chOff x="5452016" y="2824589"/>
            <a:chExt cx="689908" cy="1480916"/>
          </a:xfrm>
        </p:grpSpPr>
        <p:sp>
          <p:nvSpPr>
            <p:cNvPr id="41" name="Google Shape;41;p2"/>
            <p:cNvSpPr/>
            <p:nvPr/>
          </p:nvSpPr>
          <p:spPr>
            <a:xfrm rot="-5400000">
              <a:off x="5392462" y="3556043"/>
              <a:ext cx="1325804" cy="173120"/>
            </a:xfrm>
            <a:custGeom>
              <a:avLst/>
              <a:gdLst/>
              <a:ahLst/>
              <a:cxnLst/>
              <a:rect l="l" t="t" r="r" b="b"/>
              <a:pathLst>
                <a:path w="30480" h="3980" extrusionOk="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rot="-5400000">
              <a:off x="5265885" y="3473528"/>
              <a:ext cx="1480916" cy="183037"/>
            </a:xfrm>
            <a:custGeom>
              <a:avLst/>
              <a:gdLst/>
              <a:ahLst/>
              <a:cxnLst/>
              <a:rect l="l" t="t" r="r" b="b"/>
              <a:pathLst>
                <a:path w="34046" h="4208" extrusionOk="0">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5400000">
              <a:off x="5330414" y="3589558"/>
              <a:ext cx="1245768" cy="186126"/>
            </a:xfrm>
            <a:custGeom>
              <a:avLst/>
              <a:gdLst/>
              <a:ahLst/>
              <a:cxnLst/>
              <a:rect l="l" t="t" r="r" b="b"/>
              <a:pathLst>
                <a:path w="28640" h="4279" extrusionOk="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rot="-5400000">
              <a:off x="5370411" y="3676053"/>
              <a:ext cx="1059686" cy="199219"/>
            </a:xfrm>
            <a:custGeom>
              <a:avLst/>
              <a:gdLst/>
              <a:ahLst/>
              <a:cxnLst/>
              <a:rect l="l" t="t" r="r" b="b"/>
              <a:pathLst>
                <a:path w="24362" h="4580" extrusionOk="0">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5400000">
              <a:off x="5334134" y="3789929"/>
              <a:ext cx="935588" cy="95564"/>
            </a:xfrm>
            <a:custGeom>
              <a:avLst/>
              <a:gdLst/>
              <a:ahLst/>
              <a:cxnLst/>
              <a:rect l="l" t="t" r="r" b="b"/>
              <a:pathLst>
                <a:path w="21509" h="2197" extrusionOk="0">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rot="-5400000">
              <a:off x="5331634" y="3818442"/>
              <a:ext cx="868602" cy="105525"/>
            </a:xfrm>
            <a:custGeom>
              <a:avLst/>
              <a:gdLst/>
              <a:ahLst/>
              <a:cxnLst/>
              <a:rect l="l" t="t" r="r" b="b"/>
              <a:pathLst>
                <a:path w="19969" h="2426" extrusionOk="0">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rot="-5400000">
              <a:off x="5163516" y="3683817"/>
              <a:ext cx="1119234" cy="124142"/>
            </a:xfrm>
            <a:custGeom>
              <a:avLst/>
              <a:gdLst/>
              <a:ahLst/>
              <a:cxnLst/>
              <a:rect l="l" t="t" r="r" b="b"/>
              <a:pathLst>
                <a:path w="25731" h="2854" extrusionOk="0">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rot="-5400000">
              <a:off x="5189572" y="3740886"/>
              <a:ext cx="982130" cy="147109"/>
            </a:xfrm>
            <a:custGeom>
              <a:avLst/>
              <a:gdLst/>
              <a:ahLst/>
              <a:cxnLst/>
              <a:rect l="l" t="t" r="r" b="b"/>
              <a:pathLst>
                <a:path w="22579" h="3382" extrusionOk="0">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rot="-5400000">
              <a:off x="5194836" y="3787124"/>
              <a:ext cx="868602" cy="168161"/>
            </a:xfrm>
            <a:custGeom>
              <a:avLst/>
              <a:gdLst/>
              <a:ahLst/>
              <a:cxnLst/>
              <a:rect l="l" t="t" r="r" b="b"/>
              <a:pathLst>
                <a:path w="19969" h="3866" extrusionOk="0">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rot="-5400000">
              <a:off x="5215324" y="3849151"/>
              <a:ext cx="733977" cy="178731"/>
            </a:xfrm>
            <a:custGeom>
              <a:avLst/>
              <a:gdLst/>
              <a:ahLst/>
              <a:cxnLst/>
              <a:rect l="l" t="t" r="r" b="b"/>
              <a:pathLst>
                <a:path w="16874" h="4109" extrusionOk="0">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rot="-5400000">
              <a:off x="5841900" y="4018530"/>
              <a:ext cx="465336" cy="108613"/>
            </a:xfrm>
            <a:custGeom>
              <a:avLst/>
              <a:gdLst/>
              <a:ahLst/>
              <a:cxnLst/>
              <a:rect l="l" t="t" r="r" b="b"/>
              <a:pathLst>
                <a:path w="10698" h="2497" extrusionOk="0">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rot="-5400000">
              <a:off x="5874501" y="4051132"/>
              <a:ext cx="431191" cy="77556"/>
            </a:xfrm>
            <a:custGeom>
              <a:avLst/>
              <a:gdLst/>
              <a:ahLst/>
              <a:cxnLst/>
              <a:rect l="l" t="t" r="r" b="b"/>
              <a:pathLst>
                <a:path w="9913" h="1783" extrusionOk="0">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rot="-5400000">
              <a:off x="5229613" y="3907503"/>
              <a:ext cx="620405" cy="175599"/>
            </a:xfrm>
            <a:custGeom>
              <a:avLst/>
              <a:gdLst/>
              <a:ahLst/>
              <a:cxnLst/>
              <a:rect l="l" t="t" r="r" b="b"/>
              <a:pathLst>
                <a:path w="14263" h="4037" extrusionOk="0">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2"/>
          <p:cNvGrpSpPr/>
          <p:nvPr/>
        </p:nvGrpSpPr>
        <p:grpSpPr>
          <a:xfrm rot="-5400000">
            <a:off x="7189310" y="2653816"/>
            <a:ext cx="298168" cy="3611350"/>
            <a:chOff x="9" y="2835115"/>
            <a:chExt cx="134668" cy="1631069"/>
          </a:xfrm>
        </p:grpSpPr>
        <p:sp>
          <p:nvSpPr>
            <p:cNvPr id="55" name="Google Shape;55;p2"/>
            <p:cNvSpPr/>
            <p:nvPr/>
          </p:nvSpPr>
          <p:spPr>
            <a:xfrm rot="-5400000">
              <a:off x="-655129" y="3676378"/>
              <a:ext cx="1497053" cy="82558"/>
            </a:xfrm>
            <a:custGeom>
              <a:avLst/>
              <a:gdLst/>
              <a:ahLst/>
              <a:cxnLst/>
              <a:rect l="l" t="t" r="r" b="b"/>
              <a:pathLst>
                <a:path w="34417" h="1898" extrusionOk="0">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rot="-5400000">
              <a:off x="-420003" y="3973575"/>
              <a:ext cx="912621" cy="72597"/>
            </a:xfrm>
            <a:custGeom>
              <a:avLst/>
              <a:gdLst/>
              <a:ahLst/>
              <a:cxnLst/>
              <a:rect l="l" t="t" r="r" b="b"/>
              <a:pathLst>
                <a:path w="20981" h="1669" extrusionOk="0">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rot="-5400000">
              <a:off x="-388076" y="4029078"/>
              <a:ext cx="843156" cy="31057"/>
            </a:xfrm>
            <a:custGeom>
              <a:avLst/>
              <a:gdLst/>
              <a:ahLst/>
              <a:cxnLst/>
              <a:rect l="l" t="t" r="r" b="b"/>
              <a:pathLst>
                <a:path w="19384" h="714" extrusionOk="0">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rot="-5400000">
              <a:off x="-758457" y="3604107"/>
              <a:ext cx="1631069" cy="93085"/>
            </a:xfrm>
            <a:custGeom>
              <a:avLst/>
              <a:gdLst/>
              <a:ahLst/>
              <a:cxnLst/>
              <a:rect l="l" t="t" r="r" b="b"/>
              <a:pathLst>
                <a:path w="37498" h="2140" extrusionOk="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2"/>
          <p:cNvSpPr txBox="1">
            <a:spLocks noGrp="1"/>
          </p:cNvSpPr>
          <p:nvPr>
            <p:ph type="ctrTitle"/>
          </p:nvPr>
        </p:nvSpPr>
        <p:spPr>
          <a:xfrm>
            <a:off x="713225" y="835700"/>
            <a:ext cx="5243700" cy="1718400"/>
          </a:xfrm>
          <a:prstGeom prst="rect">
            <a:avLst/>
          </a:prstGeom>
        </p:spPr>
        <p:txBody>
          <a:bodyPr spcFirstLastPara="1" wrap="square" lIns="91425" tIns="91425" rIns="91425" bIns="91425" anchor="ctr" anchorCtr="0">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60" name="Google Shape;60;p2"/>
          <p:cNvSpPr txBox="1">
            <a:spLocks noGrp="1"/>
          </p:cNvSpPr>
          <p:nvPr>
            <p:ph type="subTitle" idx="1"/>
          </p:nvPr>
        </p:nvSpPr>
        <p:spPr>
          <a:xfrm>
            <a:off x="713225" y="2554100"/>
            <a:ext cx="5243700" cy="369600"/>
          </a:xfrm>
          <a:prstGeom prst="rect">
            <a:avLst/>
          </a:prstGeom>
          <a:noFill/>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
        <p:cNvGrpSpPr/>
        <p:nvPr/>
      </p:nvGrpSpPr>
      <p:grpSpPr>
        <a:xfrm>
          <a:off x="0" y="0"/>
          <a:ext cx="0" cy="0"/>
          <a:chOff x="0" y="0"/>
          <a:chExt cx="0" cy="0"/>
        </a:xfrm>
      </p:grpSpPr>
      <p:sp>
        <p:nvSpPr>
          <p:cNvPr id="62" name="Google Shape;62;p3"/>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3"/>
          <p:cNvGrpSpPr/>
          <p:nvPr/>
        </p:nvGrpSpPr>
        <p:grpSpPr>
          <a:xfrm rot="10800000">
            <a:off x="6929878" y="-11"/>
            <a:ext cx="1346494" cy="2890304"/>
            <a:chOff x="5452016" y="2824589"/>
            <a:chExt cx="689908" cy="1480916"/>
          </a:xfrm>
        </p:grpSpPr>
        <p:sp>
          <p:nvSpPr>
            <p:cNvPr id="64" name="Google Shape;64;p3"/>
            <p:cNvSpPr/>
            <p:nvPr/>
          </p:nvSpPr>
          <p:spPr>
            <a:xfrm rot="-5400000">
              <a:off x="5392462" y="3556043"/>
              <a:ext cx="1325804" cy="173120"/>
            </a:xfrm>
            <a:custGeom>
              <a:avLst/>
              <a:gdLst/>
              <a:ahLst/>
              <a:cxnLst/>
              <a:rect l="l" t="t" r="r" b="b"/>
              <a:pathLst>
                <a:path w="30480" h="3980" extrusionOk="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rot="-5400000">
              <a:off x="5265885" y="3473528"/>
              <a:ext cx="1480916" cy="183037"/>
            </a:xfrm>
            <a:custGeom>
              <a:avLst/>
              <a:gdLst/>
              <a:ahLst/>
              <a:cxnLst/>
              <a:rect l="l" t="t" r="r" b="b"/>
              <a:pathLst>
                <a:path w="34046" h="4208" extrusionOk="0">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rot="-5400000">
              <a:off x="5330414" y="3589558"/>
              <a:ext cx="1245768" cy="186126"/>
            </a:xfrm>
            <a:custGeom>
              <a:avLst/>
              <a:gdLst/>
              <a:ahLst/>
              <a:cxnLst/>
              <a:rect l="l" t="t" r="r" b="b"/>
              <a:pathLst>
                <a:path w="28640" h="4279" extrusionOk="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rot="-5400000">
              <a:off x="5370411" y="3676053"/>
              <a:ext cx="1059686" cy="199219"/>
            </a:xfrm>
            <a:custGeom>
              <a:avLst/>
              <a:gdLst/>
              <a:ahLst/>
              <a:cxnLst/>
              <a:rect l="l" t="t" r="r" b="b"/>
              <a:pathLst>
                <a:path w="24362" h="4580" extrusionOk="0">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rot="-5400000">
              <a:off x="5334134" y="3789929"/>
              <a:ext cx="935588" cy="95564"/>
            </a:xfrm>
            <a:custGeom>
              <a:avLst/>
              <a:gdLst/>
              <a:ahLst/>
              <a:cxnLst/>
              <a:rect l="l" t="t" r="r" b="b"/>
              <a:pathLst>
                <a:path w="21509" h="2197" extrusionOk="0">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rot="-5400000">
              <a:off x="5331634" y="3818442"/>
              <a:ext cx="868602" cy="105525"/>
            </a:xfrm>
            <a:custGeom>
              <a:avLst/>
              <a:gdLst/>
              <a:ahLst/>
              <a:cxnLst/>
              <a:rect l="l" t="t" r="r" b="b"/>
              <a:pathLst>
                <a:path w="19969" h="2426" extrusionOk="0">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rot="-5400000">
              <a:off x="5163516" y="3683817"/>
              <a:ext cx="1119234" cy="124142"/>
            </a:xfrm>
            <a:custGeom>
              <a:avLst/>
              <a:gdLst/>
              <a:ahLst/>
              <a:cxnLst/>
              <a:rect l="l" t="t" r="r" b="b"/>
              <a:pathLst>
                <a:path w="25731" h="2854" extrusionOk="0">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rot="-5400000">
              <a:off x="5189572" y="3740886"/>
              <a:ext cx="982130" cy="147109"/>
            </a:xfrm>
            <a:custGeom>
              <a:avLst/>
              <a:gdLst/>
              <a:ahLst/>
              <a:cxnLst/>
              <a:rect l="l" t="t" r="r" b="b"/>
              <a:pathLst>
                <a:path w="22579" h="3382" extrusionOk="0">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rot="-5400000">
              <a:off x="5194836" y="3787124"/>
              <a:ext cx="868602" cy="168161"/>
            </a:xfrm>
            <a:custGeom>
              <a:avLst/>
              <a:gdLst/>
              <a:ahLst/>
              <a:cxnLst/>
              <a:rect l="l" t="t" r="r" b="b"/>
              <a:pathLst>
                <a:path w="19969" h="3866" extrusionOk="0">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rot="-5400000">
              <a:off x="5215324" y="3849151"/>
              <a:ext cx="733977" cy="178731"/>
            </a:xfrm>
            <a:custGeom>
              <a:avLst/>
              <a:gdLst/>
              <a:ahLst/>
              <a:cxnLst/>
              <a:rect l="l" t="t" r="r" b="b"/>
              <a:pathLst>
                <a:path w="16874" h="4109" extrusionOk="0">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rot="-5400000">
              <a:off x="5841900" y="4018530"/>
              <a:ext cx="465336" cy="108613"/>
            </a:xfrm>
            <a:custGeom>
              <a:avLst/>
              <a:gdLst/>
              <a:ahLst/>
              <a:cxnLst/>
              <a:rect l="l" t="t" r="r" b="b"/>
              <a:pathLst>
                <a:path w="10698" h="2497" extrusionOk="0">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rot="-5400000">
              <a:off x="5874501" y="4051132"/>
              <a:ext cx="431191" cy="77556"/>
            </a:xfrm>
            <a:custGeom>
              <a:avLst/>
              <a:gdLst/>
              <a:ahLst/>
              <a:cxnLst/>
              <a:rect l="l" t="t" r="r" b="b"/>
              <a:pathLst>
                <a:path w="9913" h="1783" extrusionOk="0">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rot="-5400000">
              <a:off x="5229613" y="3907503"/>
              <a:ext cx="620405" cy="175599"/>
            </a:xfrm>
            <a:custGeom>
              <a:avLst/>
              <a:gdLst/>
              <a:ahLst/>
              <a:cxnLst/>
              <a:rect l="l" t="t" r="r" b="b"/>
              <a:pathLst>
                <a:path w="14263" h="4037" extrusionOk="0">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a:off x="7730592" y="1737649"/>
            <a:ext cx="948056" cy="3405808"/>
            <a:chOff x="8623429" y="2586962"/>
            <a:chExt cx="478381" cy="1718543"/>
          </a:xfrm>
        </p:grpSpPr>
        <p:sp>
          <p:nvSpPr>
            <p:cNvPr id="78" name="Google Shape;78;p3"/>
            <p:cNvSpPr/>
            <p:nvPr/>
          </p:nvSpPr>
          <p:spPr>
            <a:xfrm rot="-5400000">
              <a:off x="8267028" y="3481249"/>
              <a:ext cx="1527458" cy="121054"/>
            </a:xfrm>
            <a:custGeom>
              <a:avLst/>
              <a:gdLst/>
              <a:ahLst/>
              <a:cxnLst/>
              <a:rect l="l" t="t" r="r" b="b"/>
              <a:pathLst>
                <a:path w="35116" h="2783" extrusionOk="0">
                  <a:moveTo>
                    <a:pt x="18185" y="1"/>
                  </a:moveTo>
                  <a:lnTo>
                    <a:pt x="15917" y="2254"/>
                  </a:lnTo>
                  <a:lnTo>
                    <a:pt x="0" y="2254"/>
                  </a:lnTo>
                  <a:lnTo>
                    <a:pt x="0" y="2497"/>
                  </a:lnTo>
                  <a:lnTo>
                    <a:pt x="16046" y="2497"/>
                  </a:lnTo>
                  <a:lnTo>
                    <a:pt x="18299" y="229"/>
                  </a:lnTo>
                  <a:lnTo>
                    <a:pt x="22878" y="229"/>
                  </a:lnTo>
                  <a:lnTo>
                    <a:pt x="25131" y="2497"/>
                  </a:lnTo>
                  <a:lnTo>
                    <a:pt x="34402" y="2497"/>
                  </a:lnTo>
                  <a:cubicBezTo>
                    <a:pt x="34459" y="2668"/>
                    <a:pt x="34588" y="2782"/>
                    <a:pt x="34759" y="2782"/>
                  </a:cubicBezTo>
                  <a:cubicBezTo>
                    <a:pt x="35001" y="2782"/>
                    <a:pt x="35115" y="2611"/>
                    <a:pt x="35115" y="2368"/>
                  </a:cubicBezTo>
                  <a:cubicBezTo>
                    <a:pt x="35115" y="2197"/>
                    <a:pt x="35001" y="2012"/>
                    <a:pt x="34759" y="2012"/>
                  </a:cubicBezTo>
                  <a:cubicBezTo>
                    <a:pt x="34588" y="2012"/>
                    <a:pt x="34459" y="2140"/>
                    <a:pt x="34402" y="2254"/>
                  </a:cubicBezTo>
                  <a:lnTo>
                    <a:pt x="25245" y="2254"/>
                  </a:lnTo>
                  <a:lnTo>
                    <a:pt x="22935"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rot="-5400000">
              <a:off x="8122184" y="3470418"/>
              <a:ext cx="1506971" cy="163203"/>
            </a:xfrm>
            <a:custGeom>
              <a:avLst/>
              <a:gdLst/>
              <a:ahLst/>
              <a:cxnLst/>
              <a:rect l="l" t="t" r="r" b="b"/>
              <a:pathLst>
                <a:path w="34645" h="3752" extrusionOk="0">
                  <a:moveTo>
                    <a:pt x="14135" y="0"/>
                  </a:moveTo>
                  <a:lnTo>
                    <a:pt x="14135" y="3509"/>
                  </a:lnTo>
                  <a:lnTo>
                    <a:pt x="0" y="3509"/>
                  </a:lnTo>
                  <a:lnTo>
                    <a:pt x="0" y="3751"/>
                  </a:lnTo>
                  <a:lnTo>
                    <a:pt x="14377" y="3751"/>
                  </a:lnTo>
                  <a:lnTo>
                    <a:pt x="14377" y="243"/>
                  </a:lnTo>
                  <a:lnTo>
                    <a:pt x="24832" y="243"/>
                  </a:lnTo>
                  <a:lnTo>
                    <a:pt x="27684" y="3095"/>
                  </a:lnTo>
                  <a:lnTo>
                    <a:pt x="33874" y="3095"/>
                  </a:lnTo>
                  <a:cubicBezTo>
                    <a:pt x="33931" y="3209"/>
                    <a:pt x="34103" y="3338"/>
                    <a:pt x="34231" y="3338"/>
                  </a:cubicBezTo>
                  <a:cubicBezTo>
                    <a:pt x="34459" y="3338"/>
                    <a:pt x="34645" y="3152"/>
                    <a:pt x="34645" y="2910"/>
                  </a:cubicBezTo>
                  <a:cubicBezTo>
                    <a:pt x="34645" y="2739"/>
                    <a:pt x="34459" y="2553"/>
                    <a:pt x="34231" y="2553"/>
                  </a:cubicBezTo>
                  <a:cubicBezTo>
                    <a:pt x="34046" y="2553"/>
                    <a:pt x="33931" y="2682"/>
                    <a:pt x="33874" y="2853"/>
                  </a:cubicBezTo>
                  <a:lnTo>
                    <a:pt x="27741" y="2853"/>
                  </a:lnTo>
                  <a:lnTo>
                    <a:pt x="2496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rot="-5400000">
              <a:off x="8039648" y="3426986"/>
              <a:ext cx="1578959" cy="178079"/>
            </a:xfrm>
            <a:custGeom>
              <a:avLst/>
              <a:gdLst/>
              <a:ahLst/>
              <a:cxnLst/>
              <a:rect l="l" t="t" r="r" b="b"/>
              <a:pathLst>
                <a:path w="36300" h="4094" extrusionOk="0">
                  <a:moveTo>
                    <a:pt x="13193" y="0"/>
                  </a:moveTo>
                  <a:lnTo>
                    <a:pt x="13193" y="3866"/>
                  </a:lnTo>
                  <a:lnTo>
                    <a:pt x="0" y="3866"/>
                  </a:lnTo>
                  <a:lnTo>
                    <a:pt x="0" y="4094"/>
                  </a:lnTo>
                  <a:lnTo>
                    <a:pt x="13421" y="4094"/>
                  </a:lnTo>
                  <a:lnTo>
                    <a:pt x="13421" y="228"/>
                  </a:lnTo>
                  <a:lnTo>
                    <a:pt x="25488" y="228"/>
                  </a:lnTo>
                  <a:lnTo>
                    <a:pt x="28397" y="3152"/>
                  </a:lnTo>
                  <a:lnTo>
                    <a:pt x="35586" y="3152"/>
                  </a:lnTo>
                  <a:cubicBezTo>
                    <a:pt x="35657" y="3266"/>
                    <a:pt x="35771" y="3381"/>
                    <a:pt x="35942" y="3381"/>
                  </a:cubicBezTo>
                  <a:cubicBezTo>
                    <a:pt x="36185" y="3381"/>
                    <a:pt x="36299" y="3266"/>
                    <a:pt x="36299" y="3024"/>
                  </a:cubicBezTo>
                  <a:cubicBezTo>
                    <a:pt x="36299" y="2853"/>
                    <a:pt x="36185" y="2667"/>
                    <a:pt x="35942" y="2667"/>
                  </a:cubicBezTo>
                  <a:cubicBezTo>
                    <a:pt x="35771" y="2667"/>
                    <a:pt x="35657" y="2724"/>
                    <a:pt x="35586" y="2910"/>
                  </a:cubicBezTo>
                  <a:lnTo>
                    <a:pt x="28454" y="2910"/>
                  </a:lnTo>
                  <a:lnTo>
                    <a:pt x="25602"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rot="-5400000">
              <a:off x="8073163" y="3501432"/>
              <a:ext cx="1413930" cy="194216"/>
            </a:xfrm>
            <a:custGeom>
              <a:avLst/>
              <a:gdLst/>
              <a:ahLst/>
              <a:cxnLst/>
              <a:rect l="l" t="t" r="r" b="b"/>
              <a:pathLst>
                <a:path w="32506" h="4465" extrusionOk="0">
                  <a:moveTo>
                    <a:pt x="12238" y="0"/>
                  </a:moveTo>
                  <a:lnTo>
                    <a:pt x="12238" y="4222"/>
                  </a:lnTo>
                  <a:lnTo>
                    <a:pt x="0" y="4222"/>
                  </a:lnTo>
                  <a:lnTo>
                    <a:pt x="0" y="4464"/>
                  </a:lnTo>
                  <a:lnTo>
                    <a:pt x="12480" y="4464"/>
                  </a:lnTo>
                  <a:lnTo>
                    <a:pt x="12480" y="243"/>
                  </a:lnTo>
                  <a:lnTo>
                    <a:pt x="26258" y="243"/>
                  </a:lnTo>
                  <a:lnTo>
                    <a:pt x="29353" y="3323"/>
                  </a:lnTo>
                  <a:lnTo>
                    <a:pt x="31792" y="3323"/>
                  </a:lnTo>
                  <a:cubicBezTo>
                    <a:pt x="31849" y="3452"/>
                    <a:pt x="31963" y="3566"/>
                    <a:pt x="32149" y="3566"/>
                  </a:cubicBezTo>
                  <a:cubicBezTo>
                    <a:pt x="32377" y="3566"/>
                    <a:pt x="32505" y="3395"/>
                    <a:pt x="32505" y="3209"/>
                  </a:cubicBezTo>
                  <a:cubicBezTo>
                    <a:pt x="32505" y="2967"/>
                    <a:pt x="32377" y="2796"/>
                    <a:pt x="32149" y="2796"/>
                  </a:cubicBezTo>
                  <a:cubicBezTo>
                    <a:pt x="31963" y="2796"/>
                    <a:pt x="31849" y="2910"/>
                    <a:pt x="31792" y="3095"/>
                  </a:cubicBezTo>
                  <a:lnTo>
                    <a:pt x="29467" y="3095"/>
                  </a:lnTo>
                  <a:lnTo>
                    <a:pt x="2638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rot="-5400000">
              <a:off x="8472362" y="4017291"/>
              <a:ext cx="439281" cy="137148"/>
            </a:xfrm>
            <a:custGeom>
              <a:avLst/>
              <a:gdLst/>
              <a:ahLst/>
              <a:cxnLst/>
              <a:rect l="l" t="t" r="r" b="b"/>
              <a:pathLst>
                <a:path w="10099" h="3153" extrusionOk="0">
                  <a:moveTo>
                    <a:pt x="9742" y="1"/>
                  </a:moveTo>
                  <a:cubicBezTo>
                    <a:pt x="9499" y="1"/>
                    <a:pt x="9328" y="186"/>
                    <a:pt x="9328" y="357"/>
                  </a:cubicBezTo>
                  <a:cubicBezTo>
                    <a:pt x="9328" y="543"/>
                    <a:pt x="9442" y="714"/>
                    <a:pt x="9628" y="714"/>
                  </a:cubicBezTo>
                  <a:lnTo>
                    <a:pt x="9628" y="2910"/>
                  </a:lnTo>
                  <a:lnTo>
                    <a:pt x="0" y="2910"/>
                  </a:lnTo>
                  <a:lnTo>
                    <a:pt x="0" y="3153"/>
                  </a:lnTo>
                  <a:lnTo>
                    <a:pt x="9856" y="3153"/>
                  </a:lnTo>
                  <a:lnTo>
                    <a:pt x="9856" y="714"/>
                  </a:lnTo>
                  <a:cubicBezTo>
                    <a:pt x="9984" y="714"/>
                    <a:pt x="10098" y="543"/>
                    <a:pt x="10098" y="357"/>
                  </a:cubicBezTo>
                  <a:cubicBezTo>
                    <a:pt x="10098" y="186"/>
                    <a:pt x="9913" y="1"/>
                    <a:pt x="974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rot="-5400000">
              <a:off x="8472688" y="3978513"/>
              <a:ext cx="477733" cy="176252"/>
            </a:xfrm>
            <a:custGeom>
              <a:avLst/>
              <a:gdLst/>
              <a:ahLst/>
              <a:cxnLst/>
              <a:rect l="l" t="t" r="r" b="b"/>
              <a:pathLst>
                <a:path w="10983" h="4052" extrusionOk="0">
                  <a:moveTo>
                    <a:pt x="10569" y="1"/>
                  </a:moveTo>
                  <a:cubicBezTo>
                    <a:pt x="10398" y="1"/>
                    <a:pt x="10212" y="186"/>
                    <a:pt x="10212" y="357"/>
                  </a:cubicBezTo>
                  <a:cubicBezTo>
                    <a:pt x="10212" y="543"/>
                    <a:pt x="10341" y="714"/>
                    <a:pt x="10455" y="714"/>
                  </a:cubicBezTo>
                  <a:lnTo>
                    <a:pt x="10455" y="3809"/>
                  </a:lnTo>
                  <a:lnTo>
                    <a:pt x="0" y="3809"/>
                  </a:lnTo>
                  <a:lnTo>
                    <a:pt x="0" y="4052"/>
                  </a:lnTo>
                  <a:lnTo>
                    <a:pt x="10697" y="4052"/>
                  </a:lnTo>
                  <a:lnTo>
                    <a:pt x="10697" y="714"/>
                  </a:lnTo>
                  <a:cubicBezTo>
                    <a:pt x="10868" y="714"/>
                    <a:pt x="10983" y="543"/>
                    <a:pt x="10983" y="357"/>
                  </a:cubicBezTo>
                  <a:cubicBezTo>
                    <a:pt x="10983" y="186"/>
                    <a:pt x="10811" y="1"/>
                    <a:pt x="1056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rot="-5400000">
              <a:off x="8182970" y="3430727"/>
              <a:ext cx="1620499" cy="129057"/>
            </a:xfrm>
            <a:custGeom>
              <a:avLst/>
              <a:gdLst/>
              <a:ahLst/>
              <a:cxnLst/>
              <a:rect l="l" t="t" r="r" b="b"/>
              <a:pathLst>
                <a:path w="37255" h="2967" extrusionOk="0">
                  <a:moveTo>
                    <a:pt x="17700" y="0"/>
                  </a:moveTo>
                  <a:lnTo>
                    <a:pt x="15261" y="2382"/>
                  </a:lnTo>
                  <a:lnTo>
                    <a:pt x="0" y="2382"/>
                  </a:lnTo>
                  <a:lnTo>
                    <a:pt x="0" y="2610"/>
                  </a:lnTo>
                  <a:lnTo>
                    <a:pt x="15390" y="2610"/>
                  </a:lnTo>
                  <a:lnTo>
                    <a:pt x="17829" y="243"/>
                  </a:lnTo>
                  <a:lnTo>
                    <a:pt x="23462" y="243"/>
                  </a:lnTo>
                  <a:lnTo>
                    <a:pt x="26030" y="2739"/>
                  </a:lnTo>
                  <a:lnTo>
                    <a:pt x="36484" y="2739"/>
                  </a:lnTo>
                  <a:cubicBezTo>
                    <a:pt x="36542" y="2910"/>
                    <a:pt x="36727" y="2967"/>
                    <a:pt x="36841" y="2967"/>
                  </a:cubicBezTo>
                  <a:cubicBezTo>
                    <a:pt x="37084" y="2967"/>
                    <a:pt x="37255" y="2853"/>
                    <a:pt x="37255" y="2610"/>
                  </a:cubicBezTo>
                  <a:cubicBezTo>
                    <a:pt x="37255" y="2382"/>
                    <a:pt x="37084" y="2254"/>
                    <a:pt x="36841" y="2254"/>
                  </a:cubicBezTo>
                  <a:cubicBezTo>
                    <a:pt x="36727" y="2254"/>
                    <a:pt x="36542" y="2311"/>
                    <a:pt x="36484" y="2496"/>
                  </a:cubicBezTo>
                  <a:lnTo>
                    <a:pt x="26087" y="2496"/>
                  </a:lnTo>
                  <a:lnTo>
                    <a:pt x="23591"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rot="-5400000">
              <a:off x="8089908" y="3371157"/>
              <a:ext cx="1718543" cy="150153"/>
            </a:xfrm>
            <a:custGeom>
              <a:avLst/>
              <a:gdLst/>
              <a:ahLst/>
              <a:cxnLst/>
              <a:rect l="l" t="t" r="r" b="b"/>
              <a:pathLst>
                <a:path w="39509" h="3452" extrusionOk="0">
                  <a:moveTo>
                    <a:pt x="17344" y="0"/>
                  </a:moveTo>
                  <a:lnTo>
                    <a:pt x="14620" y="2681"/>
                  </a:lnTo>
                  <a:lnTo>
                    <a:pt x="0" y="2681"/>
                  </a:lnTo>
                  <a:lnTo>
                    <a:pt x="0" y="2924"/>
                  </a:lnTo>
                  <a:lnTo>
                    <a:pt x="14734" y="2924"/>
                  </a:lnTo>
                  <a:lnTo>
                    <a:pt x="17401" y="243"/>
                  </a:lnTo>
                  <a:lnTo>
                    <a:pt x="24062" y="243"/>
                  </a:lnTo>
                  <a:lnTo>
                    <a:pt x="27028" y="3152"/>
                  </a:lnTo>
                  <a:lnTo>
                    <a:pt x="38738" y="3152"/>
                  </a:lnTo>
                  <a:cubicBezTo>
                    <a:pt x="38795" y="3338"/>
                    <a:pt x="38980" y="3452"/>
                    <a:pt x="39095" y="3452"/>
                  </a:cubicBezTo>
                  <a:cubicBezTo>
                    <a:pt x="39337" y="3452"/>
                    <a:pt x="39508" y="3281"/>
                    <a:pt x="39508" y="3038"/>
                  </a:cubicBezTo>
                  <a:cubicBezTo>
                    <a:pt x="39508" y="2853"/>
                    <a:pt x="39337" y="2681"/>
                    <a:pt x="39095" y="2681"/>
                  </a:cubicBezTo>
                  <a:cubicBezTo>
                    <a:pt x="38980" y="2681"/>
                    <a:pt x="38795" y="2796"/>
                    <a:pt x="38738" y="2924"/>
                  </a:cubicBezTo>
                  <a:lnTo>
                    <a:pt x="27157" y="2924"/>
                  </a:lnTo>
                  <a:lnTo>
                    <a:pt x="2417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rot="-5400000">
              <a:off x="8069444" y="3539297"/>
              <a:ext cx="1330763" cy="201654"/>
            </a:xfrm>
            <a:custGeom>
              <a:avLst/>
              <a:gdLst/>
              <a:ahLst/>
              <a:cxnLst/>
              <a:rect l="l" t="t" r="r" b="b"/>
              <a:pathLst>
                <a:path w="30594" h="4636" extrusionOk="0">
                  <a:moveTo>
                    <a:pt x="11282" y="0"/>
                  </a:moveTo>
                  <a:lnTo>
                    <a:pt x="11282" y="4393"/>
                  </a:lnTo>
                  <a:lnTo>
                    <a:pt x="0" y="4393"/>
                  </a:lnTo>
                  <a:lnTo>
                    <a:pt x="0" y="4636"/>
                  </a:lnTo>
                  <a:lnTo>
                    <a:pt x="11524" y="4636"/>
                  </a:lnTo>
                  <a:lnTo>
                    <a:pt x="11524" y="243"/>
                  </a:lnTo>
                  <a:lnTo>
                    <a:pt x="26914" y="243"/>
                  </a:lnTo>
                  <a:lnTo>
                    <a:pt x="29881" y="3152"/>
                  </a:lnTo>
                  <a:cubicBezTo>
                    <a:pt x="29824" y="3209"/>
                    <a:pt x="29824" y="3267"/>
                    <a:pt x="29824" y="3324"/>
                  </a:cubicBezTo>
                  <a:cubicBezTo>
                    <a:pt x="29824" y="3566"/>
                    <a:pt x="30009" y="3737"/>
                    <a:pt x="30180" y="3737"/>
                  </a:cubicBezTo>
                  <a:cubicBezTo>
                    <a:pt x="30423" y="3737"/>
                    <a:pt x="30594" y="3566"/>
                    <a:pt x="30594" y="3324"/>
                  </a:cubicBezTo>
                  <a:cubicBezTo>
                    <a:pt x="30594" y="3152"/>
                    <a:pt x="30423" y="2967"/>
                    <a:pt x="30180" y="2967"/>
                  </a:cubicBezTo>
                  <a:cubicBezTo>
                    <a:pt x="30123" y="2967"/>
                    <a:pt x="30123" y="2967"/>
                    <a:pt x="30066" y="3024"/>
                  </a:cubicBezTo>
                  <a:lnTo>
                    <a:pt x="2702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rot="-5400000">
              <a:off x="8940152" y="3389472"/>
              <a:ext cx="230232" cy="93085"/>
            </a:xfrm>
            <a:custGeom>
              <a:avLst/>
              <a:gdLst/>
              <a:ahLst/>
              <a:cxnLst/>
              <a:rect l="l" t="t" r="r" b="b"/>
              <a:pathLst>
                <a:path w="5293" h="2140" extrusionOk="0">
                  <a:moveTo>
                    <a:pt x="4879" y="0"/>
                  </a:moveTo>
                  <a:cubicBezTo>
                    <a:pt x="4765" y="0"/>
                    <a:pt x="4579" y="114"/>
                    <a:pt x="4522" y="243"/>
                  </a:cubicBezTo>
                  <a:lnTo>
                    <a:pt x="1912" y="243"/>
                  </a:lnTo>
                  <a:lnTo>
                    <a:pt x="1" y="2140"/>
                  </a:lnTo>
                  <a:lnTo>
                    <a:pt x="357" y="2140"/>
                  </a:lnTo>
                  <a:lnTo>
                    <a:pt x="2026" y="471"/>
                  </a:lnTo>
                  <a:lnTo>
                    <a:pt x="4522" y="471"/>
                  </a:lnTo>
                  <a:cubicBezTo>
                    <a:pt x="4579" y="656"/>
                    <a:pt x="4765" y="770"/>
                    <a:pt x="4879" y="770"/>
                  </a:cubicBezTo>
                  <a:cubicBezTo>
                    <a:pt x="5121" y="770"/>
                    <a:pt x="5292" y="599"/>
                    <a:pt x="5292" y="357"/>
                  </a:cubicBezTo>
                  <a:cubicBezTo>
                    <a:pt x="5292" y="186"/>
                    <a:pt x="5121" y="0"/>
                    <a:pt x="487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rot="-5400000">
              <a:off x="8976450" y="3345735"/>
              <a:ext cx="196696" cy="54024"/>
            </a:xfrm>
            <a:custGeom>
              <a:avLst/>
              <a:gdLst/>
              <a:ahLst/>
              <a:cxnLst/>
              <a:rect l="l" t="t" r="r" b="b"/>
              <a:pathLst>
                <a:path w="4522" h="1242" extrusionOk="0">
                  <a:moveTo>
                    <a:pt x="4165" y="1"/>
                  </a:moveTo>
                  <a:cubicBezTo>
                    <a:pt x="3994" y="1"/>
                    <a:pt x="3866" y="115"/>
                    <a:pt x="3809" y="229"/>
                  </a:cubicBezTo>
                  <a:lnTo>
                    <a:pt x="1013" y="229"/>
                  </a:lnTo>
                  <a:lnTo>
                    <a:pt x="1" y="1242"/>
                  </a:lnTo>
                  <a:lnTo>
                    <a:pt x="357" y="1242"/>
                  </a:lnTo>
                  <a:lnTo>
                    <a:pt x="1142" y="471"/>
                  </a:lnTo>
                  <a:lnTo>
                    <a:pt x="3809" y="471"/>
                  </a:lnTo>
                  <a:cubicBezTo>
                    <a:pt x="3866" y="642"/>
                    <a:pt x="3994" y="771"/>
                    <a:pt x="4165" y="771"/>
                  </a:cubicBezTo>
                  <a:cubicBezTo>
                    <a:pt x="4351" y="771"/>
                    <a:pt x="4522" y="585"/>
                    <a:pt x="4522" y="357"/>
                  </a:cubicBezTo>
                  <a:cubicBezTo>
                    <a:pt x="4522" y="172"/>
                    <a:pt x="4351" y="1"/>
                    <a:pt x="4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3"/>
          <p:cNvGrpSpPr/>
          <p:nvPr/>
        </p:nvGrpSpPr>
        <p:grpSpPr>
          <a:xfrm rot="10800000" flipH="1">
            <a:off x="945475" y="3635300"/>
            <a:ext cx="2699775" cy="2633450"/>
            <a:chOff x="661125" y="2751225"/>
            <a:chExt cx="2699775" cy="2633450"/>
          </a:xfrm>
        </p:grpSpPr>
        <p:sp>
          <p:nvSpPr>
            <p:cNvPr id="90" name="Google Shape;90;p3"/>
            <p:cNvSpPr/>
            <p:nvPr/>
          </p:nvSpPr>
          <p:spPr>
            <a:xfrm>
              <a:off x="661125" y="2918175"/>
              <a:ext cx="78450" cy="888175"/>
            </a:xfrm>
            <a:custGeom>
              <a:avLst/>
              <a:gdLst/>
              <a:ahLst/>
              <a:cxnLst/>
              <a:rect l="l" t="t" r="r" b="b"/>
              <a:pathLst>
                <a:path w="3138" h="35527" extrusionOk="0">
                  <a:moveTo>
                    <a:pt x="1429" y="32996"/>
                  </a:moveTo>
                  <a:cubicBezTo>
                    <a:pt x="912" y="33169"/>
                    <a:pt x="534" y="33653"/>
                    <a:pt x="534" y="34228"/>
                  </a:cubicBezTo>
                  <a:cubicBezTo>
                    <a:pt x="534" y="34943"/>
                    <a:pt x="1117" y="35526"/>
                    <a:pt x="1840" y="35526"/>
                  </a:cubicBezTo>
                  <a:cubicBezTo>
                    <a:pt x="2555" y="35526"/>
                    <a:pt x="3138" y="34943"/>
                    <a:pt x="3138" y="34228"/>
                  </a:cubicBezTo>
                  <a:cubicBezTo>
                    <a:pt x="3138" y="33653"/>
                    <a:pt x="2768" y="33169"/>
                    <a:pt x="2243" y="32996"/>
                  </a:cubicBezTo>
                  <a:lnTo>
                    <a:pt x="2243" y="0"/>
                  </a:lnTo>
                  <a:lnTo>
                    <a:pt x="0" y="0"/>
                  </a:lnTo>
                  <a:lnTo>
                    <a:pt x="0" y="822"/>
                  </a:lnTo>
                  <a:lnTo>
                    <a:pt x="1429" y="822"/>
                  </a:ln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2366975" y="2751225"/>
              <a:ext cx="245625" cy="1823950"/>
            </a:xfrm>
            <a:custGeom>
              <a:avLst/>
              <a:gdLst/>
              <a:ahLst/>
              <a:cxnLst/>
              <a:rect l="l" t="t" r="r" b="b"/>
              <a:pathLst>
                <a:path w="9825" h="72958" extrusionOk="0">
                  <a:moveTo>
                    <a:pt x="822" y="0"/>
                  </a:moveTo>
                  <a:lnTo>
                    <a:pt x="1" y="0"/>
                  </a:lnTo>
                  <a:lnTo>
                    <a:pt x="1" y="13118"/>
                  </a:lnTo>
                  <a:lnTo>
                    <a:pt x="9003" y="22121"/>
                  </a:lnTo>
                  <a:lnTo>
                    <a:pt x="9003" y="49055"/>
                  </a:lnTo>
                  <a:lnTo>
                    <a:pt x="1627" y="56431"/>
                  </a:lnTo>
                  <a:lnTo>
                    <a:pt x="1627" y="70403"/>
                  </a:lnTo>
                  <a:cubicBezTo>
                    <a:pt x="1085" y="70559"/>
                    <a:pt x="682" y="71052"/>
                    <a:pt x="682" y="71652"/>
                  </a:cubicBezTo>
                  <a:cubicBezTo>
                    <a:pt x="682" y="72366"/>
                    <a:pt x="1266" y="72958"/>
                    <a:pt x="1988" y="72958"/>
                  </a:cubicBezTo>
                  <a:cubicBezTo>
                    <a:pt x="2711" y="72958"/>
                    <a:pt x="3294" y="72366"/>
                    <a:pt x="3294" y="71652"/>
                  </a:cubicBezTo>
                  <a:cubicBezTo>
                    <a:pt x="3294" y="71093"/>
                    <a:pt x="2941" y="70617"/>
                    <a:pt x="2440" y="70436"/>
                  </a:cubicBezTo>
                  <a:lnTo>
                    <a:pt x="2440" y="56768"/>
                  </a:lnTo>
                  <a:lnTo>
                    <a:pt x="9825" y="49392"/>
                  </a:lnTo>
                  <a:lnTo>
                    <a:pt x="9825" y="21784"/>
                  </a:lnTo>
                  <a:lnTo>
                    <a:pt x="822" y="12781"/>
                  </a:lnTo>
                  <a:lnTo>
                    <a:pt x="822" y="0"/>
                  </a:ln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2924300" y="2751225"/>
              <a:ext cx="264325" cy="2033625"/>
            </a:xfrm>
            <a:custGeom>
              <a:avLst/>
              <a:gdLst/>
              <a:ahLst/>
              <a:cxnLst/>
              <a:rect l="l" t="t" r="r" b="b"/>
              <a:pathLst>
                <a:path w="10573" h="81345" extrusionOk="0">
                  <a:moveTo>
                    <a:pt x="9751" y="23591"/>
                  </a:moveTo>
                  <a:lnTo>
                    <a:pt x="896" y="23591"/>
                  </a:lnTo>
                  <a:lnTo>
                    <a:pt x="896" y="78806"/>
                  </a:lnTo>
                  <a:cubicBezTo>
                    <a:pt x="370" y="78979"/>
                    <a:pt x="1" y="79463"/>
                    <a:pt x="1" y="80038"/>
                  </a:cubicBezTo>
                  <a:cubicBezTo>
                    <a:pt x="1" y="80753"/>
                    <a:pt x="584" y="81344"/>
                    <a:pt x="1298" y="81344"/>
                  </a:cubicBezTo>
                  <a:cubicBezTo>
                    <a:pt x="2021" y="81344"/>
                    <a:pt x="2605" y="80753"/>
                    <a:pt x="2605" y="80038"/>
                  </a:cubicBezTo>
                  <a:cubicBezTo>
                    <a:pt x="2605" y="79463"/>
                    <a:pt x="2227" y="78979"/>
                    <a:pt x="1709" y="78806"/>
                  </a:cubicBezTo>
                  <a:lnTo>
                    <a:pt x="1709" y="24404"/>
                  </a:lnTo>
                  <a:lnTo>
                    <a:pt x="10572" y="24404"/>
                  </a:lnTo>
                  <a:lnTo>
                    <a:pt x="10572" y="0"/>
                  </a:lnTo>
                  <a:lnTo>
                    <a:pt x="9751" y="0"/>
                  </a:ln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661125" y="4193000"/>
              <a:ext cx="136575" cy="1191675"/>
            </a:xfrm>
            <a:custGeom>
              <a:avLst/>
              <a:gdLst/>
              <a:ahLst/>
              <a:cxnLst/>
              <a:rect l="l" t="t" r="r" b="b"/>
              <a:pathLst>
                <a:path w="5463" h="47667" extrusionOk="0">
                  <a:moveTo>
                    <a:pt x="4567" y="45129"/>
                  </a:moveTo>
                  <a:lnTo>
                    <a:pt x="4567" y="0"/>
                  </a:lnTo>
                  <a:lnTo>
                    <a:pt x="0" y="0"/>
                  </a:lnTo>
                  <a:lnTo>
                    <a:pt x="0" y="822"/>
                  </a:lnTo>
                  <a:lnTo>
                    <a:pt x="3746" y="822"/>
                  </a:lnTo>
                  <a:lnTo>
                    <a:pt x="3746" y="45129"/>
                  </a:lnTo>
                  <a:cubicBezTo>
                    <a:pt x="3228" y="45301"/>
                    <a:pt x="2850" y="45786"/>
                    <a:pt x="2850" y="46361"/>
                  </a:cubicBezTo>
                  <a:cubicBezTo>
                    <a:pt x="2850" y="47084"/>
                    <a:pt x="3434" y="47667"/>
                    <a:pt x="4157" y="47667"/>
                  </a:cubicBezTo>
                  <a:cubicBezTo>
                    <a:pt x="4879" y="47667"/>
                    <a:pt x="5463" y="47084"/>
                    <a:pt x="5463" y="46361"/>
                  </a:cubicBezTo>
                  <a:cubicBezTo>
                    <a:pt x="5463" y="45786"/>
                    <a:pt x="5085" y="45301"/>
                    <a:pt x="4567" y="45129"/>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661125" y="4097725"/>
              <a:ext cx="210700" cy="779125"/>
            </a:xfrm>
            <a:custGeom>
              <a:avLst/>
              <a:gdLst/>
              <a:ahLst/>
              <a:cxnLst/>
              <a:rect l="l" t="t" r="r" b="b"/>
              <a:pathLst>
                <a:path w="8428" h="31165" extrusionOk="0">
                  <a:moveTo>
                    <a:pt x="7532" y="28626"/>
                  </a:moveTo>
                  <a:lnTo>
                    <a:pt x="7532" y="0"/>
                  </a:lnTo>
                  <a:lnTo>
                    <a:pt x="0" y="0"/>
                  </a:lnTo>
                  <a:lnTo>
                    <a:pt x="0" y="813"/>
                  </a:lnTo>
                  <a:lnTo>
                    <a:pt x="6711" y="813"/>
                  </a:lnTo>
                  <a:lnTo>
                    <a:pt x="6711" y="28626"/>
                  </a:lnTo>
                  <a:cubicBezTo>
                    <a:pt x="6194" y="28799"/>
                    <a:pt x="5816" y="29283"/>
                    <a:pt x="5816" y="29858"/>
                  </a:cubicBezTo>
                  <a:cubicBezTo>
                    <a:pt x="5816" y="30581"/>
                    <a:pt x="6399" y="31164"/>
                    <a:pt x="7122" y="31164"/>
                  </a:cubicBezTo>
                  <a:cubicBezTo>
                    <a:pt x="7845" y="31164"/>
                    <a:pt x="8428" y="30581"/>
                    <a:pt x="8428" y="29858"/>
                  </a:cubicBezTo>
                  <a:cubicBezTo>
                    <a:pt x="8428" y="29283"/>
                    <a:pt x="8050" y="28799"/>
                    <a:pt x="7532" y="28626"/>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661125" y="3995450"/>
              <a:ext cx="293250" cy="1116525"/>
            </a:xfrm>
            <a:custGeom>
              <a:avLst/>
              <a:gdLst/>
              <a:ahLst/>
              <a:cxnLst/>
              <a:rect l="l" t="t" r="r" b="b"/>
              <a:pathLst>
                <a:path w="11730" h="44661" extrusionOk="0">
                  <a:moveTo>
                    <a:pt x="10835" y="42122"/>
                  </a:moveTo>
                  <a:lnTo>
                    <a:pt x="10835" y="0"/>
                  </a:lnTo>
                  <a:lnTo>
                    <a:pt x="0" y="0"/>
                  </a:lnTo>
                  <a:lnTo>
                    <a:pt x="0" y="814"/>
                  </a:lnTo>
                  <a:lnTo>
                    <a:pt x="10021" y="814"/>
                  </a:lnTo>
                  <a:lnTo>
                    <a:pt x="10021" y="42122"/>
                  </a:lnTo>
                  <a:cubicBezTo>
                    <a:pt x="9496" y="42295"/>
                    <a:pt x="9126" y="42780"/>
                    <a:pt x="9126" y="43355"/>
                  </a:cubicBezTo>
                  <a:cubicBezTo>
                    <a:pt x="9126" y="44077"/>
                    <a:pt x="9709" y="44661"/>
                    <a:pt x="10424" y="44661"/>
                  </a:cubicBezTo>
                  <a:cubicBezTo>
                    <a:pt x="11147" y="44661"/>
                    <a:pt x="11730" y="44077"/>
                    <a:pt x="11730" y="43355"/>
                  </a:cubicBezTo>
                  <a:cubicBezTo>
                    <a:pt x="11730" y="42780"/>
                    <a:pt x="11352" y="42295"/>
                    <a:pt x="10835" y="4212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661125" y="3906725"/>
              <a:ext cx="388750" cy="833775"/>
            </a:xfrm>
            <a:custGeom>
              <a:avLst/>
              <a:gdLst/>
              <a:ahLst/>
              <a:cxnLst/>
              <a:rect l="l" t="t" r="r" b="b"/>
              <a:pathLst>
                <a:path w="15550" h="33351" extrusionOk="0">
                  <a:moveTo>
                    <a:pt x="14654" y="30812"/>
                  </a:moveTo>
                  <a:lnTo>
                    <a:pt x="14654" y="1"/>
                  </a:lnTo>
                  <a:lnTo>
                    <a:pt x="0" y="1"/>
                  </a:lnTo>
                  <a:lnTo>
                    <a:pt x="0" y="822"/>
                  </a:lnTo>
                  <a:lnTo>
                    <a:pt x="13833" y="822"/>
                  </a:lnTo>
                  <a:lnTo>
                    <a:pt x="13833" y="30812"/>
                  </a:lnTo>
                  <a:cubicBezTo>
                    <a:pt x="13315" y="30985"/>
                    <a:pt x="12946" y="31469"/>
                    <a:pt x="12946" y="32044"/>
                  </a:cubicBezTo>
                  <a:cubicBezTo>
                    <a:pt x="12946" y="32767"/>
                    <a:pt x="13529" y="33350"/>
                    <a:pt x="14243" y="33350"/>
                  </a:cubicBezTo>
                  <a:cubicBezTo>
                    <a:pt x="14966" y="33350"/>
                    <a:pt x="15549" y="32767"/>
                    <a:pt x="15549" y="32044"/>
                  </a:cubicBezTo>
                  <a:cubicBezTo>
                    <a:pt x="15549" y="31469"/>
                    <a:pt x="15172" y="30985"/>
                    <a:pt x="14654" y="3081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661125" y="2832325"/>
              <a:ext cx="487100" cy="2112700"/>
            </a:xfrm>
            <a:custGeom>
              <a:avLst/>
              <a:gdLst/>
              <a:ahLst/>
              <a:cxnLst/>
              <a:rect l="l" t="t" r="r" b="b"/>
              <a:pathLst>
                <a:path w="19484" h="84508" extrusionOk="0">
                  <a:moveTo>
                    <a:pt x="18589" y="81969"/>
                  </a:moveTo>
                  <a:lnTo>
                    <a:pt x="18589" y="39724"/>
                  </a:lnTo>
                  <a:lnTo>
                    <a:pt x="5191" y="39724"/>
                  </a:lnTo>
                  <a:lnTo>
                    <a:pt x="5191" y="1"/>
                  </a:lnTo>
                  <a:lnTo>
                    <a:pt x="0" y="1"/>
                  </a:lnTo>
                  <a:lnTo>
                    <a:pt x="0" y="814"/>
                  </a:lnTo>
                  <a:lnTo>
                    <a:pt x="4370" y="814"/>
                  </a:lnTo>
                  <a:lnTo>
                    <a:pt x="4370" y="40546"/>
                  </a:lnTo>
                  <a:lnTo>
                    <a:pt x="17767" y="40546"/>
                  </a:lnTo>
                  <a:lnTo>
                    <a:pt x="17767" y="81969"/>
                  </a:lnTo>
                  <a:cubicBezTo>
                    <a:pt x="17250" y="82142"/>
                    <a:pt x="16872" y="82626"/>
                    <a:pt x="16872" y="83201"/>
                  </a:cubicBezTo>
                  <a:cubicBezTo>
                    <a:pt x="16872" y="83924"/>
                    <a:pt x="17463" y="84507"/>
                    <a:pt x="18178" y="84507"/>
                  </a:cubicBezTo>
                  <a:cubicBezTo>
                    <a:pt x="18901" y="84507"/>
                    <a:pt x="19484" y="83924"/>
                    <a:pt x="19484" y="83201"/>
                  </a:cubicBezTo>
                  <a:cubicBezTo>
                    <a:pt x="19484" y="82626"/>
                    <a:pt x="19106" y="82142"/>
                    <a:pt x="18589" y="81969"/>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861750" y="2751225"/>
              <a:ext cx="410725" cy="2406750"/>
            </a:xfrm>
            <a:custGeom>
              <a:avLst/>
              <a:gdLst/>
              <a:ahLst/>
              <a:cxnLst/>
              <a:rect l="l" t="t" r="r" b="b"/>
              <a:pathLst>
                <a:path w="16429" h="96270" extrusionOk="0">
                  <a:moveTo>
                    <a:pt x="15533" y="93731"/>
                  </a:moveTo>
                  <a:lnTo>
                    <a:pt x="15533" y="38730"/>
                  </a:lnTo>
                  <a:lnTo>
                    <a:pt x="822" y="38730"/>
                  </a:lnTo>
                  <a:lnTo>
                    <a:pt x="822" y="0"/>
                  </a:lnTo>
                  <a:lnTo>
                    <a:pt x="0" y="0"/>
                  </a:lnTo>
                  <a:lnTo>
                    <a:pt x="0" y="39543"/>
                  </a:lnTo>
                  <a:lnTo>
                    <a:pt x="14720" y="39543"/>
                  </a:lnTo>
                  <a:lnTo>
                    <a:pt x="14720" y="93731"/>
                  </a:lnTo>
                  <a:cubicBezTo>
                    <a:pt x="14202" y="93904"/>
                    <a:pt x="13825" y="94388"/>
                    <a:pt x="13825" y="94963"/>
                  </a:cubicBezTo>
                  <a:cubicBezTo>
                    <a:pt x="13825" y="95686"/>
                    <a:pt x="14408" y="96270"/>
                    <a:pt x="15131" y="96270"/>
                  </a:cubicBezTo>
                  <a:cubicBezTo>
                    <a:pt x="15845" y="96270"/>
                    <a:pt x="16429" y="95686"/>
                    <a:pt x="16429" y="94963"/>
                  </a:cubicBezTo>
                  <a:cubicBezTo>
                    <a:pt x="16429" y="94388"/>
                    <a:pt x="16051" y="93904"/>
                    <a:pt x="15533" y="93731"/>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949025" y="2751225"/>
              <a:ext cx="421200" cy="1823950"/>
            </a:xfrm>
            <a:custGeom>
              <a:avLst/>
              <a:gdLst/>
              <a:ahLst/>
              <a:cxnLst/>
              <a:rect l="l" t="t" r="r" b="b"/>
              <a:pathLst>
                <a:path w="16848" h="72958" extrusionOk="0">
                  <a:moveTo>
                    <a:pt x="15952" y="70420"/>
                  </a:moveTo>
                  <a:lnTo>
                    <a:pt x="15952" y="33924"/>
                  </a:lnTo>
                  <a:lnTo>
                    <a:pt x="822" y="33924"/>
                  </a:lnTo>
                  <a:lnTo>
                    <a:pt x="822" y="0"/>
                  </a:lnTo>
                  <a:lnTo>
                    <a:pt x="0" y="0"/>
                  </a:lnTo>
                  <a:lnTo>
                    <a:pt x="0" y="34738"/>
                  </a:lnTo>
                  <a:lnTo>
                    <a:pt x="15139" y="34738"/>
                  </a:lnTo>
                  <a:lnTo>
                    <a:pt x="15139" y="70420"/>
                  </a:lnTo>
                  <a:cubicBezTo>
                    <a:pt x="14621" y="70592"/>
                    <a:pt x="14244" y="71077"/>
                    <a:pt x="14244" y="71652"/>
                  </a:cubicBezTo>
                  <a:cubicBezTo>
                    <a:pt x="14244" y="72375"/>
                    <a:pt x="14827" y="72958"/>
                    <a:pt x="15550" y="72958"/>
                  </a:cubicBezTo>
                  <a:cubicBezTo>
                    <a:pt x="16264" y="72958"/>
                    <a:pt x="16847" y="72375"/>
                    <a:pt x="16847" y="71652"/>
                  </a:cubicBezTo>
                  <a:cubicBezTo>
                    <a:pt x="16847" y="71077"/>
                    <a:pt x="16470" y="70592"/>
                    <a:pt x="15952" y="70420"/>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1249050" y="2751225"/>
              <a:ext cx="264500" cy="561050"/>
            </a:xfrm>
            <a:custGeom>
              <a:avLst/>
              <a:gdLst/>
              <a:ahLst/>
              <a:cxnLst/>
              <a:rect l="l" t="t" r="r" b="b"/>
              <a:pathLst>
                <a:path w="10580" h="22442" extrusionOk="0">
                  <a:moveTo>
                    <a:pt x="9274" y="22441"/>
                  </a:moveTo>
                  <a:cubicBezTo>
                    <a:pt x="9997" y="22441"/>
                    <a:pt x="10580" y="21850"/>
                    <a:pt x="10580" y="21135"/>
                  </a:cubicBezTo>
                  <a:cubicBezTo>
                    <a:pt x="10580" y="20412"/>
                    <a:pt x="9997" y="19829"/>
                    <a:pt x="9274" y="19829"/>
                  </a:cubicBezTo>
                  <a:cubicBezTo>
                    <a:pt x="8600" y="19829"/>
                    <a:pt x="8050" y="20338"/>
                    <a:pt x="7984" y="20995"/>
                  </a:cubicBezTo>
                  <a:lnTo>
                    <a:pt x="822" y="20995"/>
                  </a:lnTo>
                  <a:lnTo>
                    <a:pt x="822" y="0"/>
                  </a:lnTo>
                  <a:lnTo>
                    <a:pt x="0" y="0"/>
                  </a:lnTo>
                  <a:lnTo>
                    <a:pt x="0" y="21817"/>
                  </a:lnTo>
                  <a:lnTo>
                    <a:pt x="8165" y="21817"/>
                  </a:lnTo>
                  <a:cubicBezTo>
                    <a:pt x="8395" y="22187"/>
                    <a:pt x="8806" y="22433"/>
                    <a:pt x="9274" y="22441"/>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1966325" y="2751225"/>
              <a:ext cx="65325" cy="499650"/>
            </a:xfrm>
            <a:custGeom>
              <a:avLst/>
              <a:gdLst/>
              <a:ahLst/>
              <a:cxnLst/>
              <a:rect l="l" t="t" r="r" b="b"/>
              <a:pathLst>
                <a:path w="2613" h="19986" extrusionOk="0">
                  <a:moveTo>
                    <a:pt x="1718" y="17447"/>
                  </a:moveTo>
                  <a:lnTo>
                    <a:pt x="1718" y="0"/>
                  </a:lnTo>
                  <a:lnTo>
                    <a:pt x="896" y="0"/>
                  </a:lnTo>
                  <a:lnTo>
                    <a:pt x="896" y="17447"/>
                  </a:lnTo>
                  <a:cubicBezTo>
                    <a:pt x="379" y="17619"/>
                    <a:pt x="1" y="18104"/>
                    <a:pt x="1" y="18679"/>
                  </a:cubicBezTo>
                  <a:cubicBezTo>
                    <a:pt x="1" y="19402"/>
                    <a:pt x="584" y="19985"/>
                    <a:pt x="1307" y="19985"/>
                  </a:cubicBezTo>
                  <a:cubicBezTo>
                    <a:pt x="2030" y="19985"/>
                    <a:pt x="2613" y="19402"/>
                    <a:pt x="2613" y="18679"/>
                  </a:cubicBezTo>
                  <a:cubicBezTo>
                    <a:pt x="2613" y="18104"/>
                    <a:pt x="2235" y="17619"/>
                    <a:pt x="1718" y="17447"/>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2491225" y="2751225"/>
              <a:ext cx="370275" cy="226925"/>
            </a:xfrm>
            <a:custGeom>
              <a:avLst/>
              <a:gdLst/>
              <a:ahLst/>
              <a:cxnLst/>
              <a:rect l="l" t="t" r="r" b="b"/>
              <a:pathLst>
                <a:path w="14811" h="9077" extrusionOk="0">
                  <a:moveTo>
                    <a:pt x="1306" y="9077"/>
                  </a:moveTo>
                  <a:cubicBezTo>
                    <a:pt x="1881" y="9077"/>
                    <a:pt x="2366" y="8699"/>
                    <a:pt x="2538" y="8181"/>
                  </a:cubicBezTo>
                  <a:lnTo>
                    <a:pt x="14810" y="8181"/>
                  </a:lnTo>
                  <a:lnTo>
                    <a:pt x="14810" y="0"/>
                  </a:lnTo>
                  <a:lnTo>
                    <a:pt x="13989" y="0"/>
                  </a:lnTo>
                  <a:lnTo>
                    <a:pt x="13989" y="7360"/>
                  </a:lnTo>
                  <a:lnTo>
                    <a:pt x="2538" y="7360"/>
                  </a:lnTo>
                  <a:cubicBezTo>
                    <a:pt x="2366" y="6843"/>
                    <a:pt x="1881" y="6465"/>
                    <a:pt x="1306" y="6465"/>
                  </a:cubicBezTo>
                  <a:cubicBezTo>
                    <a:pt x="592" y="6465"/>
                    <a:pt x="0" y="7048"/>
                    <a:pt x="0" y="7771"/>
                  </a:cubicBezTo>
                  <a:cubicBezTo>
                    <a:pt x="0" y="8494"/>
                    <a:pt x="583" y="9077"/>
                    <a:pt x="1306" y="9077"/>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2491225" y="2751225"/>
              <a:ext cx="298600" cy="123850"/>
            </a:xfrm>
            <a:custGeom>
              <a:avLst/>
              <a:gdLst/>
              <a:ahLst/>
              <a:cxnLst/>
              <a:rect l="l" t="t" r="r" b="b"/>
              <a:pathLst>
                <a:path w="11944" h="4954" extrusionOk="0">
                  <a:moveTo>
                    <a:pt x="1306" y="4953"/>
                  </a:moveTo>
                  <a:cubicBezTo>
                    <a:pt x="1881" y="4953"/>
                    <a:pt x="2366" y="4584"/>
                    <a:pt x="2538" y="4058"/>
                  </a:cubicBezTo>
                  <a:lnTo>
                    <a:pt x="11943" y="4058"/>
                  </a:lnTo>
                  <a:lnTo>
                    <a:pt x="11943" y="0"/>
                  </a:lnTo>
                  <a:lnTo>
                    <a:pt x="11122" y="0"/>
                  </a:lnTo>
                  <a:lnTo>
                    <a:pt x="11122" y="3245"/>
                  </a:lnTo>
                  <a:lnTo>
                    <a:pt x="2538" y="3245"/>
                  </a:lnTo>
                  <a:cubicBezTo>
                    <a:pt x="2366" y="2727"/>
                    <a:pt x="1881" y="2349"/>
                    <a:pt x="1306" y="2349"/>
                  </a:cubicBezTo>
                  <a:cubicBezTo>
                    <a:pt x="592" y="2349"/>
                    <a:pt x="0" y="2933"/>
                    <a:pt x="0" y="3655"/>
                  </a:cubicBezTo>
                  <a:cubicBezTo>
                    <a:pt x="0" y="4370"/>
                    <a:pt x="583" y="4953"/>
                    <a:pt x="1306" y="495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1328100" y="2751225"/>
              <a:ext cx="333525" cy="123850"/>
            </a:xfrm>
            <a:custGeom>
              <a:avLst/>
              <a:gdLst/>
              <a:ahLst/>
              <a:cxnLst/>
              <a:rect l="l" t="t" r="r" b="b"/>
              <a:pathLst>
                <a:path w="13341" h="4954" extrusionOk="0">
                  <a:moveTo>
                    <a:pt x="1307" y="4953"/>
                  </a:moveTo>
                  <a:cubicBezTo>
                    <a:pt x="1882" y="4953"/>
                    <a:pt x="2366" y="4584"/>
                    <a:pt x="2539" y="4058"/>
                  </a:cubicBezTo>
                  <a:lnTo>
                    <a:pt x="13340" y="4058"/>
                  </a:lnTo>
                  <a:lnTo>
                    <a:pt x="13340" y="0"/>
                  </a:lnTo>
                  <a:lnTo>
                    <a:pt x="12519" y="0"/>
                  </a:lnTo>
                  <a:lnTo>
                    <a:pt x="12519" y="3245"/>
                  </a:lnTo>
                  <a:lnTo>
                    <a:pt x="2539" y="3245"/>
                  </a:lnTo>
                  <a:cubicBezTo>
                    <a:pt x="2366" y="2727"/>
                    <a:pt x="1882" y="2349"/>
                    <a:pt x="1307" y="2349"/>
                  </a:cubicBezTo>
                  <a:cubicBezTo>
                    <a:pt x="584" y="2349"/>
                    <a:pt x="1" y="2933"/>
                    <a:pt x="1" y="3655"/>
                  </a:cubicBezTo>
                  <a:cubicBezTo>
                    <a:pt x="1" y="4370"/>
                    <a:pt x="584" y="4953"/>
                    <a:pt x="1307" y="495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045750" y="2751225"/>
              <a:ext cx="421600" cy="1989275"/>
            </a:xfrm>
            <a:custGeom>
              <a:avLst/>
              <a:gdLst/>
              <a:ahLst/>
              <a:cxnLst/>
              <a:rect l="l" t="t" r="r" b="b"/>
              <a:pathLst>
                <a:path w="16864" h="79571" extrusionOk="0">
                  <a:moveTo>
                    <a:pt x="15968" y="77032"/>
                  </a:moveTo>
                  <a:lnTo>
                    <a:pt x="15968" y="29628"/>
                  </a:lnTo>
                  <a:lnTo>
                    <a:pt x="822" y="29628"/>
                  </a:lnTo>
                  <a:lnTo>
                    <a:pt x="822" y="0"/>
                  </a:lnTo>
                  <a:lnTo>
                    <a:pt x="0" y="0"/>
                  </a:lnTo>
                  <a:lnTo>
                    <a:pt x="0" y="30442"/>
                  </a:lnTo>
                  <a:lnTo>
                    <a:pt x="15155" y="30442"/>
                  </a:lnTo>
                  <a:lnTo>
                    <a:pt x="15155" y="77032"/>
                  </a:lnTo>
                  <a:cubicBezTo>
                    <a:pt x="14638" y="77205"/>
                    <a:pt x="14260" y="77689"/>
                    <a:pt x="14260" y="78264"/>
                  </a:cubicBezTo>
                  <a:cubicBezTo>
                    <a:pt x="14260" y="78987"/>
                    <a:pt x="14843" y="79570"/>
                    <a:pt x="15566" y="79570"/>
                  </a:cubicBezTo>
                  <a:cubicBezTo>
                    <a:pt x="16280" y="79570"/>
                    <a:pt x="16864" y="78987"/>
                    <a:pt x="16864" y="78264"/>
                  </a:cubicBezTo>
                  <a:cubicBezTo>
                    <a:pt x="16864" y="77689"/>
                    <a:pt x="16486" y="77205"/>
                    <a:pt x="15977" y="7703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1158675" y="2751225"/>
              <a:ext cx="426350" cy="2248225"/>
            </a:xfrm>
            <a:custGeom>
              <a:avLst/>
              <a:gdLst/>
              <a:ahLst/>
              <a:cxnLst/>
              <a:rect l="l" t="t" r="r" b="b"/>
              <a:pathLst>
                <a:path w="17054" h="89929" extrusionOk="0">
                  <a:moveTo>
                    <a:pt x="16158" y="87398"/>
                  </a:moveTo>
                  <a:lnTo>
                    <a:pt x="16158" y="25226"/>
                  </a:lnTo>
                  <a:lnTo>
                    <a:pt x="822" y="25226"/>
                  </a:lnTo>
                  <a:lnTo>
                    <a:pt x="822" y="0"/>
                  </a:lnTo>
                  <a:lnTo>
                    <a:pt x="1" y="0"/>
                  </a:lnTo>
                  <a:lnTo>
                    <a:pt x="1" y="26039"/>
                  </a:lnTo>
                  <a:lnTo>
                    <a:pt x="15345" y="26039"/>
                  </a:lnTo>
                  <a:lnTo>
                    <a:pt x="15345" y="87398"/>
                  </a:lnTo>
                  <a:cubicBezTo>
                    <a:pt x="14819" y="87571"/>
                    <a:pt x="14449" y="88047"/>
                    <a:pt x="14449" y="88630"/>
                  </a:cubicBezTo>
                  <a:cubicBezTo>
                    <a:pt x="14449" y="89345"/>
                    <a:pt x="15033" y="89928"/>
                    <a:pt x="15747" y="89928"/>
                  </a:cubicBezTo>
                  <a:cubicBezTo>
                    <a:pt x="16470" y="89928"/>
                    <a:pt x="17053" y="89345"/>
                    <a:pt x="17053" y="88630"/>
                  </a:cubicBezTo>
                  <a:cubicBezTo>
                    <a:pt x="17053" y="88047"/>
                    <a:pt x="16676" y="87571"/>
                    <a:pt x="16158" y="8739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1353975" y="2751225"/>
              <a:ext cx="389575" cy="1484725"/>
            </a:xfrm>
            <a:custGeom>
              <a:avLst/>
              <a:gdLst/>
              <a:ahLst/>
              <a:cxnLst/>
              <a:rect l="l" t="t" r="r" b="b"/>
              <a:pathLst>
                <a:path w="15583" h="59389" extrusionOk="0">
                  <a:moveTo>
                    <a:pt x="14671" y="56850"/>
                  </a:moveTo>
                  <a:lnTo>
                    <a:pt x="14671" y="26022"/>
                  </a:lnTo>
                  <a:lnTo>
                    <a:pt x="822" y="12174"/>
                  </a:lnTo>
                  <a:lnTo>
                    <a:pt x="822" y="7713"/>
                  </a:lnTo>
                  <a:lnTo>
                    <a:pt x="15229" y="7713"/>
                  </a:lnTo>
                  <a:lnTo>
                    <a:pt x="15229" y="0"/>
                  </a:lnTo>
                  <a:lnTo>
                    <a:pt x="14408" y="0"/>
                  </a:lnTo>
                  <a:lnTo>
                    <a:pt x="14408" y="6892"/>
                  </a:lnTo>
                  <a:lnTo>
                    <a:pt x="1" y="6892"/>
                  </a:lnTo>
                  <a:lnTo>
                    <a:pt x="1" y="12510"/>
                  </a:lnTo>
                  <a:lnTo>
                    <a:pt x="13849" y="26359"/>
                  </a:lnTo>
                  <a:lnTo>
                    <a:pt x="13849" y="56858"/>
                  </a:lnTo>
                  <a:cubicBezTo>
                    <a:pt x="13340" y="57031"/>
                    <a:pt x="12979" y="57515"/>
                    <a:pt x="12979" y="58082"/>
                  </a:cubicBezTo>
                  <a:cubicBezTo>
                    <a:pt x="12979" y="58805"/>
                    <a:pt x="13554" y="59388"/>
                    <a:pt x="14277" y="59388"/>
                  </a:cubicBezTo>
                  <a:cubicBezTo>
                    <a:pt x="14999" y="59388"/>
                    <a:pt x="15583" y="58805"/>
                    <a:pt x="15583" y="58082"/>
                  </a:cubicBezTo>
                  <a:cubicBezTo>
                    <a:pt x="15583" y="57499"/>
                    <a:pt x="15197" y="57014"/>
                    <a:pt x="14671" y="56850"/>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1502025" y="2751225"/>
              <a:ext cx="382600" cy="1870775"/>
            </a:xfrm>
            <a:custGeom>
              <a:avLst/>
              <a:gdLst/>
              <a:ahLst/>
              <a:cxnLst/>
              <a:rect l="l" t="t" r="r" b="b"/>
              <a:pathLst>
                <a:path w="15304" h="74831" extrusionOk="0">
                  <a:moveTo>
                    <a:pt x="14408" y="72293"/>
                  </a:moveTo>
                  <a:lnTo>
                    <a:pt x="14408" y="24971"/>
                  </a:lnTo>
                  <a:lnTo>
                    <a:pt x="1980" y="12543"/>
                  </a:lnTo>
                  <a:lnTo>
                    <a:pt x="12856" y="12543"/>
                  </a:lnTo>
                  <a:lnTo>
                    <a:pt x="12856" y="0"/>
                  </a:lnTo>
                  <a:lnTo>
                    <a:pt x="12035" y="0"/>
                  </a:lnTo>
                  <a:lnTo>
                    <a:pt x="12035" y="11730"/>
                  </a:lnTo>
                  <a:lnTo>
                    <a:pt x="1" y="11730"/>
                  </a:lnTo>
                  <a:lnTo>
                    <a:pt x="13587" y="25308"/>
                  </a:lnTo>
                  <a:lnTo>
                    <a:pt x="13587" y="72293"/>
                  </a:lnTo>
                  <a:cubicBezTo>
                    <a:pt x="13069" y="72465"/>
                    <a:pt x="12692" y="72950"/>
                    <a:pt x="12692" y="73525"/>
                  </a:cubicBezTo>
                  <a:cubicBezTo>
                    <a:pt x="12692" y="74247"/>
                    <a:pt x="13283" y="74831"/>
                    <a:pt x="13998" y="74831"/>
                  </a:cubicBezTo>
                  <a:cubicBezTo>
                    <a:pt x="14721" y="74831"/>
                    <a:pt x="15304" y="74247"/>
                    <a:pt x="15304" y="73525"/>
                  </a:cubicBezTo>
                  <a:cubicBezTo>
                    <a:pt x="15304" y="72950"/>
                    <a:pt x="14926" y="72465"/>
                    <a:pt x="14408" y="7229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1725450" y="2751225"/>
              <a:ext cx="288975" cy="1665425"/>
            </a:xfrm>
            <a:custGeom>
              <a:avLst/>
              <a:gdLst/>
              <a:ahLst/>
              <a:cxnLst/>
              <a:rect l="l" t="t" r="r" b="b"/>
              <a:pathLst>
                <a:path w="11559" h="66617" extrusionOk="0">
                  <a:moveTo>
                    <a:pt x="10663" y="64078"/>
                  </a:moveTo>
                  <a:lnTo>
                    <a:pt x="10663" y="24774"/>
                  </a:lnTo>
                  <a:lnTo>
                    <a:pt x="1972" y="16092"/>
                  </a:lnTo>
                  <a:lnTo>
                    <a:pt x="7673" y="16092"/>
                  </a:lnTo>
                  <a:lnTo>
                    <a:pt x="7673" y="0"/>
                  </a:lnTo>
                  <a:lnTo>
                    <a:pt x="6851" y="0"/>
                  </a:lnTo>
                  <a:lnTo>
                    <a:pt x="6851" y="15270"/>
                  </a:lnTo>
                  <a:lnTo>
                    <a:pt x="1" y="15270"/>
                  </a:lnTo>
                  <a:lnTo>
                    <a:pt x="9841" y="25111"/>
                  </a:lnTo>
                  <a:lnTo>
                    <a:pt x="9841" y="64078"/>
                  </a:lnTo>
                  <a:cubicBezTo>
                    <a:pt x="9324" y="64251"/>
                    <a:pt x="8946" y="64736"/>
                    <a:pt x="8946" y="65311"/>
                  </a:cubicBezTo>
                  <a:cubicBezTo>
                    <a:pt x="8946" y="66033"/>
                    <a:pt x="9529" y="66617"/>
                    <a:pt x="10252" y="66617"/>
                  </a:cubicBezTo>
                  <a:cubicBezTo>
                    <a:pt x="10975" y="66617"/>
                    <a:pt x="11558" y="66033"/>
                    <a:pt x="11558" y="65311"/>
                  </a:cubicBezTo>
                  <a:cubicBezTo>
                    <a:pt x="11558" y="64736"/>
                    <a:pt x="11180" y="64251"/>
                    <a:pt x="10663" y="6407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a:off x="2128975" y="2751225"/>
              <a:ext cx="197150" cy="2033425"/>
            </a:xfrm>
            <a:custGeom>
              <a:avLst/>
              <a:gdLst/>
              <a:ahLst/>
              <a:cxnLst/>
              <a:rect l="l" t="t" r="r" b="b"/>
              <a:pathLst>
                <a:path w="7886" h="81337" extrusionOk="0">
                  <a:moveTo>
                    <a:pt x="1684" y="78798"/>
                  </a:moveTo>
                  <a:lnTo>
                    <a:pt x="1684" y="49318"/>
                  </a:lnTo>
                  <a:lnTo>
                    <a:pt x="7886" y="43116"/>
                  </a:lnTo>
                  <a:lnTo>
                    <a:pt x="7886" y="25061"/>
                  </a:lnTo>
                  <a:lnTo>
                    <a:pt x="1339" y="18515"/>
                  </a:lnTo>
                  <a:lnTo>
                    <a:pt x="1339" y="0"/>
                  </a:lnTo>
                  <a:lnTo>
                    <a:pt x="518" y="0"/>
                  </a:lnTo>
                  <a:lnTo>
                    <a:pt x="518" y="18852"/>
                  </a:lnTo>
                  <a:lnTo>
                    <a:pt x="7065" y="25398"/>
                  </a:lnTo>
                  <a:lnTo>
                    <a:pt x="7065" y="42779"/>
                  </a:lnTo>
                  <a:lnTo>
                    <a:pt x="863" y="48981"/>
                  </a:lnTo>
                  <a:lnTo>
                    <a:pt x="863" y="78815"/>
                  </a:lnTo>
                  <a:cubicBezTo>
                    <a:pt x="362" y="78995"/>
                    <a:pt x="0" y="79472"/>
                    <a:pt x="0" y="80038"/>
                  </a:cubicBezTo>
                  <a:cubicBezTo>
                    <a:pt x="0" y="80753"/>
                    <a:pt x="584" y="81336"/>
                    <a:pt x="1307" y="81336"/>
                  </a:cubicBezTo>
                  <a:cubicBezTo>
                    <a:pt x="2021" y="81336"/>
                    <a:pt x="2604" y="80753"/>
                    <a:pt x="2604" y="80038"/>
                  </a:cubicBezTo>
                  <a:cubicBezTo>
                    <a:pt x="2604" y="79447"/>
                    <a:pt x="2218" y="78962"/>
                    <a:pt x="1684" y="7879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2048075" y="2751225"/>
              <a:ext cx="194275" cy="2304475"/>
            </a:xfrm>
            <a:custGeom>
              <a:avLst/>
              <a:gdLst/>
              <a:ahLst/>
              <a:cxnLst/>
              <a:rect l="l" t="t" r="r" b="b"/>
              <a:pathLst>
                <a:path w="7771" h="92179" extrusionOk="0">
                  <a:moveTo>
                    <a:pt x="1709" y="89641"/>
                  </a:moveTo>
                  <a:lnTo>
                    <a:pt x="1709" y="47133"/>
                  </a:lnTo>
                  <a:lnTo>
                    <a:pt x="7771" y="41071"/>
                  </a:lnTo>
                  <a:lnTo>
                    <a:pt x="7771" y="26540"/>
                  </a:lnTo>
                  <a:lnTo>
                    <a:pt x="1380" y="20149"/>
                  </a:lnTo>
                  <a:lnTo>
                    <a:pt x="1380" y="0"/>
                  </a:lnTo>
                  <a:lnTo>
                    <a:pt x="559" y="0"/>
                  </a:lnTo>
                  <a:lnTo>
                    <a:pt x="559" y="20486"/>
                  </a:lnTo>
                  <a:lnTo>
                    <a:pt x="6949" y="26877"/>
                  </a:lnTo>
                  <a:lnTo>
                    <a:pt x="6949" y="40734"/>
                  </a:lnTo>
                  <a:lnTo>
                    <a:pt x="895" y="46796"/>
                  </a:lnTo>
                  <a:lnTo>
                    <a:pt x="895" y="89641"/>
                  </a:lnTo>
                  <a:cubicBezTo>
                    <a:pt x="370" y="89813"/>
                    <a:pt x="0" y="90298"/>
                    <a:pt x="0" y="90873"/>
                  </a:cubicBezTo>
                  <a:cubicBezTo>
                    <a:pt x="0" y="91596"/>
                    <a:pt x="583" y="92179"/>
                    <a:pt x="1298" y="92179"/>
                  </a:cubicBezTo>
                  <a:cubicBezTo>
                    <a:pt x="2021" y="92179"/>
                    <a:pt x="2604" y="91596"/>
                    <a:pt x="2604" y="90873"/>
                  </a:cubicBezTo>
                  <a:cubicBezTo>
                    <a:pt x="2604" y="90298"/>
                    <a:pt x="2226" y="89813"/>
                    <a:pt x="1709" y="89641"/>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2216650" y="2751225"/>
              <a:ext cx="202300" cy="2193800"/>
            </a:xfrm>
            <a:custGeom>
              <a:avLst/>
              <a:gdLst/>
              <a:ahLst/>
              <a:cxnLst/>
              <a:rect l="l" t="t" r="r" b="b"/>
              <a:pathLst>
                <a:path w="8092" h="87752" extrusionOk="0">
                  <a:moveTo>
                    <a:pt x="1685" y="85205"/>
                  </a:moveTo>
                  <a:lnTo>
                    <a:pt x="1685" y="52012"/>
                  </a:lnTo>
                  <a:lnTo>
                    <a:pt x="8092" y="45605"/>
                  </a:lnTo>
                  <a:lnTo>
                    <a:pt x="8092" y="23254"/>
                  </a:lnTo>
                  <a:lnTo>
                    <a:pt x="1028" y="16190"/>
                  </a:lnTo>
                  <a:lnTo>
                    <a:pt x="1028" y="0"/>
                  </a:lnTo>
                  <a:lnTo>
                    <a:pt x="206" y="0"/>
                  </a:lnTo>
                  <a:lnTo>
                    <a:pt x="206" y="16535"/>
                  </a:lnTo>
                  <a:lnTo>
                    <a:pt x="7270" y="23591"/>
                  </a:lnTo>
                  <a:lnTo>
                    <a:pt x="7270" y="45268"/>
                  </a:lnTo>
                  <a:lnTo>
                    <a:pt x="863" y="51675"/>
                  </a:lnTo>
                  <a:lnTo>
                    <a:pt x="863" y="85222"/>
                  </a:lnTo>
                  <a:cubicBezTo>
                    <a:pt x="362" y="85402"/>
                    <a:pt x="1" y="85879"/>
                    <a:pt x="1" y="86445"/>
                  </a:cubicBezTo>
                  <a:cubicBezTo>
                    <a:pt x="1" y="87168"/>
                    <a:pt x="584" y="87751"/>
                    <a:pt x="1307" y="87751"/>
                  </a:cubicBezTo>
                  <a:cubicBezTo>
                    <a:pt x="2030" y="87751"/>
                    <a:pt x="2613" y="87168"/>
                    <a:pt x="2613" y="86445"/>
                  </a:cubicBezTo>
                  <a:cubicBezTo>
                    <a:pt x="2613" y="85854"/>
                    <a:pt x="2219" y="85369"/>
                    <a:pt x="1685" y="85205"/>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2292025" y="2751225"/>
              <a:ext cx="225100" cy="1702800"/>
            </a:xfrm>
            <a:custGeom>
              <a:avLst/>
              <a:gdLst/>
              <a:ahLst/>
              <a:cxnLst/>
              <a:rect l="l" t="t" r="r" b="b"/>
              <a:pathLst>
                <a:path w="9004" h="68112" extrusionOk="0">
                  <a:moveTo>
                    <a:pt x="2744" y="65606"/>
                  </a:moveTo>
                  <a:lnTo>
                    <a:pt x="2744" y="53909"/>
                  </a:lnTo>
                  <a:lnTo>
                    <a:pt x="9003" y="47650"/>
                  </a:lnTo>
                  <a:lnTo>
                    <a:pt x="9003" y="22597"/>
                  </a:lnTo>
                  <a:lnTo>
                    <a:pt x="822" y="14416"/>
                  </a:lnTo>
                  <a:lnTo>
                    <a:pt x="822" y="0"/>
                  </a:lnTo>
                  <a:lnTo>
                    <a:pt x="0" y="0"/>
                  </a:lnTo>
                  <a:lnTo>
                    <a:pt x="0" y="14761"/>
                  </a:lnTo>
                  <a:lnTo>
                    <a:pt x="8182" y="22942"/>
                  </a:lnTo>
                  <a:lnTo>
                    <a:pt x="8182" y="47313"/>
                  </a:lnTo>
                  <a:lnTo>
                    <a:pt x="1931" y="53564"/>
                  </a:lnTo>
                  <a:lnTo>
                    <a:pt x="1931" y="65549"/>
                  </a:lnTo>
                  <a:cubicBezTo>
                    <a:pt x="1372" y="65697"/>
                    <a:pt x="953" y="66206"/>
                    <a:pt x="953" y="66806"/>
                  </a:cubicBezTo>
                  <a:cubicBezTo>
                    <a:pt x="953" y="67528"/>
                    <a:pt x="1536" y="68112"/>
                    <a:pt x="2259" y="68112"/>
                  </a:cubicBezTo>
                  <a:cubicBezTo>
                    <a:pt x="2974" y="68112"/>
                    <a:pt x="3565" y="67528"/>
                    <a:pt x="3565" y="66806"/>
                  </a:cubicBezTo>
                  <a:cubicBezTo>
                    <a:pt x="3565" y="66263"/>
                    <a:pt x="3220" y="65795"/>
                    <a:pt x="2744" y="6559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2668425" y="2751225"/>
              <a:ext cx="257750" cy="1525575"/>
            </a:xfrm>
            <a:custGeom>
              <a:avLst/>
              <a:gdLst/>
              <a:ahLst/>
              <a:cxnLst/>
              <a:rect l="l" t="t" r="r" b="b"/>
              <a:pathLst>
                <a:path w="10310" h="61023" extrusionOk="0">
                  <a:moveTo>
                    <a:pt x="1709" y="58485"/>
                  </a:moveTo>
                  <a:lnTo>
                    <a:pt x="1709" y="12272"/>
                  </a:lnTo>
                  <a:lnTo>
                    <a:pt x="10310" y="12272"/>
                  </a:lnTo>
                  <a:lnTo>
                    <a:pt x="10310" y="0"/>
                  </a:lnTo>
                  <a:lnTo>
                    <a:pt x="9488" y="0"/>
                  </a:lnTo>
                  <a:lnTo>
                    <a:pt x="9488" y="11451"/>
                  </a:lnTo>
                  <a:lnTo>
                    <a:pt x="896" y="11451"/>
                  </a:lnTo>
                  <a:lnTo>
                    <a:pt x="896" y="58493"/>
                  </a:lnTo>
                  <a:cubicBezTo>
                    <a:pt x="371" y="58665"/>
                    <a:pt x="1" y="59142"/>
                    <a:pt x="1" y="59725"/>
                  </a:cubicBezTo>
                  <a:cubicBezTo>
                    <a:pt x="1" y="60440"/>
                    <a:pt x="584" y="61023"/>
                    <a:pt x="1299" y="61023"/>
                  </a:cubicBezTo>
                  <a:cubicBezTo>
                    <a:pt x="2022" y="61023"/>
                    <a:pt x="2605" y="60440"/>
                    <a:pt x="2605" y="59725"/>
                  </a:cubicBezTo>
                  <a:cubicBezTo>
                    <a:pt x="2605" y="59142"/>
                    <a:pt x="2227" y="58665"/>
                    <a:pt x="1709" y="58493"/>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a:off x="2746875" y="2751225"/>
              <a:ext cx="267800" cy="1743875"/>
            </a:xfrm>
            <a:custGeom>
              <a:avLst/>
              <a:gdLst/>
              <a:ahLst/>
              <a:cxnLst/>
              <a:rect l="l" t="t" r="r" b="b"/>
              <a:pathLst>
                <a:path w="10712" h="69755" extrusionOk="0">
                  <a:moveTo>
                    <a:pt x="1717" y="67216"/>
                  </a:moveTo>
                  <a:lnTo>
                    <a:pt x="1717" y="16092"/>
                  </a:lnTo>
                  <a:lnTo>
                    <a:pt x="10712" y="16092"/>
                  </a:lnTo>
                  <a:lnTo>
                    <a:pt x="10712" y="0"/>
                  </a:lnTo>
                  <a:lnTo>
                    <a:pt x="9899" y="0"/>
                  </a:lnTo>
                  <a:lnTo>
                    <a:pt x="9899" y="15270"/>
                  </a:lnTo>
                  <a:lnTo>
                    <a:pt x="896" y="15270"/>
                  </a:lnTo>
                  <a:lnTo>
                    <a:pt x="896" y="67216"/>
                  </a:lnTo>
                  <a:cubicBezTo>
                    <a:pt x="379" y="67389"/>
                    <a:pt x="1" y="67873"/>
                    <a:pt x="1" y="68448"/>
                  </a:cubicBezTo>
                  <a:cubicBezTo>
                    <a:pt x="1" y="69163"/>
                    <a:pt x="584" y="69754"/>
                    <a:pt x="1307" y="69754"/>
                  </a:cubicBezTo>
                  <a:cubicBezTo>
                    <a:pt x="2030" y="69754"/>
                    <a:pt x="2613" y="69163"/>
                    <a:pt x="2613" y="68448"/>
                  </a:cubicBezTo>
                  <a:cubicBezTo>
                    <a:pt x="2613" y="67873"/>
                    <a:pt x="2235" y="67389"/>
                    <a:pt x="1717" y="67216"/>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2842375" y="2751225"/>
              <a:ext cx="250750" cy="1627850"/>
            </a:xfrm>
            <a:custGeom>
              <a:avLst/>
              <a:gdLst/>
              <a:ahLst/>
              <a:cxnLst/>
              <a:rect l="l" t="t" r="r" b="b"/>
              <a:pathLst>
                <a:path w="10030" h="65114" extrusionOk="0">
                  <a:moveTo>
                    <a:pt x="1717" y="62575"/>
                  </a:moveTo>
                  <a:lnTo>
                    <a:pt x="1717" y="20043"/>
                  </a:lnTo>
                  <a:lnTo>
                    <a:pt x="10030" y="20043"/>
                  </a:lnTo>
                  <a:lnTo>
                    <a:pt x="10030" y="0"/>
                  </a:lnTo>
                  <a:lnTo>
                    <a:pt x="9216" y="0"/>
                  </a:lnTo>
                  <a:lnTo>
                    <a:pt x="9216" y="19221"/>
                  </a:lnTo>
                  <a:lnTo>
                    <a:pt x="896" y="19221"/>
                  </a:lnTo>
                  <a:lnTo>
                    <a:pt x="896" y="62575"/>
                  </a:lnTo>
                  <a:cubicBezTo>
                    <a:pt x="378" y="62748"/>
                    <a:pt x="0" y="63232"/>
                    <a:pt x="0" y="63807"/>
                  </a:cubicBezTo>
                  <a:cubicBezTo>
                    <a:pt x="0" y="64530"/>
                    <a:pt x="583" y="65113"/>
                    <a:pt x="1306" y="65113"/>
                  </a:cubicBezTo>
                  <a:cubicBezTo>
                    <a:pt x="2029" y="65113"/>
                    <a:pt x="2612" y="64530"/>
                    <a:pt x="2612" y="63807"/>
                  </a:cubicBezTo>
                  <a:cubicBezTo>
                    <a:pt x="2612" y="63232"/>
                    <a:pt x="2234" y="62748"/>
                    <a:pt x="1717" y="62575"/>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3227600" y="2751225"/>
              <a:ext cx="65125" cy="1413050"/>
            </a:xfrm>
            <a:custGeom>
              <a:avLst/>
              <a:gdLst/>
              <a:ahLst/>
              <a:cxnLst/>
              <a:rect l="l" t="t" r="r" b="b"/>
              <a:pathLst>
                <a:path w="2605" h="56522" extrusionOk="0">
                  <a:moveTo>
                    <a:pt x="1709" y="53992"/>
                  </a:moveTo>
                  <a:lnTo>
                    <a:pt x="1709" y="0"/>
                  </a:lnTo>
                  <a:lnTo>
                    <a:pt x="896" y="0"/>
                  </a:lnTo>
                  <a:lnTo>
                    <a:pt x="896" y="53992"/>
                  </a:lnTo>
                  <a:cubicBezTo>
                    <a:pt x="379" y="54164"/>
                    <a:pt x="1" y="54649"/>
                    <a:pt x="1" y="55224"/>
                  </a:cubicBezTo>
                  <a:cubicBezTo>
                    <a:pt x="1" y="55938"/>
                    <a:pt x="584" y="56521"/>
                    <a:pt x="1307" y="56521"/>
                  </a:cubicBezTo>
                  <a:cubicBezTo>
                    <a:pt x="2022" y="56521"/>
                    <a:pt x="2605" y="55938"/>
                    <a:pt x="2605" y="55224"/>
                  </a:cubicBezTo>
                  <a:cubicBezTo>
                    <a:pt x="2605" y="54649"/>
                    <a:pt x="2235" y="54164"/>
                    <a:pt x="1718" y="53992"/>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3295775" y="2751225"/>
              <a:ext cx="65125" cy="1089200"/>
            </a:xfrm>
            <a:custGeom>
              <a:avLst/>
              <a:gdLst/>
              <a:ahLst/>
              <a:cxnLst/>
              <a:rect l="l" t="t" r="r" b="b"/>
              <a:pathLst>
                <a:path w="2605" h="43568" extrusionOk="0">
                  <a:moveTo>
                    <a:pt x="1709" y="41038"/>
                  </a:moveTo>
                  <a:lnTo>
                    <a:pt x="1709" y="0"/>
                  </a:lnTo>
                  <a:lnTo>
                    <a:pt x="896" y="0"/>
                  </a:lnTo>
                  <a:lnTo>
                    <a:pt x="896" y="41038"/>
                  </a:lnTo>
                  <a:cubicBezTo>
                    <a:pt x="379" y="41210"/>
                    <a:pt x="1" y="41695"/>
                    <a:pt x="1" y="42270"/>
                  </a:cubicBezTo>
                  <a:cubicBezTo>
                    <a:pt x="1" y="42985"/>
                    <a:pt x="584" y="43568"/>
                    <a:pt x="1307" y="43568"/>
                  </a:cubicBezTo>
                  <a:cubicBezTo>
                    <a:pt x="2022" y="43568"/>
                    <a:pt x="2605" y="42985"/>
                    <a:pt x="2605" y="42270"/>
                  </a:cubicBezTo>
                  <a:cubicBezTo>
                    <a:pt x="2605" y="41695"/>
                    <a:pt x="2227" y="41210"/>
                    <a:pt x="1709" y="41038"/>
                  </a:cubicBezTo>
                  <a:close/>
                </a:path>
              </a:pathLst>
            </a:custGeom>
            <a:gradFill>
              <a:gsLst>
                <a:gs pos="0">
                  <a:schemeClr val="accent3"/>
                </a:gs>
                <a:gs pos="35000">
                  <a:schemeClr val="accent3"/>
                </a:gs>
                <a:gs pos="100000">
                  <a:schemeClr val="accent4"/>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3"/>
          <p:cNvSpPr txBox="1">
            <a:spLocks noGrp="1"/>
          </p:cNvSpPr>
          <p:nvPr>
            <p:ph type="title"/>
          </p:nvPr>
        </p:nvSpPr>
        <p:spPr>
          <a:xfrm>
            <a:off x="713225" y="2109175"/>
            <a:ext cx="41217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20" name="Google Shape;120;p3"/>
          <p:cNvSpPr txBox="1">
            <a:spLocks noGrp="1"/>
          </p:cNvSpPr>
          <p:nvPr>
            <p:ph type="title" idx="2" hasCustomPrompt="1"/>
          </p:nvPr>
        </p:nvSpPr>
        <p:spPr>
          <a:xfrm>
            <a:off x="713225" y="1155439"/>
            <a:ext cx="11358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1" name="Google Shape;121;p3"/>
          <p:cNvSpPr txBox="1">
            <a:spLocks noGrp="1"/>
          </p:cNvSpPr>
          <p:nvPr>
            <p:ph type="subTitle" idx="1"/>
          </p:nvPr>
        </p:nvSpPr>
        <p:spPr>
          <a:xfrm>
            <a:off x="713225" y="2966593"/>
            <a:ext cx="4121700" cy="3696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8"/>
        <p:cNvGrpSpPr/>
        <p:nvPr/>
      </p:nvGrpSpPr>
      <p:grpSpPr>
        <a:xfrm>
          <a:off x="0" y="0"/>
          <a:ext cx="0" cy="0"/>
          <a:chOff x="0" y="0"/>
          <a:chExt cx="0" cy="0"/>
        </a:xfrm>
      </p:grpSpPr>
      <p:sp>
        <p:nvSpPr>
          <p:cNvPr id="199" name="Google Shape;199;p6"/>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201" name="Google Shape;201;p6"/>
          <p:cNvGrpSpPr/>
          <p:nvPr/>
        </p:nvGrpSpPr>
        <p:grpSpPr>
          <a:xfrm rot="5400000">
            <a:off x="1164816" y="3526194"/>
            <a:ext cx="209624" cy="2539086"/>
            <a:chOff x="9" y="2835115"/>
            <a:chExt cx="134668" cy="1631069"/>
          </a:xfrm>
        </p:grpSpPr>
        <p:sp>
          <p:nvSpPr>
            <p:cNvPr id="202" name="Google Shape;202;p6"/>
            <p:cNvSpPr/>
            <p:nvPr/>
          </p:nvSpPr>
          <p:spPr>
            <a:xfrm rot="-5400000">
              <a:off x="-655129" y="3676378"/>
              <a:ext cx="1497053" cy="82558"/>
            </a:xfrm>
            <a:custGeom>
              <a:avLst/>
              <a:gdLst/>
              <a:ahLst/>
              <a:cxnLst/>
              <a:rect l="l" t="t" r="r" b="b"/>
              <a:pathLst>
                <a:path w="34417" h="1898" extrusionOk="0">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6"/>
            <p:cNvSpPr/>
            <p:nvPr/>
          </p:nvSpPr>
          <p:spPr>
            <a:xfrm rot="-5400000">
              <a:off x="-420003" y="3973575"/>
              <a:ext cx="912621" cy="72597"/>
            </a:xfrm>
            <a:custGeom>
              <a:avLst/>
              <a:gdLst/>
              <a:ahLst/>
              <a:cxnLst/>
              <a:rect l="l" t="t" r="r" b="b"/>
              <a:pathLst>
                <a:path w="20981" h="1669" extrusionOk="0">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rot="-5400000">
              <a:off x="-388076" y="4029078"/>
              <a:ext cx="843156" cy="31057"/>
            </a:xfrm>
            <a:custGeom>
              <a:avLst/>
              <a:gdLst/>
              <a:ahLst/>
              <a:cxnLst/>
              <a:rect l="l" t="t" r="r" b="b"/>
              <a:pathLst>
                <a:path w="19384" h="714" extrusionOk="0">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rot="-5400000">
              <a:off x="-758457" y="3604107"/>
              <a:ext cx="1631069" cy="93085"/>
            </a:xfrm>
            <a:custGeom>
              <a:avLst/>
              <a:gdLst/>
              <a:ahLst/>
              <a:cxnLst/>
              <a:rect l="l" t="t" r="r" b="b"/>
              <a:pathLst>
                <a:path w="37498" h="2140" extrusionOk="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6"/>
          <p:cNvGrpSpPr/>
          <p:nvPr/>
        </p:nvGrpSpPr>
        <p:grpSpPr>
          <a:xfrm rot="-5400000" flipH="1">
            <a:off x="8202187" y="-679108"/>
            <a:ext cx="457158" cy="2310231"/>
            <a:chOff x="1015564" y="2912672"/>
            <a:chExt cx="276730" cy="1398445"/>
          </a:xfrm>
        </p:grpSpPr>
        <p:sp>
          <p:nvSpPr>
            <p:cNvPr id="207" name="Google Shape;207;p6"/>
            <p:cNvSpPr/>
            <p:nvPr/>
          </p:nvSpPr>
          <p:spPr>
            <a:xfrm rot="-5400000">
              <a:off x="99601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rot="-5400000">
              <a:off x="96127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rot="-5400000">
              <a:off x="53600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p:nvPr/>
          </p:nvSpPr>
          <p:spPr>
            <a:xfrm rot="-5400000">
              <a:off x="48698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p:nvPr/>
          </p:nvSpPr>
          <p:spPr>
            <a:xfrm rot="-5400000">
              <a:off x="49350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2"/>
        <p:cNvGrpSpPr/>
        <p:nvPr/>
      </p:nvGrpSpPr>
      <p:grpSpPr>
        <a:xfrm>
          <a:off x="0" y="0"/>
          <a:ext cx="0" cy="0"/>
          <a:chOff x="0" y="0"/>
          <a:chExt cx="0" cy="0"/>
        </a:xfrm>
      </p:grpSpPr>
      <p:sp>
        <p:nvSpPr>
          <p:cNvPr id="213" name="Google Shape;213;p7"/>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txBox="1">
            <a:spLocks noGrp="1"/>
          </p:cNvSpPr>
          <p:nvPr>
            <p:ph type="subTitle" idx="1"/>
          </p:nvPr>
        </p:nvSpPr>
        <p:spPr>
          <a:xfrm>
            <a:off x="713125" y="1263375"/>
            <a:ext cx="7717800" cy="40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999999"/>
              </a:buClr>
              <a:buSzPts val="800"/>
              <a:buFont typeface="Open Sans"/>
              <a:buChar char="●"/>
              <a:defRPr sz="1400"/>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215" name="Google Shape;215;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16"/>
        <p:cNvGrpSpPr/>
        <p:nvPr/>
      </p:nvGrpSpPr>
      <p:grpSpPr>
        <a:xfrm>
          <a:off x="0" y="0"/>
          <a:ext cx="0" cy="0"/>
          <a:chOff x="0" y="0"/>
          <a:chExt cx="0" cy="0"/>
        </a:xfrm>
      </p:grpSpPr>
      <p:sp>
        <p:nvSpPr>
          <p:cNvPr id="217" name="Google Shape;217;p8"/>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txBox="1">
            <a:spLocks noGrp="1"/>
          </p:cNvSpPr>
          <p:nvPr>
            <p:ph type="title"/>
          </p:nvPr>
        </p:nvSpPr>
        <p:spPr>
          <a:xfrm>
            <a:off x="1523600" y="1750625"/>
            <a:ext cx="6096900" cy="12651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9"/>
        <p:cNvGrpSpPr/>
        <p:nvPr/>
      </p:nvGrpSpPr>
      <p:grpSpPr>
        <a:xfrm>
          <a:off x="0" y="0"/>
          <a:ext cx="0" cy="0"/>
          <a:chOff x="0" y="0"/>
          <a:chExt cx="0" cy="0"/>
        </a:xfrm>
      </p:grpSpPr>
      <p:sp>
        <p:nvSpPr>
          <p:cNvPr id="220" name="Google Shape;220;p9"/>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 name="Google Shape;221;p9"/>
          <p:cNvGrpSpPr/>
          <p:nvPr/>
        </p:nvGrpSpPr>
        <p:grpSpPr>
          <a:xfrm>
            <a:off x="258082" y="2307261"/>
            <a:ext cx="599248" cy="2836249"/>
            <a:chOff x="6333570" y="2751992"/>
            <a:chExt cx="328229" cy="1553513"/>
          </a:xfrm>
        </p:grpSpPr>
        <p:sp>
          <p:nvSpPr>
            <p:cNvPr id="222" name="Google Shape;222;p9"/>
            <p:cNvSpPr/>
            <p:nvPr/>
          </p:nvSpPr>
          <p:spPr>
            <a:xfrm rot="-5400000">
              <a:off x="6022147" y="3665853"/>
              <a:ext cx="1214755" cy="64550"/>
            </a:xfrm>
            <a:custGeom>
              <a:avLst/>
              <a:gdLst/>
              <a:ahLst/>
              <a:cxnLst/>
              <a:rect l="l" t="t" r="r" b="b"/>
              <a:pathLst>
                <a:path w="27927" h="1484" extrusionOk="0">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9"/>
            <p:cNvSpPr/>
            <p:nvPr/>
          </p:nvSpPr>
          <p:spPr>
            <a:xfrm rot="-5400000">
              <a:off x="5843461" y="3619310"/>
              <a:ext cx="1279305" cy="93085"/>
            </a:xfrm>
            <a:custGeom>
              <a:avLst/>
              <a:gdLst/>
              <a:ahLst/>
              <a:cxnLst/>
              <a:rect l="l" t="t" r="r" b="b"/>
              <a:pathLst>
                <a:path w="29411" h="2140" extrusionOk="0">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9"/>
            <p:cNvSpPr/>
            <p:nvPr/>
          </p:nvSpPr>
          <p:spPr>
            <a:xfrm rot="-5400000">
              <a:off x="5753204" y="3565025"/>
              <a:ext cx="1374825" cy="106134"/>
            </a:xfrm>
            <a:custGeom>
              <a:avLst/>
              <a:gdLst/>
              <a:ahLst/>
              <a:cxnLst/>
              <a:rect l="l" t="t" r="r" b="b"/>
              <a:pathLst>
                <a:path w="31607" h="2440" extrusionOk="0">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9"/>
            <p:cNvSpPr/>
            <p:nvPr/>
          </p:nvSpPr>
          <p:spPr>
            <a:xfrm rot="-5400000">
              <a:off x="5618885" y="3466677"/>
              <a:ext cx="1553513" cy="124142"/>
            </a:xfrm>
            <a:custGeom>
              <a:avLst/>
              <a:gdLst/>
              <a:ahLst/>
              <a:cxnLst/>
              <a:rect l="l" t="t" r="r" b="b"/>
              <a:pathLst>
                <a:path w="35715" h="2854" extrusionOk="0">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9"/>
            <p:cNvSpPr/>
            <p:nvPr/>
          </p:nvSpPr>
          <p:spPr>
            <a:xfrm rot="-5400000">
              <a:off x="5858989" y="3544234"/>
              <a:ext cx="1460429" cy="62114"/>
            </a:xfrm>
            <a:custGeom>
              <a:avLst/>
              <a:gdLst/>
              <a:ahLst/>
              <a:cxnLst/>
              <a:rect l="l" t="t" r="r" b="b"/>
              <a:pathLst>
                <a:path w="33575" h="1428" extrusionOk="0">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227;p9"/>
          <p:cNvGrpSpPr/>
          <p:nvPr/>
        </p:nvGrpSpPr>
        <p:grpSpPr>
          <a:xfrm rot="10800000">
            <a:off x="8303764" y="-1"/>
            <a:ext cx="717099" cy="2510019"/>
            <a:chOff x="7780935" y="2930680"/>
            <a:chExt cx="392780" cy="1374825"/>
          </a:xfrm>
        </p:grpSpPr>
        <p:sp>
          <p:nvSpPr>
            <p:cNvPr id="228" name="Google Shape;228;p9"/>
            <p:cNvSpPr/>
            <p:nvPr/>
          </p:nvSpPr>
          <p:spPr>
            <a:xfrm rot="-5400000">
              <a:off x="7866274" y="3998065"/>
              <a:ext cx="449808" cy="165073"/>
            </a:xfrm>
            <a:custGeom>
              <a:avLst/>
              <a:gdLst/>
              <a:ahLst/>
              <a:cxnLst/>
              <a:rect l="l" t="t" r="r" b="b"/>
              <a:pathLst>
                <a:path w="10341" h="3795" extrusionOk="0">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9"/>
            <p:cNvSpPr/>
            <p:nvPr/>
          </p:nvSpPr>
          <p:spPr>
            <a:xfrm rot="-5400000">
              <a:off x="7822212" y="3954002"/>
              <a:ext cx="498829" cy="204177"/>
            </a:xfrm>
            <a:custGeom>
              <a:avLst/>
              <a:gdLst/>
              <a:ahLst/>
              <a:cxnLst/>
              <a:rect l="l" t="t" r="r" b="b"/>
              <a:pathLst>
                <a:path w="11468" h="4694" extrusionOk="0">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9"/>
            <p:cNvSpPr/>
            <p:nvPr/>
          </p:nvSpPr>
          <p:spPr>
            <a:xfrm rot="-5400000">
              <a:off x="7418033" y="3559740"/>
              <a:ext cx="1266256" cy="225274"/>
            </a:xfrm>
            <a:custGeom>
              <a:avLst/>
              <a:gdLst/>
              <a:ahLst/>
              <a:cxnLst/>
              <a:rect l="l" t="t" r="r" b="b"/>
              <a:pathLst>
                <a:path w="29111" h="5179" extrusionOk="0">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9"/>
            <p:cNvSpPr/>
            <p:nvPr/>
          </p:nvSpPr>
          <p:spPr>
            <a:xfrm rot="-5400000">
              <a:off x="7317206" y="3505455"/>
              <a:ext cx="1374825" cy="225274"/>
            </a:xfrm>
            <a:custGeom>
              <a:avLst/>
              <a:gdLst/>
              <a:ahLst/>
              <a:cxnLst/>
              <a:rect l="l" t="t" r="r" b="b"/>
              <a:pathLst>
                <a:path w="31607" h="5179" extrusionOk="0">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9"/>
            <p:cNvSpPr/>
            <p:nvPr/>
          </p:nvSpPr>
          <p:spPr>
            <a:xfrm rot="-5400000">
              <a:off x="7374298" y="3624573"/>
              <a:ext cx="1144680" cy="217183"/>
            </a:xfrm>
            <a:custGeom>
              <a:avLst/>
              <a:gdLst/>
              <a:ahLst/>
              <a:cxnLst/>
              <a:rect l="l" t="t" r="r" b="b"/>
              <a:pathLst>
                <a:path w="26316" h="4993" extrusionOk="0">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9"/>
            <p:cNvSpPr/>
            <p:nvPr/>
          </p:nvSpPr>
          <p:spPr>
            <a:xfrm rot="-5400000">
              <a:off x="7256398" y="3576791"/>
              <a:ext cx="1253250" cy="204177"/>
            </a:xfrm>
            <a:custGeom>
              <a:avLst/>
              <a:gdLst/>
              <a:ahLst/>
              <a:cxnLst/>
              <a:rect l="l" t="t" r="r" b="b"/>
              <a:pathLst>
                <a:path w="28812" h="4694" extrusionOk="0">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9"/>
          <p:cNvSpPr txBox="1">
            <a:spLocks noGrp="1"/>
          </p:cNvSpPr>
          <p:nvPr>
            <p:ph type="title"/>
          </p:nvPr>
        </p:nvSpPr>
        <p:spPr>
          <a:xfrm>
            <a:off x="1274550" y="1091275"/>
            <a:ext cx="3207300" cy="1589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5" name="Google Shape;235;p9"/>
          <p:cNvSpPr txBox="1">
            <a:spLocks noGrp="1"/>
          </p:cNvSpPr>
          <p:nvPr>
            <p:ph type="subTitle" idx="1"/>
          </p:nvPr>
        </p:nvSpPr>
        <p:spPr>
          <a:xfrm>
            <a:off x="1274550" y="2680600"/>
            <a:ext cx="3207300" cy="1450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999999"/>
              </a:buClr>
              <a:buSzPts val="800"/>
              <a:buFont typeface="Open Sans"/>
              <a:buChar char="●"/>
              <a:defRPr/>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236" name="Google Shape;236;p9"/>
          <p:cNvSpPr>
            <a:spLocks noGrp="1"/>
          </p:cNvSpPr>
          <p:nvPr>
            <p:ph type="pic" idx="2"/>
          </p:nvPr>
        </p:nvSpPr>
        <p:spPr>
          <a:xfrm>
            <a:off x="5145025" y="601950"/>
            <a:ext cx="3025200" cy="39396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37"/>
        <p:cNvGrpSpPr/>
        <p:nvPr/>
      </p:nvGrpSpPr>
      <p:grpSpPr>
        <a:xfrm>
          <a:off x="0" y="0"/>
          <a:ext cx="0" cy="0"/>
          <a:chOff x="0" y="0"/>
          <a:chExt cx="0" cy="0"/>
        </a:xfrm>
      </p:grpSpPr>
      <p:sp>
        <p:nvSpPr>
          <p:cNvPr id="238" name="Google Shape;238;p10"/>
          <p:cNvSpPr>
            <a:spLocks noGrp="1"/>
          </p:cNvSpPr>
          <p:nvPr>
            <p:ph type="pic" idx="2"/>
          </p:nvPr>
        </p:nvSpPr>
        <p:spPr>
          <a:xfrm>
            <a:off x="0" y="0"/>
            <a:ext cx="9144000" cy="5143500"/>
          </a:xfrm>
          <a:prstGeom prst="rect">
            <a:avLst/>
          </a:prstGeom>
          <a:noFill/>
          <a:ln>
            <a:noFill/>
          </a:ln>
        </p:spPr>
      </p:sp>
      <p:sp>
        <p:nvSpPr>
          <p:cNvPr id="239" name="Google Shape;239;p10"/>
          <p:cNvSpPr txBox="1">
            <a:spLocks noGrp="1"/>
          </p:cNvSpPr>
          <p:nvPr>
            <p:ph type="title"/>
          </p:nvPr>
        </p:nvSpPr>
        <p:spPr>
          <a:xfrm>
            <a:off x="720000" y="38620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0"/>
        <p:cNvGrpSpPr/>
        <p:nvPr/>
      </p:nvGrpSpPr>
      <p:grpSpPr>
        <a:xfrm>
          <a:off x="0" y="0"/>
          <a:ext cx="0" cy="0"/>
          <a:chOff x="0" y="0"/>
          <a:chExt cx="0" cy="0"/>
        </a:xfrm>
      </p:grpSpPr>
      <p:sp>
        <p:nvSpPr>
          <p:cNvPr id="241" name="Google Shape;241;p11"/>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1"/>
          <p:cNvGrpSpPr/>
          <p:nvPr/>
        </p:nvGrpSpPr>
        <p:grpSpPr>
          <a:xfrm>
            <a:off x="6819199" y="4072480"/>
            <a:ext cx="506138" cy="2197918"/>
            <a:chOff x="4792514" y="2979701"/>
            <a:chExt cx="305307" cy="1325804"/>
          </a:xfrm>
        </p:grpSpPr>
        <p:sp>
          <p:nvSpPr>
            <p:cNvPr id="243" name="Google Shape;243;p11"/>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11"/>
          <p:cNvGrpSpPr/>
          <p:nvPr/>
        </p:nvGrpSpPr>
        <p:grpSpPr>
          <a:xfrm>
            <a:off x="2805095" y="3403371"/>
            <a:ext cx="793060" cy="2575414"/>
            <a:chOff x="6278982" y="2751992"/>
            <a:chExt cx="478381" cy="1553513"/>
          </a:xfrm>
        </p:grpSpPr>
        <p:sp>
          <p:nvSpPr>
            <p:cNvPr id="249" name="Google Shape;249;p11"/>
            <p:cNvSpPr/>
            <p:nvPr/>
          </p:nvSpPr>
          <p:spPr>
            <a:xfrm rot="-5400000">
              <a:off x="6192439" y="3740581"/>
              <a:ext cx="1059686" cy="70161"/>
            </a:xfrm>
            <a:custGeom>
              <a:avLst/>
              <a:gdLst/>
              <a:ahLst/>
              <a:cxnLst/>
              <a:rect l="l" t="t" r="r" b="b"/>
              <a:pathLst>
                <a:path w="24362" h="1613" extrusionOk="0">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rot="-5400000">
              <a:off x="6010359" y="3607522"/>
              <a:ext cx="1325804" cy="70161"/>
            </a:xfrm>
            <a:custGeom>
              <a:avLst/>
              <a:gdLst/>
              <a:ahLst/>
              <a:cxnLst/>
              <a:rect l="l" t="t" r="r" b="b"/>
              <a:pathLst>
                <a:path w="30480" h="1613" extrusionOk="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rot="-5400000">
              <a:off x="6022147" y="3665853"/>
              <a:ext cx="1214755" cy="64550"/>
            </a:xfrm>
            <a:custGeom>
              <a:avLst/>
              <a:gdLst/>
              <a:ahLst/>
              <a:cxnLst/>
              <a:rect l="l" t="t" r="r" b="b"/>
              <a:pathLst>
                <a:path w="27927" h="1484" extrusionOk="0">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rot="-5400000">
              <a:off x="5843461" y="3619310"/>
              <a:ext cx="1279305" cy="93085"/>
            </a:xfrm>
            <a:custGeom>
              <a:avLst/>
              <a:gdLst/>
              <a:ahLst/>
              <a:cxnLst/>
              <a:rect l="l" t="t" r="r" b="b"/>
              <a:pathLst>
                <a:path w="29411" h="2140" extrusionOk="0">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rot="-5400000">
              <a:off x="5753204" y="3565025"/>
              <a:ext cx="1374825" cy="106134"/>
            </a:xfrm>
            <a:custGeom>
              <a:avLst/>
              <a:gdLst/>
              <a:ahLst/>
              <a:cxnLst/>
              <a:rect l="l" t="t" r="r" b="b"/>
              <a:pathLst>
                <a:path w="31607" h="2440" extrusionOk="0">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1"/>
            <p:cNvSpPr/>
            <p:nvPr/>
          </p:nvSpPr>
          <p:spPr>
            <a:xfrm rot="-5400000">
              <a:off x="5618885" y="3466677"/>
              <a:ext cx="1553513" cy="124142"/>
            </a:xfrm>
            <a:custGeom>
              <a:avLst/>
              <a:gdLst/>
              <a:ahLst/>
              <a:cxnLst/>
              <a:rect l="l" t="t" r="r" b="b"/>
              <a:pathLst>
                <a:path w="35715" h="2854" extrusionOk="0">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1"/>
            <p:cNvSpPr/>
            <p:nvPr/>
          </p:nvSpPr>
          <p:spPr>
            <a:xfrm rot="-5400000">
              <a:off x="5790418" y="3674835"/>
              <a:ext cx="1119234" cy="142106"/>
            </a:xfrm>
            <a:custGeom>
              <a:avLst/>
              <a:gdLst/>
              <a:ahLst/>
              <a:cxnLst/>
              <a:rect l="l" t="t" r="r" b="b"/>
              <a:pathLst>
                <a:path w="25731" h="3267" extrusionOk="0">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rot="-5400000">
              <a:off x="6430370" y="3978513"/>
              <a:ext cx="620405" cy="33580"/>
            </a:xfrm>
            <a:custGeom>
              <a:avLst/>
              <a:gdLst/>
              <a:ahLst/>
              <a:cxnLst/>
              <a:rect l="l" t="t" r="r" b="b"/>
              <a:pathLst>
                <a:path w="14263" h="772" extrusionOk="0">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rot="-5400000">
              <a:off x="5858989" y="3544234"/>
              <a:ext cx="1460429" cy="62114"/>
            </a:xfrm>
            <a:custGeom>
              <a:avLst/>
              <a:gdLst/>
              <a:ahLst/>
              <a:cxnLst/>
              <a:rect l="l" t="t" r="r" b="b"/>
              <a:pathLst>
                <a:path w="33575" h="1428" extrusionOk="0">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11"/>
          <p:cNvGrpSpPr/>
          <p:nvPr/>
        </p:nvGrpSpPr>
        <p:grpSpPr>
          <a:xfrm>
            <a:off x="1818651" y="3523722"/>
            <a:ext cx="1143730" cy="2455062"/>
            <a:chOff x="5452016" y="2824589"/>
            <a:chExt cx="689908" cy="1480916"/>
          </a:xfrm>
        </p:grpSpPr>
        <p:sp>
          <p:nvSpPr>
            <p:cNvPr id="259" name="Google Shape;259;p11"/>
            <p:cNvSpPr/>
            <p:nvPr/>
          </p:nvSpPr>
          <p:spPr>
            <a:xfrm rot="-5400000">
              <a:off x="5392462" y="3556043"/>
              <a:ext cx="1325804" cy="173120"/>
            </a:xfrm>
            <a:custGeom>
              <a:avLst/>
              <a:gdLst/>
              <a:ahLst/>
              <a:cxnLst/>
              <a:rect l="l" t="t" r="r" b="b"/>
              <a:pathLst>
                <a:path w="30480" h="3980" extrusionOk="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rot="-5400000">
              <a:off x="5265885" y="3473528"/>
              <a:ext cx="1480916" cy="183037"/>
            </a:xfrm>
            <a:custGeom>
              <a:avLst/>
              <a:gdLst/>
              <a:ahLst/>
              <a:cxnLst/>
              <a:rect l="l" t="t" r="r" b="b"/>
              <a:pathLst>
                <a:path w="34046" h="4208" extrusionOk="0">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rot="-5400000">
              <a:off x="5330414" y="3589558"/>
              <a:ext cx="1245768" cy="186126"/>
            </a:xfrm>
            <a:custGeom>
              <a:avLst/>
              <a:gdLst/>
              <a:ahLst/>
              <a:cxnLst/>
              <a:rect l="l" t="t" r="r" b="b"/>
              <a:pathLst>
                <a:path w="28640" h="4279" extrusionOk="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rot="-5400000">
              <a:off x="5370411" y="3676053"/>
              <a:ext cx="1059686" cy="199219"/>
            </a:xfrm>
            <a:custGeom>
              <a:avLst/>
              <a:gdLst/>
              <a:ahLst/>
              <a:cxnLst/>
              <a:rect l="l" t="t" r="r" b="b"/>
              <a:pathLst>
                <a:path w="24362" h="4580" extrusionOk="0">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rot="-5400000">
              <a:off x="5334134" y="3789929"/>
              <a:ext cx="935588" cy="95564"/>
            </a:xfrm>
            <a:custGeom>
              <a:avLst/>
              <a:gdLst/>
              <a:ahLst/>
              <a:cxnLst/>
              <a:rect l="l" t="t" r="r" b="b"/>
              <a:pathLst>
                <a:path w="21509" h="2197" extrusionOk="0">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rot="-5400000">
              <a:off x="5331634" y="3818442"/>
              <a:ext cx="868602" cy="105525"/>
            </a:xfrm>
            <a:custGeom>
              <a:avLst/>
              <a:gdLst/>
              <a:ahLst/>
              <a:cxnLst/>
              <a:rect l="l" t="t" r="r" b="b"/>
              <a:pathLst>
                <a:path w="19969" h="2426" extrusionOk="0">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rot="-5400000">
              <a:off x="5163516" y="3683817"/>
              <a:ext cx="1119234" cy="124142"/>
            </a:xfrm>
            <a:custGeom>
              <a:avLst/>
              <a:gdLst/>
              <a:ahLst/>
              <a:cxnLst/>
              <a:rect l="l" t="t" r="r" b="b"/>
              <a:pathLst>
                <a:path w="25731" h="2854" extrusionOk="0">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rot="-5400000">
              <a:off x="5189572" y="3740886"/>
              <a:ext cx="982130" cy="147109"/>
            </a:xfrm>
            <a:custGeom>
              <a:avLst/>
              <a:gdLst/>
              <a:ahLst/>
              <a:cxnLst/>
              <a:rect l="l" t="t" r="r" b="b"/>
              <a:pathLst>
                <a:path w="22579" h="3382" extrusionOk="0">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rot="-5400000">
              <a:off x="5194836" y="3787124"/>
              <a:ext cx="868602" cy="168161"/>
            </a:xfrm>
            <a:custGeom>
              <a:avLst/>
              <a:gdLst/>
              <a:ahLst/>
              <a:cxnLst/>
              <a:rect l="l" t="t" r="r" b="b"/>
              <a:pathLst>
                <a:path w="19969" h="3866" extrusionOk="0">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rot="-5400000">
              <a:off x="5215324" y="3849151"/>
              <a:ext cx="733977" cy="178731"/>
            </a:xfrm>
            <a:custGeom>
              <a:avLst/>
              <a:gdLst/>
              <a:ahLst/>
              <a:cxnLst/>
              <a:rect l="l" t="t" r="r" b="b"/>
              <a:pathLst>
                <a:path w="16874" h="4109" extrusionOk="0">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rot="-5400000">
              <a:off x="5841900" y="4018530"/>
              <a:ext cx="465336" cy="108613"/>
            </a:xfrm>
            <a:custGeom>
              <a:avLst/>
              <a:gdLst/>
              <a:ahLst/>
              <a:cxnLst/>
              <a:rect l="l" t="t" r="r" b="b"/>
              <a:pathLst>
                <a:path w="10698" h="2497" extrusionOk="0">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1"/>
            <p:cNvSpPr/>
            <p:nvPr/>
          </p:nvSpPr>
          <p:spPr>
            <a:xfrm rot="-5400000">
              <a:off x="5874501" y="4051132"/>
              <a:ext cx="431191" cy="77556"/>
            </a:xfrm>
            <a:custGeom>
              <a:avLst/>
              <a:gdLst/>
              <a:ahLst/>
              <a:cxnLst/>
              <a:rect l="l" t="t" r="r" b="b"/>
              <a:pathLst>
                <a:path w="9913" h="1783" extrusionOk="0">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1"/>
            <p:cNvSpPr/>
            <p:nvPr/>
          </p:nvSpPr>
          <p:spPr>
            <a:xfrm rot="-5400000">
              <a:off x="5229613" y="3907503"/>
              <a:ext cx="620405" cy="175599"/>
            </a:xfrm>
            <a:custGeom>
              <a:avLst/>
              <a:gdLst/>
              <a:ahLst/>
              <a:cxnLst/>
              <a:rect l="l" t="t" r="r" b="b"/>
              <a:pathLst>
                <a:path w="14263" h="4037" extrusionOk="0">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 name="Google Shape;272;p11"/>
          <p:cNvGrpSpPr/>
          <p:nvPr/>
        </p:nvGrpSpPr>
        <p:grpSpPr>
          <a:xfrm>
            <a:off x="3662201" y="3600880"/>
            <a:ext cx="728235" cy="2377904"/>
            <a:chOff x="6961407" y="2871131"/>
            <a:chExt cx="439278" cy="1434374"/>
          </a:xfrm>
        </p:grpSpPr>
        <p:sp>
          <p:nvSpPr>
            <p:cNvPr id="273" name="Google Shape;273;p11"/>
            <p:cNvSpPr/>
            <p:nvPr/>
          </p:nvSpPr>
          <p:spPr>
            <a:xfrm rot="-5400000">
              <a:off x="6647504" y="3552324"/>
              <a:ext cx="1374825" cy="131536"/>
            </a:xfrm>
            <a:custGeom>
              <a:avLst/>
              <a:gdLst/>
              <a:ahLst/>
              <a:cxnLst/>
              <a:rect l="l" t="t" r="r" b="b"/>
              <a:pathLst>
                <a:path w="31607" h="3024" extrusionOk="0">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1"/>
            <p:cNvSpPr/>
            <p:nvPr/>
          </p:nvSpPr>
          <p:spPr>
            <a:xfrm rot="-5400000">
              <a:off x="6677278" y="3618071"/>
              <a:ext cx="1230283" cy="144586"/>
            </a:xfrm>
            <a:custGeom>
              <a:avLst/>
              <a:gdLst/>
              <a:ahLst/>
              <a:cxnLst/>
              <a:rect l="l" t="t" r="r" b="b"/>
              <a:pathLst>
                <a:path w="28284" h="3324" extrusionOk="0">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1"/>
            <p:cNvSpPr/>
            <p:nvPr/>
          </p:nvSpPr>
          <p:spPr>
            <a:xfrm rot="-5400000">
              <a:off x="6529931" y="3512306"/>
              <a:ext cx="1434374" cy="152024"/>
            </a:xfrm>
            <a:custGeom>
              <a:avLst/>
              <a:gdLst/>
              <a:ahLst/>
              <a:cxnLst/>
              <a:rect l="l" t="t" r="r" b="b"/>
              <a:pathLst>
                <a:path w="32976" h="3495" extrusionOk="0">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1"/>
            <p:cNvSpPr/>
            <p:nvPr/>
          </p:nvSpPr>
          <p:spPr>
            <a:xfrm rot="-5400000">
              <a:off x="6645331" y="3671116"/>
              <a:ext cx="1098138" cy="170641"/>
            </a:xfrm>
            <a:custGeom>
              <a:avLst/>
              <a:gdLst/>
              <a:ahLst/>
              <a:cxnLst/>
              <a:rect l="l" t="t" r="r" b="b"/>
              <a:pathLst>
                <a:path w="25246" h="3923" extrusionOk="0">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p:nvPr/>
          </p:nvSpPr>
          <p:spPr>
            <a:xfrm rot="-5400000">
              <a:off x="6506661" y="3582076"/>
              <a:ext cx="1284264" cy="162594"/>
            </a:xfrm>
            <a:custGeom>
              <a:avLst/>
              <a:gdLst/>
              <a:ahLst/>
              <a:cxnLst/>
              <a:rect l="l" t="t" r="r" b="b"/>
              <a:pathLst>
                <a:path w="29525" h="3738" extrusionOk="0">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1"/>
            <p:cNvSpPr/>
            <p:nvPr/>
          </p:nvSpPr>
          <p:spPr>
            <a:xfrm rot="-5400000">
              <a:off x="6617711" y="3742147"/>
              <a:ext cx="953596" cy="173120"/>
            </a:xfrm>
            <a:custGeom>
              <a:avLst/>
              <a:gdLst/>
              <a:ahLst/>
              <a:cxnLst/>
              <a:rect l="l" t="t" r="r" b="b"/>
              <a:pathLst>
                <a:path w="21923" h="3980" extrusionOk="0">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1"/>
            <p:cNvSpPr/>
            <p:nvPr/>
          </p:nvSpPr>
          <p:spPr>
            <a:xfrm rot="-5400000">
              <a:off x="6516884" y="3690342"/>
              <a:ext cx="1059686" cy="170641"/>
            </a:xfrm>
            <a:custGeom>
              <a:avLst/>
              <a:gdLst/>
              <a:ahLst/>
              <a:cxnLst/>
              <a:rect l="l" t="t" r="r" b="b"/>
              <a:pathLst>
                <a:path w="24362" h="3923" extrusionOk="0">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11"/>
          <p:cNvGrpSpPr/>
          <p:nvPr/>
        </p:nvGrpSpPr>
        <p:grpSpPr>
          <a:xfrm>
            <a:off x="4454484" y="3699599"/>
            <a:ext cx="651151" cy="2279186"/>
            <a:chOff x="7780935" y="2930680"/>
            <a:chExt cx="392780" cy="1374825"/>
          </a:xfrm>
        </p:grpSpPr>
        <p:sp>
          <p:nvSpPr>
            <p:cNvPr id="281" name="Google Shape;281;p11"/>
            <p:cNvSpPr/>
            <p:nvPr/>
          </p:nvSpPr>
          <p:spPr>
            <a:xfrm rot="-5400000">
              <a:off x="7866274" y="3998065"/>
              <a:ext cx="449808" cy="165073"/>
            </a:xfrm>
            <a:custGeom>
              <a:avLst/>
              <a:gdLst/>
              <a:ahLst/>
              <a:cxnLst/>
              <a:rect l="l" t="t" r="r" b="b"/>
              <a:pathLst>
                <a:path w="10341" h="3795" extrusionOk="0">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1"/>
            <p:cNvSpPr/>
            <p:nvPr/>
          </p:nvSpPr>
          <p:spPr>
            <a:xfrm rot="-5400000">
              <a:off x="7822212" y="3954002"/>
              <a:ext cx="498829" cy="204177"/>
            </a:xfrm>
            <a:custGeom>
              <a:avLst/>
              <a:gdLst/>
              <a:ahLst/>
              <a:cxnLst/>
              <a:rect l="l" t="t" r="r" b="b"/>
              <a:pathLst>
                <a:path w="11468" h="4694" extrusionOk="0">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1"/>
            <p:cNvSpPr/>
            <p:nvPr/>
          </p:nvSpPr>
          <p:spPr>
            <a:xfrm rot="-5400000">
              <a:off x="7418033" y="3559740"/>
              <a:ext cx="1266256" cy="225274"/>
            </a:xfrm>
            <a:custGeom>
              <a:avLst/>
              <a:gdLst/>
              <a:ahLst/>
              <a:cxnLst/>
              <a:rect l="l" t="t" r="r" b="b"/>
              <a:pathLst>
                <a:path w="29111" h="5179" extrusionOk="0">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1"/>
            <p:cNvSpPr/>
            <p:nvPr/>
          </p:nvSpPr>
          <p:spPr>
            <a:xfrm rot="-5400000">
              <a:off x="7317206" y="3505455"/>
              <a:ext cx="1374825" cy="225274"/>
            </a:xfrm>
            <a:custGeom>
              <a:avLst/>
              <a:gdLst/>
              <a:ahLst/>
              <a:cxnLst/>
              <a:rect l="l" t="t" r="r" b="b"/>
              <a:pathLst>
                <a:path w="31607" h="5179" extrusionOk="0">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1"/>
            <p:cNvSpPr/>
            <p:nvPr/>
          </p:nvSpPr>
          <p:spPr>
            <a:xfrm rot="-5400000">
              <a:off x="7374298" y="3624573"/>
              <a:ext cx="1144680" cy="217183"/>
            </a:xfrm>
            <a:custGeom>
              <a:avLst/>
              <a:gdLst/>
              <a:ahLst/>
              <a:cxnLst/>
              <a:rect l="l" t="t" r="r" b="b"/>
              <a:pathLst>
                <a:path w="26316" h="4993" extrusionOk="0">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1"/>
            <p:cNvSpPr/>
            <p:nvPr/>
          </p:nvSpPr>
          <p:spPr>
            <a:xfrm rot="-5400000">
              <a:off x="7256398" y="3576791"/>
              <a:ext cx="1253250" cy="204177"/>
            </a:xfrm>
            <a:custGeom>
              <a:avLst/>
              <a:gdLst/>
              <a:ahLst/>
              <a:cxnLst/>
              <a:rect l="l" t="t" r="r" b="b"/>
              <a:pathLst>
                <a:path w="28812" h="4694" extrusionOk="0">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11"/>
          <p:cNvGrpSpPr/>
          <p:nvPr/>
        </p:nvGrpSpPr>
        <p:grpSpPr>
          <a:xfrm>
            <a:off x="5169696" y="3421397"/>
            <a:ext cx="793061" cy="2849000"/>
            <a:chOff x="8623429" y="2586962"/>
            <a:chExt cx="478381" cy="1718543"/>
          </a:xfrm>
        </p:grpSpPr>
        <p:sp>
          <p:nvSpPr>
            <p:cNvPr id="288" name="Google Shape;288;p11"/>
            <p:cNvSpPr/>
            <p:nvPr/>
          </p:nvSpPr>
          <p:spPr>
            <a:xfrm rot="-5400000">
              <a:off x="8267028" y="3481249"/>
              <a:ext cx="1527458" cy="121054"/>
            </a:xfrm>
            <a:custGeom>
              <a:avLst/>
              <a:gdLst/>
              <a:ahLst/>
              <a:cxnLst/>
              <a:rect l="l" t="t" r="r" b="b"/>
              <a:pathLst>
                <a:path w="35116" h="2783" extrusionOk="0">
                  <a:moveTo>
                    <a:pt x="18185" y="1"/>
                  </a:moveTo>
                  <a:lnTo>
                    <a:pt x="15917" y="2254"/>
                  </a:lnTo>
                  <a:lnTo>
                    <a:pt x="0" y="2254"/>
                  </a:lnTo>
                  <a:lnTo>
                    <a:pt x="0" y="2497"/>
                  </a:lnTo>
                  <a:lnTo>
                    <a:pt x="16046" y="2497"/>
                  </a:lnTo>
                  <a:lnTo>
                    <a:pt x="18299" y="229"/>
                  </a:lnTo>
                  <a:lnTo>
                    <a:pt x="22878" y="229"/>
                  </a:lnTo>
                  <a:lnTo>
                    <a:pt x="25131" y="2497"/>
                  </a:lnTo>
                  <a:lnTo>
                    <a:pt x="34402" y="2497"/>
                  </a:lnTo>
                  <a:cubicBezTo>
                    <a:pt x="34459" y="2668"/>
                    <a:pt x="34588" y="2782"/>
                    <a:pt x="34759" y="2782"/>
                  </a:cubicBezTo>
                  <a:cubicBezTo>
                    <a:pt x="35001" y="2782"/>
                    <a:pt x="35115" y="2611"/>
                    <a:pt x="35115" y="2368"/>
                  </a:cubicBezTo>
                  <a:cubicBezTo>
                    <a:pt x="35115" y="2197"/>
                    <a:pt x="35001" y="2012"/>
                    <a:pt x="34759" y="2012"/>
                  </a:cubicBezTo>
                  <a:cubicBezTo>
                    <a:pt x="34588" y="2012"/>
                    <a:pt x="34459" y="2140"/>
                    <a:pt x="34402" y="2254"/>
                  </a:cubicBezTo>
                  <a:lnTo>
                    <a:pt x="25245" y="2254"/>
                  </a:lnTo>
                  <a:lnTo>
                    <a:pt x="22935"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1"/>
            <p:cNvSpPr/>
            <p:nvPr/>
          </p:nvSpPr>
          <p:spPr>
            <a:xfrm rot="-5400000">
              <a:off x="8122184" y="3470418"/>
              <a:ext cx="1506971" cy="163203"/>
            </a:xfrm>
            <a:custGeom>
              <a:avLst/>
              <a:gdLst/>
              <a:ahLst/>
              <a:cxnLst/>
              <a:rect l="l" t="t" r="r" b="b"/>
              <a:pathLst>
                <a:path w="34645" h="3752" extrusionOk="0">
                  <a:moveTo>
                    <a:pt x="14135" y="0"/>
                  </a:moveTo>
                  <a:lnTo>
                    <a:pt x="14135" y="3509"/>
                  </a:lnTo>
                  <a:lnTo>
                    <a:pt x="0" y="3509"/>
                  </a:lnTo>
                  <a:lnTo>
                    <a:pt x="0" y="3751"/>
                  </a:lnTo>
                  <a:lnTo>
                    <a:pt x="14377" y="3751"/>
                  </a:lnTo>
                  <a:lnTo>
                    <a:pt x="14377" y="243"/>
                  </a:lnTo>
                  <a:lnTo>
                    <a:pt x="24832" y="243"/>
                  </a:lnTo>
                  <a:lnTo>
                    <a:pt x="27684" y="3095"/>
                  </a:lnTo>
                  <a:lnTo>
                    <a:pt x="33874" y="3095"/>
                  </a:lnTo>
                  <a:cubicBezTo>
                    <a:pt x="33931" y="3209"/>
                    <a:pt x="34103" y="3338"/>
                    <a:pt x="34231" y="3338"/>
                  </a:cubicBezTo>
                  <a:cubicBezTo>
                    <a:pt x="34459" y="3338"/>
                    <a:pt x="34645" y="3152"/>
                    <a:pt x="34645" y="2910"/>
                  </a:cubicBezTo>
                  <a:cubicBezTo>
                    <a:pt x="34645" y="2739"/>
                    <a:pt x="34459" y="2553"/>
                    <a:pt x="34231" y="2553"/>
                  </a:cubicBezTo>
                  <a:cubicBezTo>
                    <a:pt x="34046" y="2553"/>
                    <a:pt x="33931" y="2682"/>
                    <a:pt x="33874" y="2853"/>
                  </a:cubicBezTo>
                  <a:lnTo>
                    <a:pt x="27741" y="2853"/>
                  </a:lnTo>
                  <a:lnTo>
                    <a:pt x="2496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1"/>
            <p:cNvSpPr/>
            <p:nvPr/>
          </p:nvSpPr>
          <p:spPr>
            <a:xfrm rot="-5400000">
              <a:off x="8039648" y="3426986"/>
              <a:ext cx="1578959" cy="178079"/>
            </a:xfrm>
            <a:custGeom>
              <a:avLst/>
              <a:gdLst/>
              <a:ahLst/>
              <a:cxnLst/>
              <a:rect l="l" t="t" r="r" b="b"/>
              <a:pathLst>
                <a:path w="36300" h="4094" extrusionOk="0">
                  <a:moveTo>
                    <a:pt x="13193" y="0"/>
                  </a:moveTo>
                  <a:lnTo>
                    <a:pt x="13193" y="3866"/>
                  </a:lnTo>
                  <a:lnTo>
                    <a:pt x="0" y="3866"/>
                  </a:lnTo>
                  <a:lnTo>
                    <a:pt x="0" y="4094"/>
                  </a:lnTo>
                  <a:lnTo>
                    <a:pt x="13421" y="4094"/>
                  </a:lnTo>
                  <a:lnTo>
                    <a:pt x="13421" y="228"/>
                  </a:lnTo>
                  <a:lnTo>
                    <a:pt x="25488" y="228"/>
                  </a:lnTo>
                  <a:lnTo>
                    <a:pt x="28397" y="3152"/>
                  </a:lnTo>
                  <a:lnTo>
                    <a:pt x="35586" y="3152"/>
                  </a:lnTo>
                  <a:cubicBezTo>
                    <a:pt x="35657" y="3266"/>
                    <a:pt x="35771" y="3381"/>
                    <a:pt x="35942" y="3381"/>
                  </a:cubicBezTo>
                  <a:cubicBezTo>
                    <a:pt x="36185" y="3381"/>
                    <a:pt x="36299" y="3266"/>
                    <a:pt x="36299" y="3024"/>
                  </a:cubicBezTo>
                  <a:cubicBezTo>
                    <a:pt x="36299" y="2853"/>
                    <a:pt x="36185" y="2667"/>
                    <a:pt x="35942" y="2667"/>
                  </a:cubicBezTo>
                  <a:cubicBezTo>
                    <a:pt x="35771" y="2667"/>
                    <a:pt x="35657" y="2724"/>
                    <a:pt x="35586" y="2910"/>
                  </a:cubicBezTo>
                  <a:lnTo>
                    <a:pt x="28454" y="2910"/>
                  </a:lnTo>
                  <a:lnTo>
                    <a:pt x="25602"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1"/>
            <p:cNvSpPr/>
            <p:nvPr/>
          </p:nvSpPr>
          <p:spPr>
            <a:xfrm rot="-5400000">
              <a:off x="8073163" y="3501432"/>
              <a:ext cx="1413930" cy="194216"/>
            </a:xfrm>
            <a:custGeom>
              <a:avLst/>
              <a:gdLst/>
              <a:ahLst/>
              <a:cxnLst/>
              <a:rect l="l" t="t" r="r" b="b"/>
              <a:pathLst>
                <a:path w="32506" h="4465" extrusionOk="0">
                  <a:moveTo>
                    <a:pt x="12238" y="0"/>
                  </a:moveTo>
                  <a:lnTo>
                    <a:pt x="12238" y="4222"/>
                  </a:lnTo>
                  <a:lnTo>
                    <a:pt x="0" y="4222"/>
                  </a:lnTo>
                  <a:lnTo>
                    <a:pt x="0" y="4464"/>
                  </a:lnTo>
                  <a:lnTo>
                    <a:pt x="12480" y="4464"/>
                  </a:lnTo>
                  <a:lnTo>
                    <a:pt x="12480" y="243"/>
                  </a:lnTo>
                  <a:lnTo>
                    <a:pt x="26258" y="243"/>
                  </a:lnTo>
                  <a:lnTo>
                    <a:pt x="29353" y="3323"/>
                  </a:lnTo>
                  <a:lnTo>
                    <a:pt x="31792" y="3323"/>
                  </a:lnTo>
                  <a:cubicBezTo>
                    <a:pt x="31849" y="3452"/>
                    <a:pt x="31963" y="3566"/>
                    <a:pt x="32149" y="3566"/>
                  </a:cubicBezTo>
                  <a:cubicBezTo>
                    <a:pt x="32377" y="3566"/>
                    <a:pt x="32505" y="3395"/>
                    <a:pt x="32505" y="3209"/>
                  </a:cubicBezTo>
                  <a:cubicBezTo>
                    <a:pt x="32505" y="2967"/>
                    <a:pt x="32377" y="2796"/>
                    <a:pt x="32149" y="2796"/>
                  </a:cubicBezTo>
                  <a:cubicBezTo>
                    <a:pt x="31963" y="2796"/>
                    <a:pt x="31849" y="2910"/>
                    <a:pt x="31792" y="3095"/>
                  </a:cubicBezTo>
                  <a:lnTo>
                    <a:pt x="29467" y="3095"/>
                  </a:lnTo>
                  <a:lnTo>
                    <a:pt x="2638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1"/>
            <p:cNvSpPr/>
            <p:nvPr/>
          </p:nvSpPr>
          <p:spPr>
            <a:xfrm rot="-5400000">
              <a:off x="8472362" y="4017291"/>
              <a:ext cx="439281" cy="137148"/>
            </a:xfrm>
            <a:custGeom>
              <a:avLst/>
              <a:gdLst/>
              <a:ahLst/>
              <a:cxnLst/>
              <a:rect l="l" t="t" r="r" b="b"/>
              <a:pathLst>
                <a:path w="10099" h="3153" extrusionOk="0">
                  <a:moveTo>
                    <a:pt x="9742" y="1"/>
                  </a:moveTo>
                  <a:cubicBezTo>
                    <a:pt x="9499" y="1"/>
                    <a:pt x="9328" y="186"/>
                    <a:pt x="9328" y="357"/>
                  </a:cubicBezTo>
                  <a:cubicBezTo>
                    <a:pt x="9328" y="543"/>
                    <a:pt x="9442" y="714"/>
                    <a:pt x="9628" y="714"/>
                  </a:cubicBezTo>
                  <a:lnTo>
                    <a:pt x="9628" y="2910"/>
                  </a:lnTo>
                  <a:lnTo>
                    <a:pt x="0" y="2910"/>
                  </a:lnTo>
                  <a:lnTo>
                    <a:pt x="0" y="3153"/>
                  </a:lnTo>
                  <a:lnTo>
                    <a:pt x="9856" y="3153"/>
                  </a:lnTo>
                  <a:lnTo>
                    <a:pt x="9856" y="714"/>
                  </a:lnTo>
                  <a:cubicBezTo>
                    <a:pt x="9984" y="714"/>
                    <a:pt x="10098" y="543"/>
                    <a:pt x="10098" y="357"/>
                  </a:cubicBezTo>
                  <a:cubicBezTo>
                    <a:pt x="10098" y="186"/>
                    <a:pt x="9913" y="1"/>
                    <a:pt x="974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1"/>
            <p:cNvSpPr/>
            <p:nvPr/>
          </p:nvSpPr>
          <p:spPr>
            <a:xfrm rot="-5400000">
              <a:off x="8472688" y="3978513"/>
              <a:ext cx="477733" cy="176252"/>
            </a:xfrm>
            <a:custGeom>
              <a:avLst/>
              <a:gdLst/>
              <a:ahLst/>
              <a:cxnLst/>
              <a:rect l="l" t="t" r="r" b="b"/>
              <a:pathLst>
                <a:path w="10983" h="4052" extrusionOk="0">
                  <a:moveTo>
                    <a:pt x="10569" y="1"/>
                  </a:moveTo>
                  <a:cubicBezTo>
                    <a:pt x="10398" y="1"/>
                    <a:pt x="10212" y="186"/>
                    <a:pt x="10212" y="357"/>
                  </a:cubicBezTo>
                  <a:cubicBezTo>
                    <a:pt x="10212" y="543"/>
                    <a:pt x="10341" y="714"/>
                    <a:pt x="10455" y="714"/>
                  </a:cubicBezTo>
                  <a:lnTo>
                    <a:pt x="10455" y="3809"/>
                  </a:lnTo>
                  <a:lnTo>
                    <a:pt x="0" y="3809"/>
                  </a:lnTo>
                  <a:lnTo>
                    <a:pt x="0" y="4052"/>
                  </a:lnTo>
                  <a:lnTo>
                    <a:pt x="10697" y="4052"/>
                  </a:lnTo>
                  <a:lnTo>
                    <a:pt x="10697" y="714"/>
                  </a:lnTo>
                  <a:cubicBezTo>
                    <a:pt x="10868" y="714"/>
                    <a:pt x="10983" y="543"/>
                    <a:pt x="10983" y="357"/>
                  </a:cubicBezTo>
                  <a:cubicBezTo>
                    <a:pt x="10983" y="186"/>
                    <a:pt x="10811" y="1"/>
                    <a:pt x="1056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1"/>
            <p:cNvSpPr/>
            <p:nvPr/>
          </p:nvSpPr>
          <p:spPr>
            <a:xfrm rot="-5400000">
              <a:off x="8182970" y="3430727"/>
              <a:ext cx="1620499" cy="129057"/>
            </a:xfrm>
            <a:custGeom>
              <a:avLst/>
              <a:gdLst/>
              <a:ahLst/>
              <a:cxnLst/>
              <a:rect l="l" t="t" r="r" b="b"/>
              <a:pathLst>
                <a:path w="37255" h="2967" extrusionOk="0">
                  <a:moveTo>
                    <a:pt x="17700" y="0"/>
                  </a:moveTo>
                  <a:lnTo>
                    <a:pt x="15261" y="2382"/>
                  </a:lnTo>
                  <a:lnTo>
                    <a:pt x="0" y="2382"/>
                  </a:lnTo>
                  <a:lnTo>
                    <a:pt x="0" y="2610"/>
                  </a:lnTo>
                  <a:lnTo>
                    <a:pt x="15390" y="2610"/>
                  </a:lnTo>
                  <a:lnTo>
                    <a:pt x="17829" y="243"/>
                  </a:lnTo>
                  <a:lnTo>
                    <a:pt x="23462" y="243"/>
                  </a:lnTo>
                  <a:lnTo>
                    <a:pt x="26030" y="2739"/>
                  </a:lnTo>
                  <a:lnTo>
                    <a:pt x="36484" y="2739"/>
                  </a:lnTo>
                  <a:cubicBezTo>
                    <a:pt x="36542" y="2910"/>
                    <a:pt x="36727" y="2967"/>
                    <a:pt x="36841" y="2967"/>
                  </a:cubicBezTo>
                  <a:cubicBezTo>
                    <a:pt x="37084" y="2967"/>
                    <a:pt x="37255" y="2853"/>
                    <a:pt x="37255" y="2610"/>
                  </a:cubicBezTo>
                  <a:cubicBezTo>
                    <a:pt x="37255" y="2382"/>
                    <a:pt x="37084" y="2254"/>
                    <a:pt x="36841" y="2254"/>
                  </a:cubicBezTo>
                  <a:cubicBezTo>
                    <a:pt x="36727" y="2254"/>
                    <a:pt x="36542" y="2311"/>
                    <a:pt x="36484" y="2496"/>
                  </a:cubicBezTo>
                  <a:lnTo>
                    <a:pt x="26087" y="2496"/>
                  </a:lnTo>
                  <a:lnTo>
                    <a:pt x="23591"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1"/>
            <p:cNvSpPr/>
            <p:nvPr/>
          </p:nvSpPr>
          <p:spPr>
            <a:xfrm rot="-5400000">
              <a:off x="8089908" y="3371157"/>
              <a:ext cx="1718543" cy="150153"/>
            </a:xfrm>
            <a:custGeom>
              <a:avLst/>
              <a:gdLst/>
              <a:ahLst/>
              <a:cxnLst/>
              <a:rect l="l" t="t" r="r" b="b"/>
              <a:pathLst>
                <a:path w="39509" h="3452" extrusionOk="0">
                  <a:moveTo>
                    <a:pt x="17344" y="0"/>
                  </a:moveTo>
                  <a:lnTo>
                    <a:pt x="14620" y="2681"/>
                  </a:lnTo>
                  <a:lnTo>
                    <a:pt x="0" y="2681"/>
                  </a:lnTo>
                  <a:lnTo>
                    <a:pt x="0" y="2924"/>
                  </a:lnTo>
                  <a:lnTo>
                    <a:pt x="14734" y="2924"/>
                  </a:lnTo>
                  <a:lnTo>
                    <a:pt x="17401" y="243"/>
                  </a:lnTo>
                  <a:lnTo>
                    <a:pt x="24062" y="243"/>
                  </a:lnTo>
                  <a:lnTo>
                    <a:pt x="27028" y="3152"/>
                  </a:lnTo>
                  <a:lnTo>
                    <a:pt x="38738" y="3152"/>
                  </a:lnTo>
                  <a:cubicBezTo>
                    <a:pt x="38795" y="3338"/>
                    <a:pt x="38980" y="3452"/>
                    <a:pt x="39095" y="3452"/>
                  </a:cubicBezTo>
                  <a:cubicBezTo>
                    <a:pt x="39337" y="3452"/>
                    <a:pt x="39508" y="3281"/>
                    <a:pt x="39508" y="3038"/>
                  </a:cubicBezTo>
                  <a:cubicBezTo>
                    <a:pt x="39508" y="2853"/>
                    <a:pt x="39337" y="2681"/>
                    <a:pt x="39095" y="2681"/>
                  </a:cubicBezTo>
                  <a:cubicBezTo>
                    <a:pt x="38980" y="2681"/>
                    <a:pt x="38795" y="2796"/>
                    <a:pt x="38738" y="2924"/>
                  </a:cubicBezTo>
                  <a:lnTo>
                    <a:pt x="27157" y="2924"/>
                  </a:lnTo>
                  <a:lnTo>
                    <a:pt x="2417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1"/>
            <p:cNvSpPr/>
            <p:nvPr/>
          </p:nvSpPr>
          <p:spPr>
            <a:xfrm rot="-5400000">
              <a:off x="8069444" y="3539297"/>
              <a:ext cx="1330763" cy="201654"/>
            </a:xfrm>
            <a:custGeom>
              <a:avLst/>
              <a:gdLst/>
              <a:ahLst/>
              <a:cxnLst/>
              <a:rect l="l" t="t" r="r" b="b"/>
              <a:pathLst>
                <a:path w="30594" h="4636" extrusionOk="0">
                  <a:moveTo>
                    <a:pt x="11282" y="0"/>
                  </a:moveTo>
                  <a:lnTo>
                    <a:pt x="11282" y="4393"/>
                  </a:lnTo>
                  <a:lnTo>
                    <a:pt x="0" y="4393"/>
                  </a:lnTo>
                  <a:lnTo>
                    <a:pt x="0" y="4636"/>
                  </a:lnTo>
                  <a:lnTo>
                    <a:pt x="11524" y="4636"/>
                  </a:lnTo>
                  <a:lnTo>
                    <a:pt x="11524" y="243"/>
                  </a:lnTo>
                  <a:lnTo>
                    <a:pt x="26914" y="243"/>
                  </a:lnTo>
                  <a:lnTo>
                    <a:pt x="29881" y="3152"/>
                  </a:lnTo>
                  <a:cubicBezTo>
                    <a:pt x="29824" y="3209"/>
                    <a:pt x="29824" y="3267"/>
                    <a:pt x="29824" y="3324"/>
                  </a:cubicBezTo>
                  <a:cubicBezTo>
                    <a:pt x="29824" y="3566"/>
                    <a:pt x="30009" y="3737"/>
                    <a:pt x="30180" y="3737"/>
                  </a:cubicBezTo>
                  <a:cubicBezTo>
                    <a:pt x="30423" y="3737"/>
                    <a:pt x="30594" y="3566"/>
                    <a:pt x="30594" y="3324"/>
                  </a:cubicBezTo>
                  <a:cubicBezTo>
                    <a:pt x="30594" y="3152"/>
                    <a:pt x="30423" y="2967"/>
                    <a:pt x="30180" y="2967"/>
                  </a:cubicBezTo>
                  <a:cubicBezTo>
                    <a:pt x="30123" y="2967"/>
                    <a:pt x="30123" y="2967"/>
                    <a:pt x="30066" y="3024"/>
                  </a:cubicBezTo>
                  <a:lnTo>
                    <a:pt x="2702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1"/>
            <p:cNvSpPr/>
            <p:nvPr/>
          </p:nvSpPr>
          <p:spPr>
            <a:xfrm rot="-5400000">
              <a:off x="8940152" y="3389472"/>
              <a:ext cx="230232" cy="93085"/>
            </a:xfrm>
            <a:custGeom>
              <a:avLst/>
              <a:gdLst/>
              <a:ahLst/>
              <a:cxnLst/>
              <a:rect l="l" t="t" r="r" b="b"/>
              <a:pathLst>
                <a:path w="5293" h="2140" extrusionOk="0">
                  <a:moveTo>
                    <a:pt x="4879" y="0"/>
                  </a:moveTo>
                  <a:cubicBezTo>
                    <a:pt x="4765" y="0"/>
                    <a:pt x="4579" y="114"/>
                    <a:pt x="4522" y="243"/>
                  </a:cubicBezTo>
                  <a:lnTo>
                    <a:pt x="1912" y="243"/>
                  </a:lnTo>
                  <a:lnTo>
                    <a:pt x="1" y="2140"/>
                  </a:lnTo>
                  <a:lnTo>
                    <a:pt x="357" y="2140"/>
                  </a:lnTo>
                  <a:lnTo>
                    <a:pt x="2026" y="471"/>
                  </a:lnTo>
                  <a:lnTo>
                    <a:pt x="4522" y="471"/>
                  </a:lnTo>
                  <a:cubicBezTo>
                    <a:pt x="4579" y="656"/>
                    <a:pt x="4765" y="770"/>
                    <a:pt x="4879" y="770"/>
                  </a:cubicBezTo>
                  <a:cubicBezTo>
                    <a:pt x="5121" y="770"/>
                    <a:pt x="5292" y="599"/>
                    <a:pt x="5292" y="357"/>
                  </a:cubicBezTo>
                  <a:cubicBezTo>
                    <a:pt x="5292" y="186"/>
                    <a:pt x="5121" y="0"/>
                    <a:pt x="487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1"/>
            <p:cNvSpPr/>
            <p:nvPr/>
          </p:nvSpPr>
          <p:spPr>
            <a:xfrm rot="-5400000">
              <a:off x="8976450" y="3345735"/>
              <a:ext cx="196696" cy="54024"/>
            </a:xfrm>
            <a:custGeom>
              <a:avLst/>
              <a:gdLst/>
              <a:ahLst/>
              <a:cxnLst/>
              <a:rect l="l" t="t" r="r" b="b"/>
              <a:pathLst>
                <a:path w="4522" h="1242" extrusionOk="0">
                  <a:moveTo>
                    <a:pt x="4165" y="1"/>
                  </a:moveTo>
                  <a:cubicBezTo>
                    <a:pt x="3994" y="1"/>
                    <a:pt x="3866" y="115"/>
                    <a:pt x="3809" y="229"/>
                  </a:cubicBezTo>
                  <a:lnTo>
                    <a:pt x="1013" y="229"/>
                  </a:lnTo>
                  <a:lnTo>
                    <a:pt x="1" y="1242"/>
                  </a:lnTo>
                  <a:lnTo>
                    <a:pt x="357" y="1242"/>
                  </a:lnTo>
                  <a:lnTo>
                    <a:pt x="1142" y="471"/>
                  </a:lnTo>
                  <a:lnTo>
                    <a:pt x="3809" y="471"/>
                  </a:lnTo>
                  <a:cubicBezTo>
                    <a:pt x="3866" y="642"/>
                    <a:pt x="3994" y="771"/>
                    <a:pt x="4165" y="771"/>
                  </a:cubicBezTo>
                  <a:cubicBezTo>
                    <a:pt x="4351" y="771"/>
                    <a:pt x="4522" y="585"/>
                    <a:pt x="4522" y="357"/>
                  </a:cubicBezTo>
                  <a:cubicBezTo>
                    <a:pt x="4522" y="172"/>
                    <a:pt x="4351" y="1"/>
                    <a:pt x="4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11"/>
          <p:cNvGrpSpPr/>
          <p:nvPr/>
        </p:nvGrpSpPr>
        <p:grpSpPr>
          <a:xfrm>
            <a:off x="6005250" y="3407991"/>
            <a:ext cx="771431" cy="2862407"/>
            <a:chOff x="4128096" y="2589445"/>
            <a:chExt cx="465334" cy="1726630"/>
          </a:xfrm>
        </p:grpSpPr>
        <p:sp>
          <p:nvSpPr>
            <p:cNvPr id="300" name="Google Shape;300;p11"/>
            <p:cNvSpPr/>
            <p:nvPr/>
          </p:nvSpPr>
          <p:spPr>
            <a:xfrm rot="-5400000">
              <a:off x="4350516" y="3592343"/>
              <a:ext cx="447328" cy="38495"/>
            </a:xfrm>
            <a:custGeom>
              <a:avLst/>
              <a:gdLst/>
              <a:ahLst/>
              <a:cxnLst/>
              <a:rect l="l" t="t" r="r" b="b"/>
              <a:pathLst>
                <a:path w="10284" h="885" extrusionOk="0">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rot="-5400000">
              <a:off x="4258650" y="2857151"/>
              <a:ext cx="602484" cy="67073"/>
            </a:xfrm>
            <a:custGeom>
              <a:avLst/>
              <a:gdLst/>
              <a:ahLst/>
              <a:cxnLst/>
              <a:rect l="l" t="t" r="r" b="b"/>
              <a:pathLst>
                <a:path w="13851" h="1542" extrusionOk="0">
                  <a:moveTo>
                    <a:pt x="13494" y="1"/>
                  </a:moveTo>
                  <a:cubicBezTo>
                    <a:pt x="13322" y="1"/>
                    <a:pt x="13137" y="58"/>
                    <a:pt x="13137" y="243"/>
                  </a:cubicBezTo>
                  <a:lnTo>
                    <a:pt x="1" y="243"/>
                  </a:lnTo>
                  <a:lnTo>
                    <a:pt x="1" y="1541"/>
                  </a:lnTo>
                  <a:lnTo>
                    <a:pt x="243" y="1541"/>
                  </a:lnTo>
                  <a:lnTo>
                    <a:pt x="243" y="472"/>
                  </a:lnTo>
                  <a:lnTo>
                    <a:pt x="13137" y="472"/>
                  </a:lnTo>
                  <a:cubicBezTo>
                    <a:pt x="13137" y="600"/>
                    <a:pt x="13322" y="714"/>
                    <a:pt x="13494" y="714"/>
                  </a:cubicBezTo>
                  <a:cubicBezTo>
                    <a:pt x="13679" y="714"/>
                    <a:pt x="13850" y="543"/>
                    <a:pt x="13850" y="357"/>
                  </a:cubicBezTo>
                  <a:cubicBezTo>
                    <a:pt x="13850" y="115"/>
                    <a:pt x="13679" y="1"/>
                    <a:pt x="1349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1"/>
            <p:cNvSpPr/>
            <p:nvPr/>
          </p:nvSpPr>
          <p:spPr>
            <a:xfrm rot="-5400000">
              <a:off x="4342753" y="2990231"/>
              <a:ext cx="395827" cy="105525"/>
            </a:xfrm>
            <a:custGeom>
              <a:avLst/>
              <a:gdLst/>
              <a:ahLst/>
              <a:cxnLst/>
              <a:rect l="l" t="t" r="r" b="b"/>
              <a:pathLst>
                <a:path w="9100" h="2426" extrusionOk="0">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rot="-5400000">
              <a:off x="4236967" y="2935946"/>
              <a:ext cx="565859" cy="147065"/>
            </a:xfrm>
            <a:custGeom>
              <a:avLst/>
              <a:gdLst/>
              <a:ahLst/>
              <a:cxnLst/>
              <a:rect l="l" t="t" r="r" b="b"/>
              <a:pathLst>
                <a:path w="13009" h="3381" extrusionOk="0">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rot="-5400000">
              <a:off x="4284728" y="3027769"/>
              <a:ext cx="421317" cy="196087"/>
            </a:xfrm>
            <a:custGeom>
              <a:avLst/>
              <a:gdLst/>
              <a:ahLst/>
              <a:cxnLst/>
              <a:rect l="l" t="t" r="r" b="b"/>
              <a:pathLst>
                <a:path w="9686" h="4508" extrusionOk="0">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rot="-5400000">
              <a:off x="3936988" y="3222875"/>
              <a:ext cx="1067777" cy="245108"/>
            </a:xfrm>
            <a:custGeom>
              <a:avLst/>
              <a:gdLst/>
              <a:ahLst/>
              <a:cxnLst/>
              <a:rect l="l" t="t" r="r" b="b"/>
              <a:pathLst>
                <a:path w="24548" h="5635" extrusionOk="0">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rot="-5400000">
              <a:off x="3583049" y="3406216"/>
              <a:ext cx="1613105" cy="206613"/>
            </a:xfrm>
            <a:custGeom>
              <a:avLst/>
              <a:gdLst/>
              <a:ahLst/>
              <a:cxnLst/>
              <a:rect l="l" t="t" r="r" b="b"/>
              <a:pathLst>
                <a:path w="37085" h="4750" extrusionOk="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rot="-5400000">
              <a:off x="3683572" y="3550758"/>
              <a:ext cx="1318409" cy="212224"/>
            </a:xfrm>
            <a:custGeom>
              <a:avLst/>
              <a:gdLst/>
              <a:ahLst/>
              <a:cxnLst/>
              <a:rect l="l" t="t" r="r" b="b"/>
              <a:pathLst>
                <a:path w="30310" h="4879" extrusionOk="0">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rot="-5400000">
              <a:off x="3890469" y="3910287"/>
              <a:ext cx="679996" cy="131580"/>
            </a:xfrm>
            <a:custGeom>
              <a:avLst/>
              <a:gdLst/>
              <a:ahLst/>
              <a:cxnLst/>
              <a:rect l="l" t="t" r="r" b="b"/>
              <a:pathLst>
                <a:path w="15633" h="3025" extrusionOk="0">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rot="-5400000">
              <a:off x="3593294" y="3509501"/>
              <a:ext cx="1400924" cy="212224"/>
            </a:xfrm>
            <a:custGeom>
              <a:avLst/>
              <a:gdLst/>
              <a:ahLst/>
              <a:cxnLst/>
              <a:rect l="l" t="t" r="r" b="b"/>
              <a:pathLst>
                <a:path w="32207" h="4879" extrusionOk="0">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rot="-5400000">
              <a:off x="3468913" y="3442188"/>
              <a:ext cx="1533069" cy="214704"/>
            </a:xfrm>
            <a:custGeom>
              <a:avLst/>
              <a:gdLst/>
              <a:ahLst/>
              <a:cxnLst/>
              <a:rect l="l" t="t" r="r" b="b"/>
              <a:pathLst>
                <a:path w="35245" h="4936" extrusionOk="0">
                  <a:moveTo>
                    <a:pt x="34831" y="0"/>
                  </a:moveTo>
                  <a:cubicBezTo>
                    <a:pt x="34702" y="0"/>
                    <a:pt x="34531" y="71"/>
                    <a:pt x="34474" y="243"/>
                  </a:cubicBezTo>
                  <a:lnTo>
                    <a:pt x="16403" y="243"/>
                  </a:lnTo>
                  <a:lnTo>
                    <a:pt x="16403" y="4707"/>
                  </a:lnTo>
                  <a:lnTo>
                    <a:pt x="1" y="4707"/>
                  </a:lnTo>
                  <a:lnTo>
                    <a:pt x="1" y="4935"/>
                  </a:lnTo>
                  <a:lnTo>
                    <a:pt x="16645" y="4935"/>
                  </a:lnTo>
                  <a:lnTo>
                    <a:pt x="16645" y="485"/>
                  </a:lnTo>
                  <a:lnTo>
                    <a:pt x="34474" y="485"/>
                  </a:lnTo>
                  <a:cubicBezTo>
                    <a:pt x="34531" y="599"/>
                    <a:pt x="34702" y="713"/>
                    <a:pt x="34831" y="713"/>
                  </a:cubicBezTo>
                  <a:cubicBezTo>
                    <a:pt x="35059" y="713"/>
                    <a:pt x="35244" y="542"/>
                    <a:pt x="35244" y="357"/>
                  </a:cubicBezTo>
                  <a:cubicBezTo>
                    <a:pt x="35244" y="129"/>
                    <a:pt x="35059" y="0"/>
                    <a:pt x="3483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1" name="Google Shape;311;p11"/>
          <p:cNvSpPr txBox="1">
            <a:spLocks noGrp="1"/>
          </p:cNvSpPr>
          <p:nvPr>
            <p:ph type="title" hasCustomPrompt="1"/>
          </p:nvPr>
        </p:nvSpPr>
        <p:spPr>
          <a:xfrm>
            <a:off x="1984800" y="1438700"/>
            <a:ext cx="5174400" cy="11709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12" name="Google Shape;312;p11"/>
          <p:cNvSpPr txBox="1">
            <a:spLocks noGrp="1"/>
          </p:cNvSpPr>
          <p:nvPr>
            <p:ph type="subTitle" idx="1"/>
          </p:nvPr>
        </p:nvSpPr>
        <p:spPr>
          <a:xfrm>
            <a:off x="1984800" y="2491950"/>
            <a:ext cx="5174400" cy="41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13"/>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14"/>
        <p:cNvGrpSpPr/>
        <p:nvPr/>
      </p:nvGrpSpPr>
      <p:grpSpPr>
        <a:xfrm>
          <a:off x="0" y="0"/>
          <a:ext cx="0" cy="0"/>
          <a:chOff x="0" y="0"/>
          <a:chExt cx="0" cy="0"/>
        </a:xfrm>
      </p:grpSpPr>
      <p:sp>
        <p:nvSpPr>
          <p:cNvPr id="315" name="Google Shape;315;p13"/>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 name="Google Shape;316;p13"/>
          <p:cNvGrpSpPr/>
          <p:nvPr/>
        </p:nvGrpSpPr>
        <p:grpSpPr>
          <a:xfrm>
            <a:off x="405347" y="2571756"/>
            <a:ext cx="994044" cy="3212279"/>
            <a:chOff x="2474121" y="2891575"/>
            <a:chExt cx="439279" cy="1419541"/>
          </a:xfrm>
        </p:grpSpPr>
        <p:sp>
          <p:nvSpPr>
            <p:cNvPr id="317" name="Google Shape;317;p13"/>
            <p:cNvSpPr/>
            <p:nvPr/>
          </p:nvSpPr>
          <p:spPr>
            <a:xfrm rot="-5400000">
              <a:off x="1917918" y="3535251"/>
              <a:ext cx="1419541" cy="132189"/>
            </a:xfrm>
            <a:custGeom>
              <a:avLst/>
              <a:gdLst/>
              <a:ahLst/>
              <a:cxnLst/>
              <a:rect l="l" t="t" r="r" b="b"/>
              <a:pathLst>
                <a:path w="32635" h="3039" extrusionOk="0">
                  <a:moveTo>
                    <a:pt x="1" y="0"/>
                  </a:moveTo>
                  <a:lnTo>
                    <a:pt x="1" y="243"/>
                  </a:lnTo>
                  <a:lnTo>
                    <a:pt x="15818" y="243"/>
                  </a:lnTo>
                  <a:lnTo>
                    <a:pt x="15818" y="2796"/>
                  </a:lnTo>
                  <a:lnTo>
                    <a:pt x="31864" y="2796"/>
                  </a:lnTo>
                  <a:cubicBezTo>
                    <a:pt x="31921" y="2981"/>
                    <a:pt x="32092" y="3038"/>
                    <a:pt x="32221" y="3038"/>
                  </a:cubicBezTo>
                  <a:cubicBezTo>
                    <a:pt x="32449" y="3038"/>
                    <a:pt x="32634" y="2924"/>
                    <a:pt x="32634" y="2682"/>
                  </a:cubicBezTo>
                  <a:cubicBezTo>
                    <a:pt x="32634" y="2496"/>
                    <a:pt x="32449" y="2325"/>
                    <a:pt x="32221" y="2325"/>
                  </a:cubicBezTo>
                  <a:cubicBezTo>
                    <a:pt x="32092" y="2325"/>
                    <a:pt x="31921" y="2439"/>
                    <a:pt x="31864" y="2568"/>
                  </a:cubicBezTo>
                  <a:lnTo>
                    <a:pt x="16046" y="2568"/>
                  </a:lnTo>
                  <a:lnTo>
                    <a:pt x="1604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3"/>
            <p:cNvSpPr/>
            <p:nvPr/>
          </p:nvSpPr>
          <p:spPr>
            <a:xfrm rot="-5400000">
              <a:off x="2568095" y="3965811"/>
              <a:ext cx="504441" cy="186169"/>
            </a:xfrm>
            <a:custGeom>
              <a:avLst/>
              <a:gdLst/>
              <a:ahLst/>
              <a:cxnLst/>
              <a:rect l="l" t="t" r="r" b="b"/>
              <a:pathLst>
                <a:path w="11597" h="4280" extrusionOk="0">
                  <a:moveTo>
                    <a:pt x="1" y="1"/>
                  </a:moveTo>
                  <a:lnTo>
                    <a:pt x="1" y="243"/>
                  </a:lnTo>
                  <a:lnTo>
                    <a:pt x="11112" y="243"/>
                  </a:lnTo>
                  <a:lnTo>
                    <a:pt x="11112" y="3566"/>
                  </a:lnTo>
                  <a:cubicBezTo>
                    <a:pt x="10940" y="3623"/>
                    <a:pt x="10883" y="3752"/>
                    <a:pt x="10883" y="3923"/>
                  </a:cubicBezTo>
                  <a:cubicBezTo>
                    <a:pt x="10883" y="4108"/>
                    <a:pt x="10997" y="4279"/>
                    <a:pt x="11240" y="4279"/>
                  </a:cubicBezTo>
                  <a:cubicBezTo>
                    <a:pt x="11468" y="4279"/>
                    <a:pt x="11596" y="4108"/>
                    <a:pt x="11596" y="3923"/>
                  </a:cubicBezTo>
                  <a:cubicBezTo>
                    <a:pt x="11596" y="3752"/>
                    <a:pt x="11539" y="3623"/>
                    <a:pt x="11354" y="3566"/>
                  </a:cubicBezTo>
                  <a:lnTo>
                    <a:pt x="1135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3"/>
            <p:cNvSpPr/>
            <p:nvPr/>
          </p:nvSpPr>
          <p:spPr>
            <a:xfrm rot="-5400000">
              <a:off x="2612136" y="4009852"/>
              <a:ext cx="452331" cy="150197"/>
            </a:xfrm>
            <a:custGeom>
              <a:avLst/>
              <a:gdLst/>
              <a:ahLst/>
              <a:cxnLst/>
              <a:rect l="l" t="t" r="r" b="b"/>
              <a:pathLst>
                <a:path w="10399" h="3453" extrusionOk="0">
                  <a:moveTo>
                    <a:pt x="1" y="1"/>
                  </a:moveTo>
                  <a:lnTo>
                    <a:pt x="1" y="243"/>
                  </a:lnTo>
                  <a:lnTo>
                    <a:pt x="9928" y="243"/>
                  </a:lnTo>
                  <a:lnTo>
                    <a:pt x="9928" y="2739"/>
                  </a:lnTo>
                  <a:cubicBezTo>
                    <a:pt x="9757" y="2796"/>
                    <a:pt x="9628" y="2925"/>
                    <a:pt x="9628" y="3096"/>
                  </a:cubicBezTo>
                  <a:cubicBezTo>
                    <a:pt x="9628" y="3281"/>
                    <a:pt x="9814" y="3452"/>
                    <a:pt x="10042" y="3452"/>
                  </a:cubicBezTo>
                  <a:cubicBezTo>
                    <a:pt x="10227" y="3452"/>
                    <a:pt x="10398" y="3281"/>
                    <a:pt x="10398" y="3096"/>
                  </a:cubicBezTo>
                  <a:cubicBezTo>
                    <a:pt x="10398" y="2925"/>
                    <a:pt x="10284" y="2796"/>
                    <a:pt x="10170" y="2739"/>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3"/>
            <p:cNvSpPr/>
            <p:nvPr/>
          </p:nvSpPr>
          <p:spPr>
            <a:xfrm rot="-5400000">
              <a:off x="2177879" y="3666157"/>
              <a:ext cx="1160818" cy="129101"/>
            </a:xfrm>
            <a:custGeom>
              <a:avLst/>
              <a:gdLst/>
              <a:ahLst/>
              <a:cxnLst/>
              <a:rect l="l" t="t" r="r" b="b"/>
              <a:pathLst>
                <a:path w="26687" h="2968" extrusionOk="0">
                  <a:moveTo>
                    <a:pt x="1" y="0"/>
                  </a:moveTo>
                  <a:lnTo>
                    <a:pt x="1" y="243"/>
                  </a:lnTo>
                  <a:lnTo>
                    <a:pt x="12310" y="243"/>
                  </a:lnTo>
                  <a:lnTo>
                    <a:pt x="12310" y="2739"/>
                  </a:lnTo>
                  <a:lnTo>
                    <a:pt x="25973" y="2739"/>
                  </a:lnTo>
                  <a:cubicBezTo>
                    <a:pt x="26030" y="2910"/>
                    <a:pt x="26159" y="2967"/>
                    <a:pt x="26330" y="2967"/>
                  </a:cubicBezTo>
                  <a:cubicBezTo>
                    <a:pt x="26572" y="2967"/>
                    <a:pt x="26687" y="2853"/>
                    <a:pt x="26687" y="2611"/>
                  </a:cubicBezTo>
                  <a:cubicBezTo>
                    <a:pt x="26687" y="2439"/>
                    <a:pt x="26572" y="2254"/>
                    <a:pt x="26330" y="2254"/>
                  </a:cubicBezTo>
                  <a:cubicBezTo>
                    <a:pt x="26159" y="2254"/>
                    <a:pt x="26030" y="2382"/>
                    <a:pt x="25973" y="2496"/>
                  </a:cubicBezTo>
                  <a:lnTo>
                    <a:pt x="12538" y="2496"/>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3"/>
            <p:cNvSpPr/>
            <p:nvPr/>
          </p:nvSpPr>
          <p:spPr>
            <a:xfrm rot="-5400000">
              <a:off x="2081076" y="3607849"/>
              <a:ext cx="1271867" cy="134668"/>
            </a:xfrm>
            <a:custGeom>
              <a:avLst/>
              <a:gdLst/>
              <a:ahLst/>
              <a:cxnLst/>
              <a:rect l="l" t="t" r="r" b="b"/>
              <a:pathLst>
                <a:path w="29240" h="3096" extrusionOk="0">
                  <a:moveTo>
                    <a:pt x="1" y="1"/>
                  </a:moveTo>
                  <a:lnTo>
                    <a:pt x="1" y="243"/>
                  </a:lnTo>
                  <a:lnTo>
                    <a:pt x="13436" y="243"/>
                  </a:lnTo>
                  <a:lnTo>
                    <a:pt x="13436" y="2853"/>
                  </a:lnTo>
                  <a:lnTo>
                    <a:pt x="28526" y="2853"/>
                  </a:lnTo>
                  <a:cubicBezTo>
                    <a:pt x="28526" y="2967"/>
                    <a:pt x="28712" y="3096"/>
                    <a:pt x="28883" y="3096"/>
                  </a:cubicBezTo>
                  <a:cubicBezTo>
                    <a:pt x="29068" y="3096"/>
                    <a:pt x="29240" y="2910"/>
                    <a:pt x="29240" y="2739"/>
                  </a:cubicBezTo>
                  <a:cubicBezTo>
                    <a:pt x="29240" y="2497"/>
                    <a:pt x="29068" y="2326"/>
                    <a:pt x="28883" y="2326"/>
                  </a:cubicBezTo>
                  <a:cubicBezTo>
                    <a:pt x="28712" y="2326"/>
                    <a:pt x="28526" y="2440"/>
                    <a:pt x="28526" y="2611"/>
                  </a:cubicBezTo>
                  <a:lnTo>
                    <a:pt x="13679" y="2611"/>
                  </a:lnTo>
                  <a:lnTo>
                    <a:pt x="1367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3"/>
            <p:cNvSpPr/>
            <p:nvPr/>
          </p:nvSpPr>
          <p:spPr>
            <a:xfrm rot="-5400000">
              <a:off x="2065591" y="3641342"/>
              <a:ext cx="1212319" cy="127230"/>
            </a:xfrm>
            <a:custGeom>
              <a:avLst/>
              <a:gdLst/>
              <a:ahLst/>
              <a:cxnLst/>
              <a:rect l="l" t="t" r="r" b="b"/>
              <a:pathLst>
                <a:path w="27871" h="2925" extrusionOk="0">
                  <a:moveTo>
                    <a:pt x="1" y="0"/>
                  </a:moveTo>
                  <a:lnTo>
                    <a:pt x="1" y="243"/>
                  </a:lnTo>
                  <a:lnTo>
                    <a:pt x="14563" y="243"/>
                  </a:lnTo>
                  <a:lnTo>
                    <a:pt x="14563" y="2682"/>
                  </a:lnTo>
                  <a:lnTo>
                    <a:pt x="27157" y="2682"/>
                  </a:lnTo>
                  <a:cubicBezTo>
                    <a:pt x="27229" y="2853"/>
                    <a:pt x="27343" y="2924"/>
                    <a:pt x="27514" y="2924"/>
                  </a:cubicBezTo>
                  <a:cubicBezTo>
                    <a:pt x="27756" y="2924"/>
                    <a:pt x="27870" y="2796"/>
                    <a:pt x="27870" y="2567"/>
                  </a:cubicBezTo>
                  <a:cubicBezTo>
                    <a:pt x="27870" y="2382"/>
                    <a:pt x="27756" y="2211"/>
                    <a:pt x="27514" y="2211"/>
                  </a:cubicBezTo>
                  <a:cubicBezTo>
                    <a:pt x="27343" y="2211"/>
                    <a:pt x="27229" y="2325"/>
                    <a:pt x="27157" y="2439"/>
                  </a:cubicBezTo>
                  <a:lnTo>
                    <a:pt x="14806" y="2439"/>
                  </a:lnTo>
                  <a:lnTo>
                    <a:pt x="1480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3"/>
            <p:cNvSpPr/>
            <p:nvPr/>
          </p:nvSpPr>
          <p:spPr>
            <a:xfrm rot="-5400000">
              <a:off x="1972508" y="3742473"/>
              <a:ext cx="1103749" cy="33537"/>
            </a:xfrm>
            <a:custGeom>
              <a:avLst/>
              <a:gdLst/>
              <a:ahLst/>
              <a:cxnLst/>
              <a:rect l="l" t="t" r="r" b="b"/>
              <a:pathLst>
                <a:path w="25375" h="771" extrusionOk="0">
                  <a:moveTo>
                    <a:pt x="25018" y="1"/>
                  </a:moveTo>
                  <a:cubicBezTo>
                    <a:pt x="24847" y="1"/>
                    <a:pt x="24733" y="115"/>
                    <a:pt x="24661" y="300"/>
                  </a:cubicBezTo>
                  <a:lnTo>
                    <a:pt x="1" y="300"/>
                  </a:lnTo>
                  <a:lnTo>
                    <a:pt x="1" y="528"/>
                  </a:lnTo>
                  <a:lnTo>
                    <a:pt x="24661" y="528"/>
                  </a:lnTo>
                  <a:cubicBezTo>
                    <a:pt x="24733" y="657"/>
                    <a:pt x="24847" y="771"/>
                    <a:pt x="25018" y="771"/>
                  </a:cubicBezTo>
                  <a:cubicBezTo>
                    <a:pt x="25260" y="771"/>
                    <a:pt x="25374" y="600"/>
                    <a:pt x="25374" y="414"/>
                  </a:cubicBezTo>
                  <a:cubicBezTo>
                    <a:pt x="25374" y="172"/>
                    <a:pt x="25260" y="1"/>
                    <a:pt x="2501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3"/>
            <p:cNvSpPr/>
            <p:nvPr/>
          </p:nvSpPr>
          <p:spPr>
            <a:xfrm rot="-5400000">
              <a:off x="2020290" y="3823748"/>
              <a:ext cx="941199" cy="33537"/>
            </a:xfrm>
            <a:custGeom>
              <a:avLst/>
              <a:gdLst/>
              <a:ahLst/>
              <a:cxnLst/>
              <a:rect l="l" t="t" r="r" b="b"/>
              <a:pathLst>
                <a:path w="21638" h="771" extrusionOk="0">
                  <a:moveTo>
                    <a:pt x="21281" y="0"/>
                  </a:moveTo>
                  <a:cubicBezTo>
                    <a:pt x="21095" y="0"/>
                    <a:pt x="20924" y="114"/>
                    <a:pt x="20924" y="229"/>
                  </a:cubicBezTo>
                  <a:lnTo>
                    <a:pt x="1" y="229"/>
                  </a:lnTo>
                  <a:lnTo>
                    <a:pt x="1" y="471"/>
                  </a:lnTo>
                  <a:lnTo>
                    <a:pt x="20924" y="471"/>
                  </a:lnTo>
                  <a:cubicBezTo>
                    <a:pt x="20924" y="656"/>
                    <a:pt x="21095" y="771"/>
                    <a:pt x="21281" y="771"/>
                  </a:cubicBezTo>
                  <a:cubicBezTo>
                    <a:pt x="21452" y="771"/>
                    <a:pt x="21637" y="585"/>
                    <a:pt x="21637" y="357"/>
                  </a:cubicBezTo>
                  <a:cubicBezTo>
                    <a:pt x="21637" y="172"/>
                    <a:pt x="21452" y="0"/>
                    <a:pt x="2128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 name="Google Shape;325;p13"/>
          <p:cNvGrpSpPr/>
          <p:nvPr/>
        </p:nvGrpSpPr>
        <p:grpSpPr>
          <a:xfrm rot="-5400000">
            <a:off x="8584962" y="164005"/>
            <a:ext cx="1220922" cy="2928361"/>
            <a:chOff x="3117442" y="2754471"/>
            <a:chExt cx="648978" cy="1556645"/>
          </a:xfrm>
        </p:grpSpPr>
        <p:sp>
          <p:nvSpPr>
            <p:cNvPr id="326" name="Google Shape;326;p13"/>
            <p:cNvSpPr/>
            <p:nvPr/>
          </p:nvSpPr>
          <p:spPr>
            <a:xfrm rot="-5400000">
              <a:off x="2522788" y="3592320"/>
              <a:ext cx="1313451" cy="124142"/>
            </a:xfrm>
            <a:custGeom>
              <a:avLst/>
              <a:gdLst/>
              <a:ahLst/>
              <a:cxnLst/>
              <a:rect l="l" t="t" r="r" b="b"/>
              <a:pathLst>
                <a:path w="30196" h="2854" extrusionOk="0">
                  <a:moveTo>
                    <a:pt x="15276" y="1"/>
                  </a:moveTo>
                  <a:lnTo>
                    <a:pt x="12666" y="2625"/>
                  </a:lnTo>
                  <a:lnTo>
                    <a:pt x="1" y="2625"/>
                  </a:lnTo>
                  <a:lnTo>
                    <a:pt x="1" y="2854"/>
                  </a:lnTo>
                  <a:lnTo>
                    <a:pt x="12780" y="2854"/>
                  </a:lnTo>
                  <a:lnTo>
                    <a:pt x="15390" y="243"/>
                  </a:lnTo>
                  <a:lnTo>
                    <a:pt x="23235" y="243"/>
                  </a:lnTo>
                  <a:lnTo>
                    <a:pt x="25374" y="2383"/>
                  </a:lnTo>
                  <a:lnTo>
                    <a:pt x="29425" y="2383"/>
                  </a:lnTo>
                  <a:cubicBezTo>
                    <a:pt x="29482" y="2554"/>
                    <a:pt x="29596" y="2625"/>
                    <a:pt x="29782" y="2625"/>
                  </a:cubicBezTo>
                  <a:cubicBezTo>
                    <a:pt x="30010" y="2625"/>
                    <a:pt x="30195" y="2497"/>
                    <a:pt x="30195" y="2269"/>
                  </a:cubicBezTo>
                  <a:cubicBezTo>
                    <a:pt x="30195" y="2083"/>
                    <a:pt x="30010" y="1912"/>
                    <a:pt x="29782" y="1912"/>
                  </a:cubicBezTo>
                  <a:cubicBezTo>
                    <a:pt x="29653" y="1912"/>
                    <a:pt x="29482" y="1969"/>
                    <a:pt x="29425" y="2140"/>
                  </a:cubicBezTo>
                  <a:lnTo>
                    <a:pt x="25503" y="2140"/>
                  </a:lnTo>
                  <a:lnTo>
                    <a:pt x="23306"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3"/>
            <p:cNvSpPr/>
            <p:nvPr/>
          </p:nvSpPr>
          <p:spPr>
            <a:xfrm rot="-5400000">
              <a:off x="3104412" y="3972336"/>
              <a:ext cx="644024" cy="33537"/>
            </a:xfrm>
            <a:custGeom>
              <a:avLst/>
              <a:gdLst/>
              <a:ahLst/>
              <a:cxnLst/>
              <a:rect l="l" t="t" r="r" b="b"/>
              <a:pathLst>
                <a:path w="14806" h="771" extrusionOk="0">
                  <a:moveTo>
                    <a:pt x="14392" y="1"/>
                  </a:moveTo>
                  <a:cubicBezTo>
                    <a:pt x="14264" y="1"/>
                    <a:pt x="14092" y="115"/>
                    <a:pt x="14035" y="300"/>
                  </a:cubicBezTo>
                  <a:lnTo>
                    <a:pt x="1" y="300"/>
                  </a:lnTo>
                  <a:lnTo>
                    <a:pt x="1" y="543"/>
                  </a:lnTo>
                  <a:lnTo>
                    <a:pt x="14035" y="543"/>
                  </a:lnTo>
                  <a:cubicBezTo>
                    <a:pt x="14092" y="657"/>
                    <a:pt x="14264" y="771"/>
                    <a:pt x="14392" y="771"/>
                  </a:cubicBezTo>
                  <a:cubicBezTo>
                    <a:pt x="14620" y="771"/>
                    <a:pt x="14806" y="600"/>
                    <a:pt x="14806" y="414"/>
                  </a:cubicBezTo>
                  <a:cubicBezTo>
                    <a:pt x="14806" y="186"/>
                    <a:pt x="14620" y="1"/>
                    <a:pt x="1439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3"/>
            <p:cNvSpPr/>
            <p:nvPr/>
          </p:nvSpPr>
          <p:spPr>
            <a:xfrm rot="-5400000">
              <a:off x="3456174" y="4000870"/>
              <a:ext cx="452331" cy="168161"/>
            </a:xfrm>
            <a:custGeom>
              <a:avLst/>
              <a:gdLst/>
              <a:ahLst/>
              <a:cxnLst/>
              <a:rect l="l" t="t" r="r" b="b"/>
              <a:pathLst>
                <a:path w="10399" h="3866" extrusionOk="0">
                  <a:moveTo>
                    <a:pt x="1" y="1"/>
                  </a:moveTo>
                  <a:lnTo>
                    <a:pt x="1" y="243"/>
                  </a:lnTo>
                  <a:lnTo>
                    <a:pt x="9928" y="243"/>
                  </a:lnTo>
                  <a:lnTo>
                    <a:pt x="9928" y="3153"/>
                  </a:lnTo>
                  <a:cubicBezTo>
                    <a:pt x="9757" y="3153"/>
                    <a:pt x="9628" y="3338"/>
                    <a:pt x="9628" y="3509"/>
                  </a:cubicBezTo>
                  <a:cubicBezTo>
                    <a:pt x="9628" y="3695"/>
                    <a:pt x="9814" y="3866"/>
                    <a:pt x="10042" y="3866"/>
                  </a:cubicBezTo>
                  <a:cubicBezTo>
                    <a:pt x="10227" y="3866"/>
                    <a:pt x="10398" y="3695"/>
                    <a:pt x="10398" y="3509"/>
                  </a:cubicBezTo>
                  <a:cubicBezTo>
                    <a:pt x="10398" y="3338"/>
                    <a:pt x="10284" y="3153"/>
                    <a:pt x="10170" y="3153"/>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3"/>
            <p:cNvSpPr/>
            <p:nvPr/>
          </p:nvSpPr>
          <p:spPr>
            <a:xfrm rot="-5400000">
              <a:off x="3085206" y="3642908"/>
              <a:ext cx="1140330" cy="196087"/>
            </a:xfrm>
            <a:custGeom>
              <a:avLst/>
              <a:gdLst/>
              <a:ahLst/>
              <a:cxnLst/>
              <a:rect l="l" t="t" r="r" b="b"/>
              <a:pathLst>
                <a:path w="26216" h="4508" extrusionOk="0">
                  <a:moveTo>
                    <a:pt x="25859" y="0"/>
                  </a:moveTo>
                  <a:cubicBezTo>
                    <a:pt x="25674" y="0"/>
                    <a:pt x="25560" y="114"/>
                    <a:pt x="25503" y="229"/>
                  </a:cubicBezTo>
                  <a:lnTo>
                    <a:pt x="16531" y="229"/>
                  </a:lnTo>
                  <a:lnTo>
                    <a:pt x="12481" y="4279"/>
                  </a:lnTo>
                  <a:lnTo>
                    <a:pt x="11240" y="4279"/>
                  </a:lnTo>
                  <a:lnTo>
                    <a:pt x="11240" y="57"/>
                  </a:lnTo>
                  <a:lnTo>
                    <a:pt x="1" y="57"/>
                  </a:lnTo>
                  <a:lnTo>
                    <a:pt x="1" y="286"/>
                  </a:lnTo>
                  <a:lnTo>
                    <a:pt x="10997" y="286"/>
                  </a:lnTo>
                  <a:lnTo>
                    <a:pt x="10997" y="4507"/>
                  </a:lnTo>
                  <a:lnTo>
                    <a:pt x="12609" y="4507"/>
                  </a:lnTo>
                  <a:lnTo>
                    <a:pt x="16645" y="471"/>
                  </a:lnTo>
                  <a:lnTo>
                    <a:pt x="25503" y="471"/>
                  </a:lnTo>
                  <a:cubicBezTo>
                    <a:pt x="25560" y="642"/>
                    <a:pt x="25674" y="771"/>
                    <a:pt x="25859" y="771"/>
                  </a:cubicBezTo>
                  <a:cubicBezTo>
                    <a:pt x="26087" y="771"/>
                    <a:pt x="26216" y="585"/>
                    <a:pt x="26216" y="357"/>
                  </a:cubicBezTo>
                  <a:cubicBezTo>
                    <a:pt x="26216" y="171"/>
                    <a:pt x="26087" y="0"/>
                    <a:pt x="2585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3"/>
            <p:cNvSpPr/>
            <p:nvPr/>
          </p:nvSpPr>
          <p:spPr>
            <a:xfrm rot="-5400000">
              <a:off x="2913348" y="3546126"/>
              <a:ext cx="1336374" cy="193607"/>
            </a:xfrm>
            <a:custGeom>
              <a:avLst/>
              <a:gdLst/>
              <a:ahLst/>
              <a:cxnLst/>
              <a:rect l="l" t="t" r="r" b="b"/>
              <a:pathLst>
                <a:path w="30723" h="4451" extrusionOk="0">
                  <a:moveTo>
                    <a:pt x="30309" y="1"/>
                  </a:moveTo>
                  <a:cubicBezTo>
                    <a:pt x="30195" y="1"/>
                    <a:pt x="30010" y="115"/>
                    <a:pt x="29953" y="300"/>
                  </a:cubicBezTo>
                  <a:lnTo>
                    <a:pt x="16232" y="300"/>
                  </a:lnTo>
                  <a:lnTo>
                    <a:pt x="12609" y="3866"/>
                  </a:lnTo>
                  <a:lnTo>
                    <a:pt x="12609" y="714"/>
                  </a:lnTo>
                  <a:lnTo>
                    <a:pt x="1" y="714"/>
                  </a:lnTo>
                  <a:lnTo>
                    <a:pt x="1" y="956"/>
                  </a:lnTo>
                  <a:lnTo>
                    <a:pt x="12367" y="956"/>
                  </a:lnTo>
                  <a:lnTo>
                    <a:pt x="12367" y="4451"/>
                  </a:lnTo>
                  <a:lnTo>
                    <a:pt x="16346" y="528"/>
                  </a:lnTo>
                  <a:lnTo>
                    <a:pt x="29953" y="528"/>
                  </a:lnTo>
                  <a:cubicBezTo>
                    <a:pt x="30010" y="657"/>
                    <a:pt x="30195" y="771"/>
                    <a:pt x="30309" y="771"/>
                  </a:cubicBezTo>
                  <a:cubicBezTo>
                    <a:pt x="30552" y="771"/>
                    <a:pt x="30723" y="600"/>
                    <a:pt x="30723" y="414"/>
                  </a:cubicBezTo>
                  <a:cubicBezTo>
                    <a:pt x="30723" y="172"/>
                    <a:pt x="30552" y="1"/>
                    <a:pt x="3030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3"/>
            <p:cNvSpPr/>
            <p:nvPr/>
          </p:nvSpPr>
          <p:spPr>
            <a:xfrm rot="-5400000">
              <a:off x="2875811" y="3622116"/>
              <a:ext cx="1233415" cy="144586"/>
            </a:xfrm>
            <a:custGeom>
              <a:avLst/>
              <a:gdLst/>
              <a:ahLst/>
              <a:cxnLst/>
              <a:rect l="l" t="t" r="r" b="b"/>
              <a:pathLst>
                <a:path w="28356" h="3324" extrusionOk="0">
                  <a:moveTo>
                    <a:pt x="27942" y="0"/>
                  </a:moveTo>
                  <a:cubicBezTo>
                    <a:pt x="27813" y="0"/>
                    <a:pt x="27642" y="114"/>
                    <a:pt x="27585" y="228"/>
                  </a:cubicBezTo>
                  <a:lnTo>
                    <a:pt x="16175" y="228"/>
                  </a:lnTo>
                  <a:lnTo>
                    <a:pt x="13679" y="2796"/>
                  </a:lnTo>
                  <a:lnTo>
                    <a:pt x="13679" y="1127"/>
                  </a:lnTo>
                  <a:lnTo>
                    <a:pt x="1" y="1127"/>
                  </a:lnTo>
                  <a:lnTo>
                    <a:pt x="1" y="1369"/>
                  </a:lnTo>
                  <a:lnTo>
                    <a:pt x="13436" y="1369"/>
                  </a:lnTo>
                  <a:lnTo>
                    <a:pt x="13436" y="3323"/>
                  </a:lnTo>
                  <a:lnTo>
                    <a:pt x="16289" y="471"/>
                  </a:lnTo>
                  <a:lnTo>
                    <a:pt x="27585" y="471"/>
                  </a:lnTo>
                  <a:cubicBezTo>
                    <a:pt x="27642" y="656"/>
                    <a:pt x="27813" y="770"/>
                    <a:pt x="27942" y="770"/>
                  </a:cubicBezTo>
                  <a:cubicBezTo>
                    <a:pt x="28170" y="770"/>
                    <a:pt x="28355" y="585"/>
                    <a:pt x="28355" y="357"/>
                  </a:cubicBezTo>
                  <a:cubicBezTo>
                    <a:pt x="28355" y="171"/>
                    <a:pt x="28170" y="0"/>
                    <a:pt x="2794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3"/>
            <p:cNvSpPr/>
            <p:nvPr/>
          </p:nvSpPr>
          <p:spPr>
            <a:xfrm rot="-5400000">
              <a:off x="2601887" y="3552324"/>
              <a:ext cx="1419541" cy="98043"/>
            </a:xfrm>
            <a:custGeom>
              <a:avLst/>
              <a:gdLst/>
              <a:ahLst/>
              <a:cxnLst/>
              <a:rect l="l" t="t" r="r" b="b"/>
              <a:pathLst>
                <a:path w="32635" h="2254" extrusionOk="0">
                  <a:moveTo>
                    <a:pt x="16289" y="0"/>
                  </a:moveTo>
                  <a:lnTo>
                    <a:pt x="14321" y="1897"/>
                  </a:lnTo>
                  <a:lnTo>
                    <a:pt x="1" y="1897"/>
                  </a:lnTo>
                  <a:lnTo>
                    <a:pt x="1" y="2140"/>
                  </a:lnTo>
                  <a:lnTo>
                    <a:pt x="14449" y="2140"/>
                  </a:lnTo>
                  <a:lnTo>
                    <a:pt x="16346" y="229"/>
                  </a:lnTo>
                  <a:lnTo>
                    <a:pt x="21395" y="229"/>
                  </a:lnTo>
                  <a:lnTo>
                    <a:pt x="23178" y="2012"/>
                  </a:lnTo>
                  <a:lnTo>
                    <a:pt x="31864" y="2012"/>
                  </a:lnTo>
                  <a:cubicBezTo>
                    <a:pt x="31921" y="2197"/>
                    <a:pt x="32092" y="2254"/>
                    <a:pt x="32221" y="2254"/>
                  </a:cubicBezTo>
                  <a:cubicBezTo>
                    <a:pt x="32449" y="2254"/>
                    <a:pt x="32634" y="2140"/>
                    <a:pt x="32634" y="1897"/>
                  </a:cubicBezTo>
                  <a:cubicBezTo>
                    <a:pt x="32634" y="1655"/>
                    <a:pt x="32449" y="1541"/>
                    <a:pt x="32221" y="1541"/>
                  </a:cubicBezTo>
                  <a:cubicBezTo>
                    <a:pt x="32035" y="1541"/>
                    <a:pt x="31921" y="1655"/>
                    <a:pt x="31864" y="1783"/>
                  </a:cubicBezTo>
                  <a:lnTo>
                    <a:pt x="23306" y="1783"/>
                  </a:lnTo>
                  <a:lnTo>
                    <a:pt x="2152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3"/>
            <p:cNvSpPr/>
            <p:nvPr/>
          </p:nvSpPr>
          <p:spPr>
            <a:xfrm rot="-5400000">
              <a:off x="2574592" y="3483446"/>
              <a:ext cx="1556645" cy="98696"/>
            </a:xfrm>
            <a:custGeom>
              <a:avLst/>
              <a:gdLst/>
              <a:ahLst/>
              <a:cxnLst/>
              <a:rect l="l" t="t" r="r" b="b"/>
              <a:pathLst>
                <a:path w="35787" h="2269" extrusionOk="0">
                  <a:moveTo>
                    <a:pt x="16703" y="1"/>
                  </a:moveTo>
                  <a:lnTo>
                    <a:pt x="14806" y="1841"/>
                  </a:lnTo>
                  <a:lnTo>
                    <a:pt x="1" y="1841"/>
                  </a:lnTo>
                  <a:lnTo>
                    <a:pt x="1" y="2083"/>
                  </a:lnTo>
                  <a:lnTo>
                    <a:pt x="14920" y="2083"/>
                  </a:lnTo>
                  <a:lnTo>
                    <a:pt x="16760" y="243"/>
                  </a:lnTo>
                  <a:lnTo>
                    <a:pt x="20810" y="243"/>
                  </a:lnTo>
                  <a:lnTo>
                    <a:pt x="22593" y="2026"/>
                  </a:lnTo>
                  <a:lnTo>
                    <a:pt x="35002" y="2026"/>
                  </a:lnTo>
                  <a:cubicBezTo>
                    <a:pt x="35073" y="2140"/>
                    <a:pt x="35244" y="2269"/>
                    <a:pt x="35358" y="2269"/>
                  </a:cubicBezTo>
                  <a:cubicBezTo>
                    <a:pt x="35601" y="2269"/>
                    <a:pt x="35786" y="2083"/>
                    <a:pt x="35786" y="1912"/>
                  </a:cubicBezTo>
                  <a:cubicBezTo>
                    <a:pt x="35786" y="1670"/>
                    <a:pt x="35601" y="1484"/>
                    <a:pt x="35358" y="1484"/>
                  </a:cubicBezTo>
                  <a:cubicBezTo>
                    <a:pt x="35244" y="1484"/>
                    <a:pt x="35073" y="1613"/>
                    <a:pt x="35002" y="1784"/>
                  </a:cubicBezTo>
                  <a:lnTo>
                    <a:pt x="22650" y="1784"/>
                  </a:lnTo>
                  <a:lnTo>
                    <a:pt x="2092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3"/>
            <p:cNvSpPr/>
            <p:nvPr/>
          </p:nvSpPr>
          <p:spPr>
            <a:xfrm rot="-5400000">
              <a:off x="2516589" y="3511045"/>
              <a:ext cx="1499576" cy="100566"/>
            </a:xfrm>
            <a:custGeom>
              <a:avLst/>
              <a:gdLst/>
              <a:ahLst/>
              <a:cxnLst/>
              <a:rect l="l" t="t" r="r" b="b"/>
              <a:pathLst>
                <a:path w="34475" h="2312" extrusionOk="0">
                  <a:moveTo>
                    <a:pt x="15747" y="1"/>
                  </a:moveTo>
                  <a:lnTo>
                    <a:pt x="13679" y="2012"/>
                  </a:lnTo>
                  <a:lnTo>
                    <a:pt x="1" y="2012"/>
                  </a:lnTo>
                  <a:lnTo>
                    <a:pt x="1" y="2254"/>
                  </a:lnTo>
                  <a:lnTo>
                    <a:pt x="13793" y="2254"/>
                  </a:lnTo>
                  <a:lnTo>
                    <a:pt x="15818" y="229"/>
                  </a:lnTo>
                  <a:lnTo>
                    <a:pt x="22108" y="229"/>
                  </a:lnTo>
                  <a:lnTo>
                    <a:pt x="24019" y="2069"/>
                  </a:lnTo>
                  <a:lnTo>
                    <a:pt x="33761" y="2069"/>
                  </a:lnTo>
                  <a:cubicBezTo>
                    <a:pt x="33818" y="2197"/>
                    <a:pt x="33932" y="2311"/>
                    <a:pt x="34117" y="2311"/>
                  </a:cubicBezTo>
                  <a:cubicBezTo>
                    <a:pt x="34289" y="2311"/>
                    <a:pt x="34474" y="2140"/>
                    <a:pt x="34474" y="1955"/>
                  </a:cubicBezTo>
                  <a:cubicBezTo>
                    <a:pt x="34474" y="1712"/>
                    <a:pt x="34289" y="1541"/>
                    <a:pt x="34117" y="1541"/>
                  </a:cubicBezTo>
                  <a:cubicBezTo>
                    <a:pt x="33932" y="1541"/>
                    <a:pt x="33761" y="1655"/>
                    <a:pt x="33761" y="1841"/>
                  </a:cubicBezTo>
                  <a:lnTo>
                    <a:pt x="24076" y="1841"/>
                  </a:lnTo>
                  <a:lnTo>
                    <a:pt x="2223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3"/>
            <p:cNvSpPr/>
            <p:nvPr/>
          </p:nvSpPr>
          <p:spPr>
            <a:xfrm rot="-5400000">
              <a:off x="2595407" y="3628314"/>
              <a:ext cx="1251380" cy="114224"/>
            </a:xfrm>
            <a:custGeom>
              <a:avLst/>
              <a:gdLst/>
              <a:ahLst/>
              <a:cxnLst/>
              <a:rect l="l" t="t" r="r" b="b"/>
              <a:pathLst>
                <a:path w="28769" h="2626" extrusionOk="0">
                  <a:moveTo>
                    <a:pt x="15519" y="1"/>
                  </a:moveTo>
                  <a:lnTo>
                    <a:pt x="13137" y="2383"/>
                  </a:lnTo>
                  <a:lnTo>
                    <a:pt x="1" y="2383"/>
                  </a:lnTo>
                  <a:lnTo>
                    <a:pt x="1" y="2625"/>
                  </a:lnTo>
                  <a:lnTo>
                    <a:pt x="13251" y="2625"/>
                  </a:lnTo>
                  <a:lnTo>
                    <a:pt x="15633" y="243"/>
                  </a:lnTo>
                  <a:lnTo>
                    <a:pt x="22707" y="243"/>
                  </a:lnTo>
                  <a:lnTo>
                    <a:pt x="24547" y="2083"/>
                  </a:lnTo>
                  <a:lnTo>
                    <a:pt x="28056" y="2083"/>
                  </a:lnTo>
                  <a:cubicBezTo>
                    <a:pt x="28056" y="2268"/>
                    <a:pt x="28227" y="2383"/>
                    <a:pt x="28412" y="2383"/>
                  </a:cubicBezTo>
                  <a:cubicBezTo>
                    <a:pt x="28583" y="2383"/>
                    <a:pt x="28769" y="2197"/>
                    <a:pt x="28769" y="1969"/>
                  </a:cubicBezTo>
                  <a:cubicBezTo>
                    <a:pt x="28769" y="1784"/>
                    <a:pt x="28583" y="1612"/>
                    <a:pt x="28412" y="1612"/>
                  </a:cubicBezTo>
                  <a:cubicBezTo>
                    <a:pt x="28227" y="1612"/>
                    <a:pt x="28113" y="1726"/>
                    <a:pt x="28056" y="1841"/>
                  </a:cubicBezTo>
                  <a:lnTo>
                    <a:pt x="24661" y="1841"/>
                  </a:lnTo>
                  <a:lnTo>
                    <a:pt x="2282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 name="Google Shape;33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37" name="Google Shape;337;p13"/>
          <p:cNvSpPr txBox="1">
            <a:spLocks noGrp="1"/>
          </p:cNvSpPr>
          <p:nvPr>
            <p:ph type="subTitle" idx="1"/>
          </p:nvPr>
        </p:nvSpPr>
        <p:spPr>
          <a:xfrm>
            <a:off x="1761313" y="2277409"/>
            <a:ext cx="2523900" cy="604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8" name="Google Shape;338;p13"/>
          <p:cNvSpPr txBox="1">
            <a:spLocks noGrp="1"/>
          </p:cNvSpPr>
          <p:nvPr>
            <p:ph type="subTitle" idx="2"/>
          </p:nvPr>
        </p:nvSpPr>
        <p:spPr>
          <a:xfrm>
            <a:off x="4858838" y="2277409"/>
            <a:ext cx="2523900" cy="604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9" name="Google Shape;339;p13"/>
          <p:cNvSpPr txBox="1">
            <a:spLocks noGrp="1"/>
          </p:cNvSpPr>
          <p:nvPr>
            <p:ph type="subTitle" idx="3"/>
          </p:nvPr>
        </p:nvSpPr>
        <p:spPr>
          <a:xfrm>
            <a:off x="1761313" y="3973584"/>
            <a:ext cx="2523900" cy="604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0" name="Google Shape;340;p13"/>
          <p:cNvSpPr txBox="1">
            <a:spLocks noGrp="1"/>
          </p:cNvSpPr>
          <p:nvPr>
            <p:ph type="subTitle" idx="4"/>
          </p:nvPr>
        </p:nvSpPr>
        <p:spPr>
          <a:xfrm>
            <a:off x="4858838" y="3973584"/>
            <a:ext cx="2523900" cy="604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1" name="Google Shape;341;p13"/>
          <p:cNvSpPr txBox="1">
            <a:spLocks noGrp="1"/>
          </p:cNvSpPr>
          <p:nvPr>
            <p:ph type="title" idx="5" hasCustomPrompt="1"/>
          </p:nvPr>
        </p:nvSpPr>
        <p:spPr>
          <a:xfrm>
            <a:off x="2639386" y="1295400"/>
            <a:ext cx="767100" cy="55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2" name="Google Shape;342;p13"/>
          <p:cNvSpPr txBox="1">
            <a:spLocks noGrp="1"/>
          </p:cNvSpPr>
          <p:nvPr>
            <p:ph type="title" idx="6" hasCustomPrompt="1"/>
          </p:nvPr>
        </p:nvSpPr>
        <p:spPr>
          <a:xfrm>
            <a:off x="2639386" y="3016825"/>
            <a:ext cx="767100" cy="55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3" name="Google Shape;343;p13"/>
          <p:cNvSpPr txBox="1">
            <a:spLocks noGrp="1"/>
          </p:cNvSpPr>
          <p:nvPr>
            <p:ph type="title" idx="7" hasCustomPrompt="1"/>
          </p:nvPr>
        </p:nvSpPr>
        <p:spPr>
          <a:xfrm>
            <a:off x="5736911" y="1295400"/>
            <a:ext cx="767100" cy="55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4" name="Google Shape;344;p13"/>
          <p:cNvSpPr txBox="1">
            <a:spLocks noGrp="1"/>
          </p:cNvSpPr>
          <p:nvPr>
            <p:ph type="title" idx="8" hasCustomPrompt="1"/>
          </p:nvPr>
        </p:nvSpPr>
        <p:spPr>
          <a:xfrm>
            <a:off x="5736911" y="3016825"/>
            <a:ext cx="767100" cy="555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5" name="Google Shape;345;p13"/>
          <p:cNvSpPr txBox="1">
            <a:spLocks noGrp="1"/>
          </p:cNvSpPr>
          <p:nvPr>
            <p:ph type="subTitle" idx="9"/>
          </p:nvPr>
        </p:nvSpPr>
        <p:spPr>
          <a:xfrm>
            <a:off x="1761325" y="1851000"/>
            <a:ext cx="2523900" cy="515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46" name="Google Shape;346;p13"/>
          <p:cNvSpPr txBox="1">
            <a:spLocks noGrp="1"/>
          </p:cNvSpPr>
          <p:nvPr>
            <p:ph type="subTitle" idx="13"/>
          </p:nvPr>
        </p:nvSpPr>
        <p:spPr>
          <a:xfrm>
            <a:off x="4858851" y="1851000"/>
            <a:ext cx="2523900" cy="515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47" name="Google Shape;347;p13"/>
          <p:cNvSpPr txBox="1">
            <a:spLocks noGrp="1"/>
          </p:cNvSpPr>
          <p:nvPr>
            <p:ph type="subTitle" idx="14"/>
          </p:nvPr>
        </p:nvSpPr>
        <p:spPr>
          <a:xfrm>
            <a:off x="1761325" y="3547175"/>
            <a:ext cx="2523900" cy="515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48" name="Google Shape;348;p13"/>
          <p:cNvSpPr txBox="1">
            <a:spLocks noGrp="1"/>
          </p:cNvSpPr>
          <p:nvPr>
            <p:ph type="subTitle" idx="15"/>
          </p:nvPr>
        </p:nvSpPr>
        <p:spPr>
          <a:xfrm>
            <a:off x="4858851" y="3547175"/>
            <a:ext cx="2523900" cy="515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49"/>
        <p:cNvGrpSpPr/>
        <p:nvPr/>
      </p:nvGrpSpPr>
      <p:grpSpPr>
        <a:xfrm>
          <a:off x="0" y="0"/>
          <a:ext cx="0" cy="0"/>
          <a:chOff x="0" y="0"/>
          <a:chExt cx="0" cy="0"/>
        </a:xfrm>
      </p:grpSpPr>
      <p:sp>
        <p:nvSpPr>
          <p:cNvPr id="350" name="Google Shape;350;p14"/>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 name="Google Shape;351;p14"/>
          <p:cNvGrpSpPr/>
          <p:nvPr/>
        </p:nvGrpSpPr>
        <p:grpSpPr>
          <a:xfrm>
            <a:off x="6244512" y="3338570"/>
            <a:ext cx="1206865" cy="2539995"/>
            <a:chOff x="1390914" y="2912672"/>
            <a:chExt cx="664463" cy="1398445"/>
          </a:xfrm>
        </p:grpSpPr>
        <p:sp>
          <p:nvSpPr>
            <p:cNvPr id="352" name="Google Shape;352;p14"/>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4"/>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4"/>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4"/>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4"/>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4"/>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4"/>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4"/>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4"/>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4"/>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4"/>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4"/>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4"/>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4"/>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14"/>
          <p:cNvGrpSpPr/>
          <p:nvPr/>
        </p:nvGrpSpPr>
        <p:grpSpPr>
          <a:xfrm rot="-5400000">
            <a:off x="8258356" y="631052"/>
            <a:ext cx="771581" cy="2505661"/>
            <a:chOff x="6278982" y="2751992"/>
            <a:chExt cx="478381" cy="1553513"/>
          </a:xfrm>
        </p:grpSpPr>
        <p:sp>
          <p:nvSpPr>
            <p:cNvPr id="367" name="Google Shape;367;p14"/>
            <p:cNvSpPr/>
            <p:nvPr/>
          </p:nvSpPr>
          <p:spPr>
            <a:xfrm rot="-5400000">
              <a:off x="6192439" y="3740581"/>
              <a:ext cx="1059686" cy="70161"/>
            </a:xfrm>
            <a:custGeom>
              <a:avLst/>
              <a:gdLst/>
              <a:ahLst/>
              <a:cxnLst/>
              <a:rect l="l" t="t" r="r" b="b"/>
              <a:pathLst>
                <a:path w="24362" h="1613" extrusionOk="0">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4"/>
            <p:cNvSpPr/>
            <p:nvPr/>
          </p:nvSpPr>
          <p:spPr>
            <a:xfrm rot="-5400000">
              <a:off x="6010359" y="3607522"/>
              <a:ext cx="1325804" cy="70161"/>
            </a:xfrm>
            <a:custGeom>
              <a:avLst/>
              <a:gdLst/>
              <a:ahLst/>
              <a:cxnLst/>
              <a:rect l="l" t="t" r="r" b="b"/>
              <a:pathLst>
                <a:path w="30480" h="1613" extrusionOk="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4"/>
            <p:cNvSpPr/>
            <p:nvPr/>
          </p:nvSpPr>
          <p:spPr>
            <a:xfrm rot="-5400000">
              <a:off x="6022147" y="3665853"/>
              <a:ext cx="1214755" cy="64550"/>
            </a:xfrm>
            <a:custGeom>
              <a:avLst/>
              <a:gdLst/>
              <a:ahLst/>
              <a:cxnLst/>
              <a:rect l="l" t="t" r="r" b="b"/>
              <a:pathLst>
                <a:path w="27927" h="1484" extrusionOk="0">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4"/>
            <p:cNvSpPr/>
            <p:nvPr/>
          </p:nvSpPr>
          <p:spPr>
            <a:xfrm rot="-5400000">
              <a:off x="5843461" y="3619310"/>
              <a:ext cx="1279305" cy="93085"/>
            </a:xfrm>
            <a:custGeom>
              <a:avLst/>
              <a:gdLst/>
              <a:ahLst/>
              <a:cxnLst/>
              <a:rect l="l" t="t" r="r" b="b"/>
              <a:pathLst>
                <a:path w="29411" h="2140" extrusionOk="0">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4"/>
            <p:cNvSpPr/>
            <p:nvPr/>
          </p:nvSpPr>
          <p:spPr>
            <a:xfrm rot="-5400000">
              <a:off x="5753204" y="3565025"/>
              <a:ext cx="1374825" cy="106134"/>
            </a:xfrm>
            <a:custGeom>
              <a:avLst/>
              <a:gdLst/>
              <a:ahLst/>
              <a:cxnLst/>
              <a:rect l="l" t="t" r="r" b="b"/>
              <a:pathLst>
                <a:path w="31607" h="2440" extrusionOk="0">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4"/>
            <p:cNvSpPr/>
            <p:nvPr/>
          </p:nvSpPr>
          <p:spPr>
            <a:xfrm rot="-5400000">
              <a:off x="5618885" y="3466677"/>
              <a:ext cx="1553513" cy="124142"/>
            </a:xfrm>
            <a:custGeom>
              <a:avLst/>
              <a:gdLst/>
              <a:ahLst/>
              <a:cxnLst/>
              <a:rect l="l" t="t" r="r" b="b"/>
              <a:pathLst>
                <a:path w="35715" h="2854" extrusionOk="0">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4"/>
            <p:cNvSpPr/>
            <p:nvPr/>
          </p:nvSpPr>
          <p:spPr>
            <a:xfrm rot="-5400000">
              <a:off x="5790418" y="3674835"/>
              <a:ext cx="1119234" cy="142106"/>
            </a:xfrm>
            <a:custGeom>
              <a:avLst/>
              <a:gdLst/>
              <a:ahLst/>
              <a:cxnLst/>
              <a:rect l="l" t="t" r="r" b="b"/>
              <a:pathLst>
                <a:path w="25731" h="3267" extrusionOk="0">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4"/>
            <p:cNvSpPr/>
            <p:nvPr/>
          </p:nvSpPr>
          <p:spPr>
            <a:xfrm rot="-5400000">
              <a:off x="6430370" y="3978513"/>
              <a:ext cx="620405" cy="33580"/>
            </a:xfrm>
            <a:custGeom>
              <a:avLst/>
              <a:gdLst/>
              <a:ahLst/>
              <a:cxnLst/>
              <a:rect l="l" t="t" r="r" b="b"/>
              <a:pathLst>
                <a:path w="14263" h="772" extrusionOk="0">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4"/>
            <p:cNvSpPr/>
            <p:nvPr/>
          </p:nvSpPr>
          <p:spPr>
            <a:xfrm rot="-5400000">
              <a:off x="5858989" y="3544234"/>
              <a:ext cx="1460429" cy="62114"/>
            </a:xfrm>
            <a:custGeom>
              <a:avLst/>
              <a:gdLst/>
              <a:ahLst/>
              <a:cxnLst/>
              <a:rect l="l" t="t" r="r" b="b"/>
              <a:pathLst>
                <a:path w="33575" h="1428" extrusionOk="0">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 name="Google Shape;376;p14"/>
          <p:cNvGrpSpPr/>
          <p:nvPr/>
        </p:nvGrpSpPr>
        <p:grpSpPr>
          <a:xfrm rot="-5400000">
            <a:off x="8420278" y="-126854"/>
            <a:ext cx="708512" cy="2313501"/>
            <a:chOff x="6961407" y="2871131"/>
            <a:chExt cx="439278" cy="1434374"/>
          </a:xfrm>
        </p:grpSpPr>
        <p:sp>
          <p:nvSpPr>
            <p:cNvPr id="377" name="Google Shape;377;p14"/>
            <p:cNvSpPr/>
            <p:nvPr/>
          </p:nvSpPr>
          <p:spPr>
            <a:xfrm rot="-5400000">
              <a:off x="6647504" y="3552324"/>
              <a:ext cx="1374825" cy="131536"/>
            </a:xfrm>
            <a:custGeom>
              <a:avLst/>
              <a:gdLst/>
              <a:ahLst/>
              <a:cxnLst/>
              <a:rect l="l" t="t" r="r" b="b"/>
              <a:pathLst>
                <a:path w="31607" h="3024" extrusionOk="0">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4"/>
            <p:cNvSpPr/>
            <p:nvPr/>
          </p:nvSpPr>
          <p:spPr>
            <a:xfrm rot="-5400000">
              <a:off x="6677278" y="3618071"/>
              <a:ext cx="1230283" cy="144586"/>
            </a:xfrm>
            <a:custGeom>
              <a:avLst/>
              <a:gdLst/>
              <a:ahLst/>
              <a:cxnLst/>
              <a:rect l="l" t="t" r="r" b="b"/>
              <a:pathLst>
                <a:path w="28284" h="3324" extrusionOk="0">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4"/>
            <p:cNvSpPr/>
            <p:nvPr/>
          </p:nvSpPr>
          <p:spPr>
            <a:xfrm rot="-5400000">
              <a:off x="6529931" y="3512306"/>
              <a:ext cx="1434374" cy="152024"/>
            </a:xfrm>
            <a:custGeom>
              <a:avLst/>
              <a:gdLst/>
              <a:ahLst/>
              <a:cxnLst/>
              <a:rect l="l" t="t" r="r" b="b"/>
              <a:pathLst>
                <a:path w="32976" h="3495" extrusionOk="0">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4"/>
            <p:cNvSpPr/>
            <p:nvPr/>
          </p:nvSpPr>
          <p:spPr>
            <a:xfrm rot="-5400000">
              <a:off x="6645331" y="3671116"/>
              <a:ext cx="1098138" cy="170641"/>
            </a:xfrm>
            <a:custGeom>
              <a:avLst/>
              <a:gdLst/>
              <a:ahLst/>
              <a:cxnLst/>
              <a:rect l="l" t="t" r="r" b="b"/>
              <a:pathLst>
                <a:path w="25246" h="3923" extrusionOk="0">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4"/>
            <p:cNvSpPr/>
            <p:nvPr/>
          </p:nvSpPr>
          <p:spPr>
            <a:xfrm rot="-5400000">
              <a:off x="6506661" y="3582076"/>
              <a:ext cx="1284264" cy="162594"/>
            </a:xfrm>
            <a:custGeom>
              <a:avLst/>
              <a:gdLst/>
              <a:ahLst/>
              <a:cxnLst/>
              <a:rect l="l" t="t" r="r" b="b"/>
              <a:pathLst>
                <a:path w="29525" h="3738" extrusionOk="0">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4"/>
            <p:cNvSpPr/>
            <p:nvPr/>
          </p:nvSpPr>
          <p:spPr>
            <a:xfrm rot="-5400000">
              <a:off x="6617711" y="3742147"/>
              <a:ext cx="953596" cy="173120"/>
            </a:xfrm>
            <a:custGeom>
              <a:avLst/>
              <a:gdLst/>
              <a:ahLst/>
              <a:cxnLst/>
              <a:rect l="l" t="t" r="r" b="b"/>
              <a:pathLst>
                <a:path w="21923" h="3980" extrusionOk="0">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4"/>
            <p:cNvSpPr/>
            <p:nvPr/>
          </p:nvSpPr>
          <p:spPr>
            <a:xfrm rot="-5400000">
              <a:off x="6516884" y="3690342"/>
              <a:ext cx="1059686" cy="170641"/>
            </a:xfrm>
            <a:custGeom>
              <a:avLst/>
              <a:gdLst/>
              <a:ahLst/>
              <a:cxnLst/>
              <a:rect l="l" t="t" r="r" b="b"/>
              <a:pathLst>
                <a:path w="24362" h="3923" extrusionOk="0">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14"/>
          <p:cNvGrpSpPr/>
          <p:nvPr/>
        </p:nvGrpSpPr>
        <p:grpSpPr>
          <a:xfrm rot="10800000">
            <a:off x="438850" y="-3"/>
            <a:ext cx="274372" cy="3323141"/>
            <a:chOff x="9" y="2835115"/>
            <a:chExt cx="134668" cy="1631069"/>
          </a:xfrm>
        </p:grpSpPr>
        <p:sp>
          <p:nvSpPr>
            <p:cNvPr id="385" name="Google Shape;385;p14"/>
            <p:cNvSpPr/>
            <p:nvPr/>
          </p:nvSpPr>
          <p:spPr>
            <a:xfrm rot="-5400000">
              <a:off x="-655129" y="3676378"/>
              <a:ext cx="1497053" cy="82558"/>
            </a:xfrm>
            <a:custGeom>
              <a:avLst/>
              <a:gdLst/>
              <a:ahLst/>
              <a:cxnLst/>
              <a:rect l="l" t="t" r="r" b="b"/>
              <a:pathLst>
                <a:path w="34417" h="1898" extrusionOk="0">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4"/>
            <p:cNvSpPr/>
            <p:nvPr/>
          </p:nvSpPr>
          <p:spPr>
            <a:xfrm rot="-5400000">
              <a:off x="-420003" y="3973575"/>
              <a:ext cx="912621" cy="72597"/>
            </a:xfrm>
            <a:custGeom>
              <a:avLst/>
              <a:gdLst/>
              <a:ahLst/>
              <a:cxnLst/>
              <a:rect l="l" t="t" r="r" b="b"/>
              <a:pathLst>
                <a:path w="20981" h="1669" extrusionOk="0">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4"/>
            <p:cNvSpPr/>
            <p:nvPr/>
          </p:nvSpPr>
          <p:spPr>
            <a:xfrm rot="-5400000">
              <a:off x="-388076" y="4029078"/>
              <a:ext cx="843156" cy="31057"/>
            </a:xfrm>
            <a:custGeom>
              <a:avLst/>
              <a:gdLst/>
              <a:ahLst/>
              <a:cxnLst/>
              <a:rect l="l" t="t" r="r" b="b"/>
              <a:pathLst>
                <a:path w="19384" h="714" extrusionOk="0">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4"/>
            <p:cNvSpPr/>
            <p:nvPr/>
          </p:nvSpPr>
          <p:spPr>
            <a:xfrm rot="-5400000">
              <a:off x="-758457" y="3604107"/>
              <a:ext cx="1631069" cy="93085"/>
            </a:xfrm>
            <a:custGeom>
              <a:avLst/>
              <a:gdLst/>
              <a:ahLst/>
              <a:cxnLst/>
              <a:rect l="l" t="t" r="r" b="b"/>
              <a:pathLst>
                <a:path w="37498" h="2140" extrusionOk="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 name="Google Shape;389;p14"/>
          <p:cNvSpPr txBox="1">
            <a:spLocks noGrp="1"/>
          </p:cNvSpPr>
          <p:nvPr>
            <p:ph type="title"/>
          </p:nvPr>
        </p:nvSpPr>
        <p:spPr>
          <a:xfrm>
            <a:off x="1063113" y="3343800"/>
            <a:ext cx="4831500" cy="5319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90" name="Google Shape;390;p14"/>
          <p:cNvSpPr txBox="1">
            <a:spLocks noGrp="1"/>
          </p:cNvSpPr>
          <p:nvPr>
            <p:ph type="subTitle" idx="1"/>
          </p:nvPr>
        </p:nvSpPr>
        <p:spPr>
          <a:xfrm>
            <a:off x="1063125" y="1342850"/>
            <a:ext cx="5474100" cy="1815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7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391"/>
        <p:cNvGrpSpPr/>
        <p:nvPr/>
      </p:nvGrpSpPr>
      <p:grpSpPr>
        <a:xfrm>
          <a:off x="0" y="0"/>
          <a:ext cx="0" cy="0"/>
          <a:chOff x="0" y="0"/>
          <a:chExt cx="0" cy="0"/>
        </a:xfrm>
      </p:grpSpPr>
      <p:sp>
        <p:nvSpPr>
          <p:cNvPr id="392" name="Google Shape;392;p15"/>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94" name="Google Shape;394;p15"/>
          <p:cNvSpPr txBox="1">
            <a:spLocks noGrp="1"/>
          </p:cNvSpPr>
          <p:nvPr>
            <p:ph type="subTitle" idx="1"/>
          </p:nvPr>
        </p:nvSpPr>
        <p:spPr>
          <a:xfrm>
            <a:off x="4876711" y="1715800"/>
            <a:ext cx="3169200" cy="189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5" name="Google Shape;395;p15"/>
          <p:cNvSpPr txBox="1">
            <a:spLocks noGrp="1"/>
          </p:cNvSpPr>
          <p:nvPr>
            <p:ph type="subTitle" idx="2"/>
          </p:nvPr>
        </p:nvSpPr>
        <p:spPr>
          <a:xfrm>
            <a:off x="1098100" y="1715800"/>
            <a:ext cx="3169200" cy="189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96" name="Google Shape;396;p15"/>
          <p:cNvGrpSpPr/>
          <p:nvPr/>
        </p:nvGrpSpPr>
        <p:grpSpPr>
          <a:xfrm>
            <a:off x="720015" y="4025448"/>
            <a:ext cx="1206865" cy="2539995"/>
            <a:chOff x="1390914" y="2912672"/>
            <a:chExt cx="664463" cy="1398445"/>
          </a:xfrm>
        </p:grpSpPr>
        <p:sp>
          <p:nvSpPr>
            <p:cNvPr id="397" name="Google Shape;397;p15"/>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5"/>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5"/>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5"/>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5"/>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5"/>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5"/>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5"/>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5"/>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5"/>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5"/>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5"/>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5"/>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5"/>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15"/>
          <p:cNvGrpSpPr/>
          <p:nvPr/>
        </p:nvGrpSpPr>
        <p:grpSpPr>
          <a:xfrm>
            <a:off x="7548076" y="3920250"/>
            <a:ext cx="882709" cy="3171055"/>
            <a:chOff x="8623429" y="2586962"/>
            <a:chExt cx="478381" cy="1718543"/>
          </a:xfrm>
        </p:grpSpPr>
        <p:sp>
          <p:nvSpPr>
            <p:cNvPr id="412" name="Google Shape;412;p15"/>
            <p:cNvSpPr/>
            <p:nvPr/>
          </p:nvSpPr>
          <p:spPr>
            <a:xfrm rot="-5400000">
              <a:off x="8267028" y="3481249"/>
              <a:ext cx="1527458" cy="121054"/>
            </a:xfrm>
            <a:custGeom>
              <a:avLst/>
              <a:gdLst/>
              <a:ahLst/>
              <a:cxnLst/>
              <a:rect l="l" t="t" r="r" b="b"/>
              <a:pathLst>
                <a:path w="35116" h="2783" extrusionOk="0">
                  <a:moveTo>
                    <a:pt x="18185" y="1"/>
                  </a:moveTo>
                  <a:lnTo>
                    <a:pt x="15917" y="2254"/>
                  </a:lnTo>
                  <a:lnTo>
                    <a:pt x="0" y="2254"/>
                  </a:lnTo>
                  <a:lnTo>
                    <a:pt x="0" y="2497"/>
                  </a:lnTo>
                  <a:lnTo>
                    <a:pt x="16046" y="2497"/>
                  </a:lnTo>
                  <a:lnTo>
                    <a:pt x="18299" y="229"/>
                  </a:lnTo>
                  <a:lnTo>
                    <a:pt x="22878" y="229"/>
                  </a:lnTo>
                  <a:lnTo>
                    <a:pt x="25131" y="2497"/>
                  </a:lnTo>
                  <a:lnTo>
                    <a:pt x="34402" y="2497"/>
                  </a:lnTo>
                  <a:cubicBezTo>
                    <a:pt x="34459" y="2668"/>
                    <a:pt x="34588" y="2782"/>
                    <a:pt x="34759" y="2782"/>
                  </a:cubicBezTo>
                  <a:cubicBezTo>
                    <a:pt x="35001" y="2782"/>
                    <a:pt x="35115" y="2611"/>
                    <a:pt x="35115" y="2368"/>
                  </a:cubicBezTo>
                  <a:cubicBezTo>
                    <a:pt x="35115" y="2197"/>
                    <a:pt x="35001" y="2012"/>
                    <a:pt x="34759" y="2012"/>
                  </a:cubicBezTo>
                  <a:cubicBezTo>
                    <a:pt x="34588" y="2012"/>
                    <a:pt x="34459" y="2140"/>
                    <a:pt x="34402" y="2254"/>
                  </a:cubicBezTo>
                  <a:lnTo>
                    <a:pt x="25245" y="2254"/>
                  </a:lnTo>
                  <a:lnTo>
                    <a:pt x="22935"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5"/>
            <p:cNvSpPr/>
            <p:nvPr/>
          </p:nvSpPr>
          <p:spPr>
            <a:xfrm rot="-5400000">
              <a:off x="8122184" y="3470418"/>
              <a:ext cx="1506971" cy="163203"/>
            </a:xfrm>
            <a:custGeom>
              <a:avLst/>
              <a:gdLst/>
              <a:ahLst/>
              <a:cxnLst/>
              <a:rect l="l" t="t" r="r" b="b"/>
              <a:pathLst>
                <a:path w="34645" h="3752" extrusionOk="0">
                  <a:moveTo>
                    <a:pt x="14135" y="0"/>
                  </a:moveTo>
                  <a:lnTo>
                    <a:pt x="14135" y="3509"/>
                  </a:lnTo>
                  <a:lnTo>
                    <a:pt x="0" y="3509"/>
                  </a:lnTo>
                  <a:lnTo>
                    <a:pt x="0" y="3751"/>
                  </a:lnTo>
                  <a:lnTo>
                    <a:pt x="14377" y="3751"/>
                  </a:lnTo>
                  <a:lnTo>
                    <a:pt x="14377" y="243"/>
                  </a:lnTo>
                  <a:lnTo>
                    <a:pt x="24832" y="243"/>
                  </a:lnTo>
                  <a:lnTo>
                    <a:pt x="27684" y="3095"/>
                  </a:lnTo>
                  <a:lnTo>
                    <a:pt x="33874" y="3095"/>
                  </a:lnTo>
                  <a:cubicBezTo>
                    <a:pt x="33931" y="3209"/>
                    <a:pt x="34103" y="3338"/>
                    <a:pt x="34231" y="3338"/>
                  </a:cubicBezTo>
                  <a:cubicBezTo>
                    <a:pt x="34459" y="3338"/>
                    <a:pt x="34645" y="3152"/>
                    <a:pt x="34645" y="2910"/>
                  </a:cubicBezTo>
                  <a:cubicBezTo>
                    <a:pt x="34645" y="2739"/>
                    <a:pt x="34459" y="2553"/>
                    <a:pt x="34231" y="2553"/>
                  </a:cubicBezTo>
                  <a:cubicBezTo>
                    <a:pt x="34046" y="2553"/>
                    <a:pt x="33931" y="2682"/>
                    <a:pt x="33874" y="2853"/>
                  </a:cubicBezTo>
                  <a:lnTo>
                    <a:pt x="27741" y="2853"/>
                  </a:lnTo>
                  <a:lnTo>
                    <a:pt x="2496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5"/>
            <p:cNvSpPr/>
            <p:nvPr/>
          </p:nvSpPr>
          <p:spPr>
            <a:xfrm rot="-5400000">
              <a:off x="8039648" y="3426986"/>
              <a:ext cx="1578959" cy="178079"/>
            </a:xfrm>
            <a:custGeom>
              <a:avLst/>
              <a:gdLst/>
              <a:ahLst/>
              <a:cxnLst/>
              <a:rect l="l" t="t" r="r" b="b"/>
              <a:pathLst>
                <a:path w="36300" h="4094" extrusionOk="0">
                  <a:moveTo>
                    <a:pt x="13193" y="0"/>
                  </a:moveTo>
                  <a:lnTo>
                    <a:pt x="13193" y="3866"/>
                  </a:lnTo>
                  <a:lnTo>
                    <a:pt x="0" y="3866"/>
                  </a:lnTo>
                  <a:lnTo>
                    <a:pt x="0" y="4094"/>
                  </a:lnTo>
                  <a:lnTo>
                    <a:pt x="13421" y="4094"/>
                  </a:lnTo>
                  <a:lnTo>
                    <a:pt x="13421" y="228"/>
                  </a:lnTo>
                  <a:lnTo>
                    <a:pt x="25488" y="228"/>
                  </a:lnTo>
                  <a:lnTo>
                    <a:pt x="28397" y="3152"/>
                  </a:lnTo>
                  <a:lnTo>
                    <a:pt x="35586" y="3152"/>
                  </a:lnTo>
                  <a:cubicBezTo>
                    <a:pt x="35657" y="3266"/>
                    <a:pt x="35771" y="3381"/>
                    <a:pt x="35942" y="3381"/>
                  </a:cubicBezTo>
                  <a:cubicBezTo>
                    <a:pt x="36185" y="3381"/>
                    <a:pt x="36299" y="3266"/>
                    <a:pt x="36299" y="3024"/>
                  </a:cubicBezTo>
                  <a:cubicBezTo>
                    <a:pt x="36299" y="2853"/>
                    <a:pt x="36185" y="2667"/>
                    <a:pt x="35942" y="2667"/>
                  </a:cubicBezTo>
                  <a:cubicBezTo>
                    <a:pt x="35771" y="2667"/>
                    <a:pt x="35657" y="2724"/>
                    <a:pt x="35586" y="2910"/>
                  </a:cubicBezTo>
                  <a:lnTo>
                    <a:pt x="28454" y="2910"/>
                  </a:lnTo>
                  <a:lnTo>
                    <a:pt x="25602"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5"/>
            <p:cNvSpPr/>
            <p:nvPr/>
          </p:nvSpPr>
          <p:spPr>
            <a:xfrm rot="-5400000">
              <a:off x="8073163" y="3501432"/>
              <a:ext cx="1413930" cy="194216"/>
            </a:xfrm>
            <a:custGeom>
              <a:avLst/>
              <a:gdLst/>
              <a:ahLst/>
              <a:cxnLst/>
              <a:rect l="l" t="t" r="r" b="b"/>
              <a:pathLst>
                <a:path w="32506" h="4465" extrusionOk="0">
                  <a:moveTo>
                    <a:pt x="12238" y="0"/>
                  </a:moveTo>
                  <a:lnTo>
                    <a:pt x="12238" y="4222"/>
                  </a:lnTo>
                  <a:lnTo>
                    <a:pt x="0" y="4222"/>
                  </a:lnTo>
                  <a:lnTo>
                    <a:pt x="0" y="4464"/>
                  </a:lnTo>
                  <a:lnTo>
                    <a:pt x="12480" y="4464"/>
                  </a:lnTo>
                  <a:lnTo>
                    <a:pt x="12480" y="243"/>
                  </a:lnTo>
                  <a:lnTo>
                    <a:pt x="26258" y="243"/>
                  </a:lnTo>
                  <a:lnTo>
                    <a:pt x="29353" y="3323"/>
                  </a:lnTo>
                  <a:lnTo>
                    <a:pt x="31792" y="3323"/>
                  </a:lnTo>
                  <a:cubicBezTo>
                    <a:pt x="31849" y="3452"/>
                    <a:pt x="31963" y="3566"/>
                    <a:pt x="32149" y="3566"/>
                  </a:cubicBezTo>
                  <a:cubicBezTo>
                    <a:pt x="32377" y="3566"/>
                    <a:pt x="32505" y="3395"/>
                    <a:pt x="32505" y="3209"/>
                  </a:cubicBezTo>
                  <a:cubicBezTo>
                    <a:pt x="32505" y="2967"/>
                    <a:pt x="32377" y="2796"/>
                    <a:pt x="32149" y="2796"/>
                  </a:cubicBezTo>
                  <a:cubicBezTo>
                    <a:pt x="31963" y="2796"/>
                    <a:pt x="31849" y="2910"/>
                    <a:pt x="31792" y="3095"/>
                  </a:cubicBezTo>
                  <a:lnTo>
                    <a:pt x="29467" y="3095"/>
                  </a:lnTo>
                  <a:lnTo>
                    <a:pt x="2638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5"/>
            <p:cNvSpPr/>
            <p:nvPr/>
          </p:nvSpPr>
          <p:spPr>
            <a:xfrm rot="-5400000">
              <a:off x="8472362" y="4017291"/>
              <a:ext cx="439281" cy="137148"/>
            </a:xfrm>
            <a:custGeom>
              <a:avLst/>
              <a:gdLst/>
              <a:ahLst/>
              <a:cxnLst/>
              <a:rect l="l" t="t" r="r" b="b"/>
              <a:pathLst>
                <a:path w="10099" h="3153" extrusionOk="0">
                  <a:moveTo>
                    <a:pt x="9742" y="1"/>
                  </a:moveTo>
                  <a:cubicBezTo>
                    <a:pt x="9499" y="1"/>
                    <a:pt x="9328" y="186"/>
                    <a:pt x="9328" y="357"/>
                  </a:cubicBezTo>
                  <a:cubicBezTo>
                    <a:pt x="9328" y="543"/>
                    <a:pt x="9442" y="714"/>
                    <a:pt x="9628" y="714"/>
                  </a:cubicBezTo>
                  <a:lnTo>
                    <a:pt x="9628" y="2910"/>
                  </a:lnTo>
                  <a:lnTo>
                    <a:pt x="0" y="2910"/>
                  </a:lnTo>
                  <a:lnTo>
                    <a:pt x="0" y="3153"/>
                  </a:lnTo>
                  <a:lnTo>
                    <a:pt x="9856" y="3153"/>
                  </a:lnTo>
                  <a:lnTo>
                    <a:pt x="9856" y="714"/>
                  </a:lnTo>
                  <a:cubicBezTo>
                    <a:pt x="9984" y="714"/>
                    <a:pt x="10098" y="543"/>
                    <a:pt x="10098" y="357"/>
                  </a:cubicBezTo>
                  <a:cubicBezTo>
                    <a:pt x="10098" y="186"/>
                    <a:pt x="9913" y="1"/>
                    <a:pt x="974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5"/>
            <p:cNvSpPr/>
            <p:nvPr/>
          </p:nvSpPr>
          <p:spPr>
            <a:xfrm rot="-5400000">
              <a:off x="8472688" y="3978513"/>
              <a:ext cx="477733" cy="176252"/>
            </a:xfrm>
            <a:custGeom>
              <a:avLst/>
              <a:gdLst/>
              <a:ahLst/>
              <a:cxnLst/>
              <a:rect l="l" t="t" r="r" b="b"/>
              <a:pathLst>
                <a:path w="10983" h="4052" extrusionOk="0">
                  <a:moveTo>
                    <a:pt x="10569" y="1"/>
                  </a:moveTo>
                  <a:cubicBezTo>
                    <a:pt x="10398" y="1"/>
                    <a:pt x="10212" y="186"/>
                    <a:pt x="10212" y="357"/>
                  </a:cubicBezTo>
                  <a:cubicBezTo>
                    <a:pt x="10212" y="543"/>
                    <a:pt x="10341" y="714"/>
                    <a:pt x="10455" y="714"/>
                  </a:cubicBezTo>
                  <a:lnTo>
                    <a:pt x="10455" y="3809"/>
                  </a:lnTo>
                  <a:lnTo>
                    <a:pt x="0" y="3809"/>
                  </a:lnTo>
                  <a:lnTo>
                    <a:pt x="0" y="4052"/>
                  </a:lnTo>
                  <a:lnTo>
                    <a:pt x="10697" y="4052"/>
                  </a:lnTo>
                  <a:lnTo>
                    <a:pt x="10697" y="714"/>
                  </a:lnTo>
                  <a:cubicBezTo>
                    <a:pt x="10868" y="714"/>
                    <a:pt x="10983" y="543"/>
                    <a:pt x="10983" y="357"/>
                  </a:cubicBezTo>
                  <a:cubicBezTo>
                    <a:pt x="10983" y="186"/>
                    <a:pt x="10811" y="1"/>
                    <a:pt x="1056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5"/>
            <p:cNvSpPr/>
            <p:nvPr/>
          </p:nvSpPr>
          <p:spPr>
            <a:xfrm rot="-5400000">
              <a:off x="8182970" y="3430727"/>
              <a:ext cx="1620499" cy="129057"/>
            </a:xfrm>
            <a:custGeom>
              <a:avLst/>
              <a:gdLst/>
              <a:ahLst/>
              <a:cxnLst/>
              <a:rect l="l" t="t" r="r" b="b"/>
              <a:pathLst>
                <a:path w="37255" h="2967" extrusionOk="0">
                  <a:moveTo>
                    <a:pt x="17700" y="0"/>
                  </a:moveTo>
                  <a:lnTo>
                    <a:pt x="15261" y="2382"/>
                  </a:lnTo>
                  <a:lnTo>
                    <a:pt x="0" y="2382"/>
                  </a:lnTo>
                  <a:lnTo>
                    <a:pt x="0" y="2610"/>
                  </a:lnTo>
                  <a:lnTo>
                    <a:pt x="15390" y="2610"/>
                  </a:lnTo>
                  <a:lnTo>
                    <a:pt x="17829" y="243"/>
                  </a:lnTo>
                  <a:lnTo>
                    <a:pt x="23462" y="243"/>
                  </a:lnTo>
                  <a:lnTo>
                    <a:pt x="26030" y="2739"/>
                  </a:lnTo>
                  <a:lnTo>
                    <a:pt x="36484" y="2739"/>
                  </a:lnTo>
                  <a:cubicBezTo>
                    <a:pt x="36542" y="2910"/>
                    <a:pt x="36727" y="2967"/>
                    <a:pt x="36841" y="2967"/>
                  </a:cubicBezTo>
                  <a:cubicBezTo>
                    <a:pt x="37084" y="2967"/>
                    <a:pt x="37255" y="2853"/>
                    <a:pt x="37255" y="2610"/>
                  </a:cubicBezTo>
                  <a:cubicBezTo>
                    <a:pt x="37255" y="2382"/>
                    <a:pt x="37084" y="2254"/>
                    <a:pt x="36841" y="2254"/>
                  </a:cubicBezTo>
                  <a:cubicBezTo>
                    <a:pt x="36727" y="2254"/>
                    <a:pt x="36542" y="2311"/>
                    <a:pt x="36484" y="2496"/>
                  </a:cubicBezTo>
                  <a:lnTo>
                    <a:pt x="26087" y="2496"/>
                  </a:lnTo>
                  <a:lnTo>
                    <a:pt x="23591"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5"/>
            <p:cNvSpPr/>
            <p:nvPr/>
          </p:nvSpPr>
          <p:spPr>
            <a:xfrm rot="-5400000">
              <a:off x="8089908" y="3371157"/>
              <a:ext cx="1718543" cy="150153"/>
            </a:xfrm>
            <a:custGeom>
              <a:avLst/>
              <a:gdLst/>
              <a:ahLst/>
              <a:cxnLst/>
              <a:rect l="l" t="t" r="r" b="b"/>
              <a:pathLst>
                <a:path w="39509" h="3452" extrusionOk="0">
                  <a:moveTo>
                    <a:pt x="17344" y="0"/>
                  </a:moveTo>
                  <a:lnTo>
                    <a:pt x="14620" y="2681"/>
                  </a:lnTo>
                  <a:lnTo>
                    <a:pt x="0" y="2681"/>
                  </a:lnTo>
                  <a:lnTo>
                    <a:pt x="0" y="2924"/>
                  </a:lnTo>
                  <a:lnTo>
                    <a:pt x="14734" y="2924"/>
                  </a:lnTo>
                  <a:lnTo>
                    <a:pt x="17401" y="243"/>
                  </a:lnTo>
                  <a:lnTo>
                    <a:pt x="24062" y="243"/>
                  </a:lnTo>
                  <a:lnTo>
                    <a:pt x="27028" y="3152"/>
                  </a:lnTo>
                  <a:lnTo>
                    <a:pt x="38738" y="3152"/>
                  </a:lnTo>
                  <a:cubicBezTo>
                    <a:pt x="38795" y="3338"/>
                    <a:pt x="38980" y="3452"/>
                    <a:pt x="39095" y="3452"/>
                  </a:cubicBezTo>
                  <a:cubicBezTo>
                    <a:pt x="39337" y="3452"/>
                    <a:pt x="39508" y="3281"/>
                    <a:pt x="39508" y="3038"/>
                  </a:cubicBezTo>
                  <a:cubicBezTo>
                    <a:pt x="39508" y="2853"/>
                    <a:pt x="39337" y="2681"/>
                    <a:pt x="39095" y="2681"/>
                  </a:cubicBezTo>
                  <a:cubicBezTo>
                    <a:pt x="38980" y="2681"/>
                    <a:pt x="38795" y="2796"/>
                    <a:pt x="38738" y="2924"/>
                  </a:cubicBezTo>
                  <a:lnTo>
                    <a:pt x="27157" y="2924"/>
                  </a:lnTo>
                  <a:lnTo>
                    <a:pt x="2417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5"/>
            <p:cNvSpPr/>
            <p:nvPr/>
          </p:nvSpPr>
          <p:spPr>
            <a:xfrm rot="-5400000">
              <a:off x="8069444" y="3539297"/>
              <a:ext cx="1330763" cy="201654"/>
            </a:xfrm>
            <a:custGeom>
              <a:avLst/>
              <a:gdLst/>
              <a:ahLst/>
              <a:cxnLst/>
              <a:rect l="l" t="t" r="r" b="b"/>
              <a:pathLst>
                <a:path w="30594" h="4636" extrusionOk="0">
                  <a:moveTo>
                    <a:pt x="11282" y="0"/>
                  </a:moveTo>
                  <a:lnTo>
                    <a:pt x="11282" y="4393"/>
                  </a:lnTo>
                  <a:lnTo>
                    <a:pt x="0" y="4393"/>
                  </a:lnTo>
                  <a:lnTo>
                    <a:pt x="0" y="4636"/>
                  </a:lnTo>
                  <a:lnTo>
                    <a:pt x="11524" y="4636"/>
                  </a:lnTo>
                  <a:lnTo>
                    <a:pt x="11524" y="243"/>
                  </a:lnTo>
                  <a:lnTo>
                    <a:pt x="26914" y="243"/>
                  </a:lnTo>
                  <a:lnTo>
                    <a:pt x="29881" y="3152"/>
                  </a:lnTo>
                  <a:cubicBezTo>
                    <a:pt x="29824" y="3209"/>
                    <a:pt x="29824" y="3267"/>
                    <a:pt x="29824" y="3324"/>
                  </a:cubicBezTo>
                  <a:cubicBezTo>
                    <a:pt x="29824" y="3566"/>
                    <a:pt x="30009" y="3737"/>
                    <a:pt x="30180" y="3737"/>
                  </a:cubicBezTo>
                  <a:cubicBezTo>
                    <a:pt x="30423" y="3737"/>
                    <a:pt x="30594" y="3566"/>
                    <a:pt x="30594" y="3324"/>
                  </a:cubicBezTo>
                  <a:cubicBezTo>
                    <a:pt x="30594" y="3152"/>
                    <a:pt x="30423" y="2967"/>
                    <a:pt x="30180" y="2967"/>
                  </a:cubicBezTo>
                  <a:cubicBezTo>
                    <a:pt x="30123" y="2967"/>
                    <a:pt x="30123" y="2967"/>
                    <a:pt x="30066" y="3024"/>
                  </a:cubicBezTo>
                  <a:lnTo>
                    <a:pt x="2702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5"/>
            <p:cNvSpPr/>
            <p:nvPr/>
          </p:nvSpPr>
          <p:spPr>
            <a:xfrm rot="-5400000">
              <a:off x="8940152" y="3389472"/>
              <a:ext cx="230232" cy="93085"/>
            </a:xfrm>
            <a:custGeom>
              <a:avLst/>
              <a:gdLst/>
              <a:ahLst/>
              <a:cxnLst/>
              <a:rect l="l" t="t" r="r" b="b"/>
              <a:pathLst>
                <a:path w="5293" h="2140" extrusionOk="0">
                  <a:moveTo>
                    <a:pt x="4879" y="0"/>
                  </a:moveTo>
                  <a:cubicBezTo>
                    <a:pt x="4765" y="0"/>
                    <a:pt x="4579" y="114"/>
                    <a:pt x="4522" y="243"/>
                  </a:cubicBezTo>
                  <a:lnTo>
                    <a:pt x="1912" y="243"/>
                  </a:lnTo>
                  <a:lnTo>
                    <a:pt x="1" y="2140"/>
                  </a:lnTo>
                  <a:lnTo>
                    <a:pt x="357" y="2140"/>
                  </a:lnTo>
                  <a:lnTo>
                    <a:pt x="2026" y="471"/>
                  </a:lnTo>
                  <a:lnTo>
                    <a:pt x="4522" y="471"/>
                  </a:lnTo>
                  <a:cubicBezTo>
                    <a:pt x="4579" y="656"/>
                    <a:pt x="4765" y="770"/>
                    <a:pt x="4879" y="770"/>
                  </a:cubicBezTo>
                  <a:cubicBezTo>
                    <a:pt x="5121" y="770"/>
                    <a:pt x="5292" y="599"/>
                    <a:pt x="5292" y="357"/>
                  </a:cubicBezTo>
                  <a:cubicBezTo>
                    <a:pt x="5292" y="186"/>
                    <a:pt x="5121" y="0"/>
                    <a:pt x="487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5"/>
            <p:cNvSpPr/>
            <p:nvPr/>
          </p:nvSpPr>
          <p:spPr>
            <a:xfrm rot="-5400000">
              <a:off x="8976450" y="3345735"/>
              <a:ext cx="196696" cy="54024"/>
            </a:xfrm>
            <a:custGeom>
              <a:avLst/>
              <a:gdLst/>
              <a:ahLst/>
              <a:cxnLst/>
              <a:rect l="l" t="t" r="r" b="b"/>
              <a:pathLst>
                <a:path w="4522" h="1242" extrusionOk="0">
                  <a:moveTo>
                    <a:pt x="4165" y="1"/>
                  </a:moveTo>
                  <a:cubicBezTo>
                    <a:pt x="3994" y="1"/>
                    <a:pt x="3866" y="115"/>
                    <a:pt x="3809" y="229"/>
                  </a:cubicBezTo>
                  <a:lnTo>
                    <a:pt x="1013" y="229"/>
                  </a:lnTo>
                  <a:lnTo>
                    <a:pt x="1" y="1242"/>
                  </a:lnTo>
                  <a:lnTo>
                    <a:pt x="357" y="1242"/>
                  </a:lnTo>
                  <a:lnTo>
                    <a:pt x="1142" y="471"/>
                  </a:lnTo>
                  <a:lnTo>
                    <a:pt x="3809" y="471"/>
                  </a:lnTo>
                  <a:cubicBezTo>
                    <a:pt x="3866" y="642"/>
                    <a:pt x="3994" y="771"/>
                    <a:pt x="4165" y="771"/>
                  </a:cubicBezTo>
                  <a:cubicBezTo>
                    <a:pt x="4351" y="771"/>
                    <a:pt x="4522" y="585"/>
                    <a:pt x="4522" y="357"/>
                  </a:cubicBezTo>
                  <a:cubicBezTo>
                    <a:pt x="4522" y="172"/>
                    <a:pt x="4351" y="1"/>
                    <a:pt x="4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15"/>
          <p:cNvGrpSpPr/>
          <p:nvPr/>
        </p:nvGrpSpPr>
        <p:grpSpPr>
          <a:xfrm>
            <a:off x="1885691" y="4025467"/>
            <a:ext cx="771581" cy="2505661"/>
            <a:chOff x="6278982" y="2751992"/>
            <a:chExt cx="478381" cy="1553513"/>
          </a:xfrm>
        </p:grpSpPr>
        <p:sp>
          <p:nvSpPr>
            <p:cNvPr id="424" name="Google Shape;424;p15"/>
            <p:cNvSpPr/>
            <p:nvPr/>
          </p:nvSpPr>
          <p:spPr>
            <a:xfrm rot="-5400000">
              <a:off x="6192439" y="3740581"/>
              <a:ext cx="1059686" cy="70161"/>
            </a:xfrm>
            <a:custGeom>
              <a:avLst/>
              <a:gdLst/>
              <a:ahLst/>
              <a:cxnLst/>
              <a:rect l="l" t="t" r="r" b="b"/>
              <a:pathLst>
                <a:path w="24362" h="1613" extrusionOk="0">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5"/>
            <p:cNvSpPr/>
            <p:nvPr/>
          </p:nvSpPr>
          <p:spPr>
            <a:xfrm rot="-5400000">
              <a:off x="6010359" y="3607522"/>
              <a:ext cx="1325804" cy="70161"/>
            </a:xfrm>
            <a:custGeom>
              <a:avLst/>
              <a:gdLst/>
              <a:ahLst/>
              <a:cxnLst/>
              <a:rect l="l" t="t" r="r" b="b"/>
              <a:pathLst>
                <a:path w="30480" h="1613" extrusionOk="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5"/>
            <p:cNvSpPr/>
            <p:nvPr/>
          </p:nvSpPr>
          <p:spPr>
            <a:xfrm rot="-5400000">
              <a:off x="6022147" y="3665853"/>
              <a:ext cx="1214755" cy="64550"/>
            </a:xfrm>
            <a:custGeom>
              <a:avLst/>
              <a:gdLst/>
              <a:ahLst/>
              <a:cxnLst/>
              <a:rect l="l" t="t" r="r" b="b"/>
              <a:pathLst>
                <a:path w="27927" h="1484" extrusionOk="0">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5"/>
            <p:cNvSpPr/>
            <p:nvPr/>
          </p:nvSpPr>
          <p:spPr>
            <a:xfrm rot="-5400000">
              <a:off x="5843461" y="3619310"/>
              <a:ext cx="1279305" cy="93085"/>
            </a:xfrm>
            <a:custGeom>
              <a:avLst/>
              <a:gdLst/>
              <a:ahLst/>
              <a:cxnLst/>
              <a:rect l="l" t="t" r="r" b="b"/>
              <a:pathLst>
                <a:path w="29411" h="2140" extrusionOk="0">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5"/>
            <p:cNvSpPr/>
            <p:nvPr/>
          </p:nvSpPr>
          <p:spPr>
            <a:xfrm rot="-5400000">
              <a:off x="5753204" y="3565025"/>
              <a:ext cx="1374825" cy="106134"/>
            </a:xfrm>
            <a:custGeom>
              <a:avLst/>
              <a:gdLst/>
              <a:ahLst/>
              <a:cxnLst/>
              <a:rect l="l" t="t" r="r" b="b"/>
              <a:pathLst>
                <a:path w="31607" h="2440" extrusionOk="0">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5"/>
            <p:cNvSpPr/>
            <p:nvPr/>
          </p:nvSpPr>
          <p:spPr>
            <a:xfrm rot="-5400000">
              <a:off x="5618885" y="3466677"/>
              <a:ext cx="1553513" cy="124142"/>
            </a:xfrm>
            <a:custGeom>
              <a:avLst/>
              <a:gdLst/>
              <a:ahLst/>
              <a:cxnLst/>
              <a:rect l="l" t="t" r="r" b="b"/>
              <a:pathLst>
                <a:path w="35715" h="2854" extrusionOk="0">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5"/>
            <p:cNvSpPr/>
            <p:nvPr/>
          </p:nvSpPr>
          <p:spPr>
            <a:xfrm rot="-5400000">
              <a:off x="5790418" y="3674835"/>
              <a:ext cx="1119234" cy="142106"/>
            </a:xfrm>
            <a:custGeom>
              <a:avLst/>
              <a:gdLst/>
              <a:ahLst/>
              <a:cxnLst/>
              <a:rect l="l" t="t" r="r" b="b"/>
              <a:pathLst>
                <a:path w="25731" h="3267" extrusionOk="0">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5"/>
            <p:cNvSpPr/>
            <p:nvPr/>
          </p:nvSpPr>
          <p:spPr>
            <a:xfrm rot="-5400000">
              <a:off x="6430370" y="3978513"/>
              <a:ext cx="620405" cy="33580"/>
            </a:xfrm>
            <a:custGeom>
              <a:avLst/>
              <a:gdLst/>
              <a:ahLst/>
              <a:cxnLst/>
              <a:rect l="l" t="t" r="r" b="b"/>
              <a:pathLst>
                <a:path w="14263" h="772" extrusionOk="0">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5"/>
            <p:cNvSpPr/>
            <p:nvPr/>
          </p:nvSpPr>
          <p:spPr>
            <a:xfrm rot="-5400000">
              <a:off x="5858989" y="3544234"/>
              <a:ext cx="1460429" cy="62114"/>
            </a:xfrm>
            <a:custGeom>
              <a:avLst/>
              <a:gdLst/>
              <a:ahLst/>
              <a:cxnLst/>
              <a:rect l="l" t="t" r="r" b="b"/>
              <a:pathLst>
                <a:path w="33575" h="1428" extrusionOk="0">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433;p15"/>
          <p:cNvGrpSpPr/>
          <p:nvPr/>
        </p:nvGrpSpPr>
        <p:grpSpPr>
          <a:xfrm>
            <a:off x="2771212" y="4251934"/>
            <a:ext cx="708512" cy="2313501"/>
            <a:chOff x="6961407" y="2871131"/>
            <a:chExt cx="439278" cy="1434374"/>
          </a:xfrm>
        </p:grpSpPr>
        <p:sp>
          <p:nvSpPr>
            <p:cNvPr id="434" name="Google Shape;434;p15"/>
            <p:cNvSpPr/>
            <p:nvPr/>
          </p:nvSpPr>
          <p:spPr>
            <a:xfrm rot="-5400000">
              <a:off x="6647504" y="3552324"/>
              <a:ext cx="1374825" cy="131536"/>
            </a:xfrm>
            <a:custGeom>
              <a:avLst/>
              <a:gdLst/>
              <a:ahLst/>
              <a:cxnLst/>
              <a:rect l="l" t="t" r="r" b="b"/>
              <a:pathLst>
                <a:path w="31607" h="3024" extrusionOk="0">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5"/>
            <p:cNvSpPr/>
            <p:nvPr/>
          </p:nvSpPr>
          <p:spPr>
            <a:xfrm rot="-5400000">
              <a:off x="6677278" y="3618071"/>
              <a:ext cx="1230283" cy="144586"/>
            </a:xfrm>
            <a:custGeom>
              <a:avLst/>
              <a:gdLst/>
              <a:ahLst/>
              <a:cxnLst/>
              <a:rect l="l" t="t" r="r" b="b"/>
              <a:pathLst>
                <a:path w="28284" h="3324" extrusionOk="0">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5"/>
            <p:cNvSpPr/>
            <p:nvPr/>
          </p:nvSpPr>
          <p:spPr>
            <a:xfrm rot="-5400000">
              <a:off x="6529931" y="3512306"/>
              <a:ext cx="1434374" cy="152024"/>
            </a:xfrm>
            <a:custGeom>
              <a:avLst/>
              <a:gdLst/>
              <a:ahLst/>
              <a:cxnLst/>
              <a:rect l="l" t="t" r="r" b="b"/>
              <a:pathLst>
                <a:path w="32976" h="3495" extrusionOk="0">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5"/>
            <p:cNvSpPr/>
            <p:nvPr/>
          </p:nvSpPr>
          <p:spPr>
            <a:xfrm rot="-5400000">
              <a:off x="6645331" y="3671116"/>
              <a:ext cx="1098138" cy="170641"/>
            </a:xfrm>
            <a:custGeom>
              <a:avLst/>
              <a:gdLst/>
              <a:ahLst/>
              <a:cxnLst/>
              <a:rect l="l" t="t" r="r" b="b"/>
              <a:pathLst>
                <a:path w="25246" h="3923" extrusionOk="0">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5"/>
            <p:cNvSpPr/>
            <p:nvPr/>
          </p:nvSpPr>
          <p:spPr>
            <a:xfrm rot="-5400000">
              <a:off x="6506661" y="3582076"/>
              <a:ext cx="1284264" cy="162594"/>
            </a:xfrm>
            <a:custGeom>
              <a:avLst/>
              <a:gdLst/>
              <a:ahLst/>
              <a:cxnLst/>
              <a:rect l="l" t="t" r="r" b="b"/>
              <a:pathLst>
                <a:path w="29525" h="3738" extrusionOk="0">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5"/>
            <p:cNvSpPr/>
            <p:nvPr/>
          </p:nvSpPr>
          <p:spPr>
            <a:xfrm rot="-5400000">
              <a:off x="6617711" y="3742147"/>
              <a:ext cx="953596" cy="173120"/>
            </a:xfrm>
            <a:custGeom>
              <a:avLst/>
              <a:gdLst/>
              <a:ahLst/>
              <a:cxnLst/>
              <a:rect l="l" t="t" r="r" b="b"/>
              <a:pathLst>
                <a:path w="21923" h="3980" extrusionOk="0">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5"/>
            <p:cNvSpPr/>
            <p:nvPr/>
          </p:nvSpPr>
          <p:spPr>
            <a:xfrm rot="-5400000">
              <a:off x="6516884" y="3690342"/>
              <a:ext cx="1059686" cy="170641"/>
            </a:xfrm>
            <a:custGeom>
              <a:avLst/>
              <a:gdLst/>
              <a:ahLst/>
              <a:cxnLst/>
              <a:rect l="l" t="t" r="r" b="b"/>
              <a:pathLst>
                <a:path w="24362" h="3923" extrusionOk="0">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15"/>
          <p:cNvGrpSpPr/>
          <p:nvPr/>
        </p:nvGrpSpPr>
        <p:grpSpPr>
          <a:xfrm>
            <a:off x="6864701" y="3920254"/>
            <a:ext cx="633516" cy="2217456"/>
            <a:chOff x="7780935" y="2930680"/>
            <a:chExt cx="392780" cy="1374825"/>
          </a:xfrm>
        </p:grpSpPr>
        <p:sp>
          <p:nvSpPr>
            <p:cNvPr id="442" name="Google Shape;442;p15"/>
            <p:cNvSpPr/>
            <p:nvPr/>
          </p:nvSpPr>
          <p:spPr>
            <a:xfrm rot="-5400000">
              <a:off x="7866274" y="3998065"/>
              <a:ext cx="449808" cy="165073"/>
            </a:xfrm>
            <a:custGeom>
              <a:avLst/>
              <a:gdLst/>
              <a:ahLst/>
              <a:cxnLst/>
              <a:rect l="l" t="t" r="r" b="b"/>
              <a:pathLst>
                <a:path w="10341" h="3795" extrusionOk="0">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5"/>
            <p:cNvSpPr/>
            <p:nvPr/>
          </p:nvSpPr>
          <p:spPr>
            <a:xfrm rot="-5400000">
              <a:off x="7822212" y="3954002"/>
              <a:ext cx="498829" cy="204177"/>
            </a:xfrm>
            <a:custGeom>
              <a:avLst/>
              <a:gdLst/>
              <a:ahLst/>
              <a:cxnLst/>
              <a:rect l="l" t="t" r="r" b="b"/>
              <a:pathLst>
                <a:path w="11468" h="4694" extrusionOk="0">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5"/>
            <p:cNvSpPr/>
            <p:nvPr/>
          </p:nvSpPr>
          <p:spPr>
            <a:xfrm rot="-5400000">
              <a:off x="7418033" y="3559740"/>
              <a:ext cx="1266256" cy="225274"/>
            </a:xfrm>
            <a:custGeom>
              <a:avLst/>
              <a:gdLst/>
              <a:ahLst/>
              <a:cxnLst/>
              <a:rect l="l" t="t" r="r" b="b"/>
              <a:pathLst>
                <a:path w="29111" h="5179" extrusionOk="0">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5"/>
            <p:cNvSpPr/>
            <p:nvPr/>
          </p:nvSpPr>
          <p:spPr>
            <a:xfrm rot="-5400000">
              <a:off x="7317206" y="3505455"/>
              <a:ext cx="1374825" cy="225274"/>
            </a:xfrm>
            <a:custGeom>
              <a:avLst/>
              <a:gdLst/>
              <a:ahLst/>
              <a:cxnLst/>
              <a:rect l="l" t="t" r="r" b="b"/>
              <a:pathLst>
                <a:path w="31607" h="5179" extrusionOk="0">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5"/>
            <p:cNvSpPr/>
            <p:nvPr/>
          </p:nvSpPr>
          <p:spPr>
            <a:xfrm rot="-5400000">
              <a:off x="7374298" y="3624573"/>
              <a:ext cx="1144680" cy="217183"/>
            </a:xfrm>
            <a:custGeom>
              <a:avLst/>
              <a:gdLst/>
              <a:ahLst/>
              <a:cxnLst/>
              <a:rect l="l" t="t" r="r" b="b"/>
              <a:pathLst>
                <a:path w="26316" h="4993" extrusionOk="0">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5"/>
            <p:cNvSpPr/>
            <p:nvPr/>
          </p:nvSpPr>
          <p:spPr>
            <a:xfrm rot="-5400000">
              <a:off x="7256398" y="3576791"/>
              <a:ext cx="1253250" cy="204177"/>
            </a:xfrm>
            <a:custGeom>
              <a:avLst/>
              <a:gdLst/>
              <a:ahLst/>
              <a:cxnLst/>
              <a:rect l="l" t="t" r="r" b="b"/>
              <a:pathLst>
                <a:path w="28812" h="4694" extrusionOk="0">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15"/>
          <p:cNvGrpSpPr/>
          <p:nvPr/>
        </p:nvGrpSpPr>
        <p:grpSpPr>
          <a:xfrm>
            <a:off x="6328335" y="3920219"/>
            <a:ext cx="438811" cy="2217514"/>
            <a:chOff x="1015564" y="2912672"/>
            <a:chExt cx="276730" cy="1398445"/>
          </a:xfrm>
        </p:grpSpPr>
        <p:sp>
          <p:nvSpPr>
            <p:cNvPr id="449" name="Google Shape;449;p15"/>
            <p:cNvSpPr/>
            <p:nvPr/>
          </p:nvSpPr>
          <p:spPr>
            <a:xfrm rot="-5400000">
              <a:off x="99601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5"/>
            <p:cNvSpPr/>
            <p:nvPr/>
          </p:nvSpPr>
          <p:spPr>
            <a:xfrm rot="-5400000">
              <a:off x="96127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5"/>
            <p:cNvSpPr/>
            <p:nvPr/>
          </p:nvSpPr>
          <p:spPr>
            <a:xfrm rot="-5400000">
              <a:off x="53600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5"/>
            <p:cNvSpPr/>
            <p:nvPr/>
          </p:nvSpPr>
          <p:spPr>
            <a:xfrm rot="-5400000">
              <a:off x="48698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5"/>
            <p:cNvSpPr/>
            <p:nvPr/>
          </p:nvSpPr>
          <p:spPr>
            <a:xfrm rot="-5400000">
              <a:off x="49350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458"/>
        <p:cNvGrpSpPr/>
        <p:nvPr/>
      </p:nvGrpSpPr>
      <p:grpSpPr>
        <a:xfrm>
          <a:off x="0" y="0"/>
          <a:ext cx="0" cy="0"/>
          <a:chOff x="0" y="0"/>
          <a:chExt cx="0" cy="0"/>
        </a:xfrm>
      </p:grpSpPr>
      <p:sp>
        <p:nvSpPr>
          <p:cNvPr id="459" name="Google Shape;459;p17"/>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461" name="Google Shape;461;p17"/>
          <p:cNvGrpSpPr/>
          <p:nvPr/>
        </p:nvGrpSpPr>
        <p:grpSpPr>
          <a:xfrm>
            <a:off x="116940" y="3148605"/>
            <a:ext cx="548362" cy="2381276"/>
            <a:chOff x="4792514" y="2979701"/>
            <a:chExt cx="305307" cy="1325804"/>
          </a:xfrm>
        </p:grpSpPr>
        <p:sp>
          <p:nvSpPr>
            <p:cNvPr id="462" name="Google Shape;462;p17"/>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7"/>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7"/>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7"/>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7"/>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17"/>
          <p:cNvGrpSpPr/>
          <p:nvPr/>
        </p:nvGrpSpPr>
        <p:grpSpPr>
          <a:xfrm rot="10800000">
            <a:off x="8330297" y="-1456518"/>
            <a:ext cx="770083" cy="2897298"/>
            <a:chOff x="4164677" y="2702970"/>
            <a:chExt cx="428753" cy="1613105"/>
          </a:xfrm>
        </p:grpSpPr>
        <p:sp>
          <p:nvSpPr>
            <p:cNvPr id="468" name="Google Shape;468;p17"/>
            <p:cNvSpPr/>
            <p:nvPr/>
          </p:nvSpPr>
          <p:spPr>
            <a:xfrm rot="-5400000">
              <a:off x="4350516" y="3592343"/>
              <a:ext cx="447328" cy="38495"/>
            </a:xfrm>
            <a:custGeom>
              <a:avLst/>
              <a:gdLst/>
              <a:ahLst/>
              <a:cxnLst/>
              <a:rect l="l" t="t" r="r" b="b"/>
              <a:pathLst>
                <a:path w="10284" h="885" extrusionOk="0">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7"/>
            <p:cNvSpPr/>
            <p:nvPr/>
          </p:nvSpPr>
          <p:spPr>
            <a:xfrm rot="-5400000">
              <a:off x="4342753" y="2990231"/>
              <a:ext cx="395827" cy="105525"/>
            </a:xfrm>
            <a:custGeom>
              <a:avLst/>
              <a:gdLst/>
              <a:ahLst/>
              <a:cxnLst/>
              <a:rect l="l" t="t" r="r" b="b"/>
              <a:pathLst>
                <a:path w="9100" h="2426" extrusionOk="0">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7"/>
            <p:cNvSpPr/>
            <p:nvPr/>
          </p:nvSpPr>
          <p:spPr>
            <a:xfrm rot="-5400000">
              <a:off x="4236967" y="2935946"/>
              <a:ext cx="565859" cy="147065"/>
            </a:xfrm>
            <a:custGeom>
              <a:avLst/>
              <a:gdLst/>
              <a:ahLst/>
              <a:cxnLst/>
              <a:rect l="l" t="t" r="r" b="b"/>
              <a:pathLst>
                <a:path w="13009" h="3381" extrusionOk="0">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7"/>
            <p:cNvSpPr/>
            <p:nvPr/>
          </p:nvSpPr>
          <p:spPr>
            <a:xfrm rot="-5400000">
              <a:off x="4284728" y="3027769"/>
              <a:ext cx="421317" cy="196087"/>
            </a:xfrm>
            <a:custGeom>
              <a:avLst/>
              <a:gdLst/>
              <a:ahLst/>
              <a:cxnLst/>
              <a:rect l="l" t="t" r="r" b="b"/>
              <a:pathLst>
                <a:path w="9686" h="4508" extrusionOk="0">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7"/>
            <p:cNvSpPr/>
            <p:nvPr/>
          </p:nvSpPr>
          <p:spPr>
            <a:xfrm rot="-5400000">
              <a:off x="3936988" y="3222875"/>
              <a:ext cx="1067777" cy="245108"/>
            </a:xfrm>
            <a:custGeom>
              <a:avLst/>
              <a:gdLst/>
              <a:ahLst/>
              <a:cxnLst/>
              <a:rect l="l" t="t" r="r" b="b"/>
              <a:pathLst>
                <a:path w="24548" h="5635" extrusionOk="0">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7"/>
            <p:cNvSpPr/>
            <p:nvPr/>
          </p:nvSpPr>
          <p:spPr>
            <a:xfrm rot="-5400000">
              <a:off x="3583049" y="3406216"/>
              <a:ext cx="1613105" cy="206613"/>
            </a:xfrm>
            <a:custGeom>
              <a:avLst/>
              <a:gdLst/>
              <a:ahLst/>
              <a:cxnLst/>
              <a:rect l="l" t="t" r="r" b="b"/>
              <a:pathLst>
                <a:path w="37085" h="4750" extrusionOk="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7"/>
            <p:cNvSpPr/>
            <p:nvPr/>
          </p:nvSpPr>
          <p:spPr>
            <a:xfrm rot="-5400000">
              <a:off x="3683572" y="3550758"/>
              <a:ext cx="1318409" cy="212224"/>
            </a:xfrm>
            <a:custGeom>
              <a:avLst/>
              <a:gdLst/>
              <a:ahLst/>
              <a:cxnLst/>
              <a:rect l="l" t="t" r="r" b="b"/>
              <a:pathLst>
                <a:path w="30310" h="4879" extrusionOk="0">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7"/>
            <p:cNvSpPr/>
            <p:nvPr/>
          </p:nvSpPr>
          <p:spPr>
            <a:xfrm rot="-5400000">
              <a:off x="3890469" y="3910287"/>
              <a:ext cx="679996" cy="131580"/>
            </a:xfrm>
            <a:custGeom>
              <a:avLst/>
              <a:gdLst/>
              <a:ahLst/>
              <a:cxnLst/>
              <a:rect l="l" t="t" r="r" b="b"/>
              <a:pathLst>
                <a:path w="15633" h="3025" extrusionOk="0">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7"/>
            <p:cNvSpPr/>
            <p:nvPr/>
          </p:nvSpPr>
          <p:spPr>
            <a:xfrm rot="-5400000">
              <a:off x="3593294" y="3509501"/>
              <a:ext cx="1400924" cy="212224"/>
            </a:xfrm>
            <a:custGeom>
              <a:avLst/>
              <a:gdLst/>
              <a:ahLst/>
              <a:cxnLst/>
              <a:rect l="l" t="t" r="r" b="b"/>
              <a:pathLst>
                <a:path w="32207" h="4879" extrusionOk="0">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_ONLY_1_1_1">
    <p:spTree>
      <p:nvGrpSpPr>
        <p:cNvPr id="1" name="Shape 490"/>
        <p:cNvGrpSpPr/>
        <p:nvPr/>
      </p:nvGrpSpPr>
      <p:grpSpPr>
        <a:xfrm>
          <a:off x="0" y="0"/>
          <a:ext cx="0" cy="0"/>
          <a:chOff x="0" y="0"/>
          <a:chExt cx="0" cy="0"/>
        </a:xfrm>
      </p:grpSpPr>
      <p:sp>
        <p:nvSpPr>
          <p:cNvPr id="491" name="Google Shape;491;p19"/>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493" name="Google Shape;493;p19"/>
          <p:cNvGrpSpPr/>
          <p:nvPr/>
        </p:nvGrpSpPr>
        <p:grpSpPr>
          <a:xfrm rot="-5400000">
            <a:off x="8098820" y="3462516"/>
            <a:ext cx="663913" cy="2549637"/>
            <a:chOff x="2474121" y="2891575"/>
            <a:chExt cx="369642" cy="1419541"/>
          </a:xfrm>
        </p:grpSpPr>
        <p:sp>
          <p:nvSpPr>
            <p:cNvPr id="494" name="Google Shape;494;p19"/>
            <p:cNvSpPr/>
            <p:nvPr/>
          </p:nvSpPr>
          <p:spPr>
            <a:xfrm rot="-5400000">
              <a:off x="1917918" y="3535251"/>
              <a:ext cx="1419541" cy="132189"/>
            </a:xfrm>
            <a:custGeom>
              <a:avLst/>
              <a:gdLst/>
              <a:ahLst/>
              <a:cxnLst/>
              <a:rect l="l" t="t" r="r" b="b"/>
              <a:pathLst>
                <a:path w="32635" h="3039" extrusionOk="0">
                  <a:moveTo>
                    <a:pt x="1" y="0"/>
                  </a:moveTo>
                  <a:lnTo>
                    <a:pt x="1" y="243"/>
                  </a:lnTo>
                  <a:lnTo>
                    <a:pt x="15818" y="243"/>
                  </a:lnTo>
                  <a:lnTo>
                    <a:pt x="15818" y="2796"/>
                  </a:lnTo>
                  <a:lnTo>
                    <a:pt x="31864" y="2796"/>
                  </a:lnTo>
                  <a:cubicBezTo>
                    <a:pt x="31921" y="2981"/>
                    <a:pt x="32092" y="3038"/>
                    <a:pt x="32221" y="3038"/>
                  </a:cubicBezTo>
                  <a:cubicBezTo>
                    <a:pt x="32449" y="3038"/>
                    <a:pt x="32634" y="2924"/>
                    <a:pt x="32634" y="2682"/>
                  </a:cubicBezTo>
                  <a:cubicBezTo>
                    <a:pt x="32634" y="2496"/>
                    <a:pt x="32449" y="2325"/>
                    <a:pt x="32221" y="2325"/>
                  </a:cubicBezTo>
                  <a:cubicBezTo>
                    <a:pt x="32092" y="2325"/>
                    <a:pt x="31921" y="2439"/>
                    <a:pt x="31864" y="2568"/>
                  </a:cubicBezTo>
                  <a:lnTo>
                    <a:pt x="16046" y="2568"/>
                  </a:lnTo>
                  <a:lnTo>
                    <a:pt x="1604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rot="-5400000">
              <a:off x="2498458" y="3965811"/>
              <a:ext cx="504441" cy="186169"/>
            </a:xfrm>
            <a:custGeom>
              <a:avLst/>
              <a:gdLst/>
              <a:ahLst/>
              <a:cxnLst/>
              <a:rect l="l" t="t" r="r" b="b"/>
              <a:pathLst>
                <a:path w="11597" h="4280" extrusionOk="0">
                  <a:moveTo>
                    <a:pt x="1" y="1"/>
                  </a:moveTo>
                  <a:lnTo>
                    <a:pt x="1" y="243"/>
                  </a:lnTo>
                  <a:lnTo>
                    <a:pt x="11112" y="243"/>
                  </a:lnTo>
                  <a:lnTo>
                    <a:pt x="11112" y="3566"/>
                  </a:lnTo>
                  <a:cubicBezTo>
                    <a:pt x="10940" y="3623"/>
                    <a:pt x="10883" y="3752"/>
                    <a:pt x="10883" y="3923"/>
                  </a:cubicBezTo>
                  <a:cubicBezTo>
                    <a:pt x="10883" y="4108"/>
                    <a:pt x="10997" y="4279"/>
                    <a:pt x="11240" y="4279"/>
                  </a:cubicBezTo>
                  <a:cubicBezTo>
                    <a:pt x="11468" y="4279"/>
                    <a:pt x="11596" y="4108"/>
                    <a:pt x="11596" y="3923"/>
                  </a:cubicBezTo>
                  <a:cubicBezTo>
                    <a:pt x="11596" y="3752"/>
                    <a:pt x="11539" y="3623"/>
                    <a:pt x="11354" y="3566"/>
                  </a:cubicBezTo>
                  <a:lnTo>
                    <a:pt x="1135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rot="-5400000">
              <a:off x="2542499" y="4009852"/>
              <a:ext cx="452331" cy="150197"/>
            </a:xfrm>
            <a:custGeom>
              <a:avLst/>
              <a:gdLst/>
              <a:ahLst/>
              <a:cxnLst/>
              <a:rect l="l" t="t" r="r" b="b"/>
              <a:pathLst>
                <a:path w="10399" h="3453" extrusionOk="0">
                  <a:moveTo>
                    <a:pt x="1" y="1"/>
                  </a:moveTo>
                  <a:lnTo>
                    <a:pt x="1" y="243"/>
                  </a:lnTo>
                  <a:lnTo>
                    <a:pt x="9928" y="243"/>
                  </a:lnTo>
                  <a:lnTo>
                    <a:pt x="9928" y="2739"/>
                  </a:lnTo>
                  <a:cubicBezTo>
                    <a:pt x="9757" y="2796"/>
                    <a:pt x="9628" y="2925"/>
                    <a:pt x="9628" y="3096"/>
                  </a:cubicBezTo>
                  <a:cubicBezTo>
                    <a:pt x="9628" y="3281"/>
                    <a:pt x="9814" y="3452"/>
                    <a:pt x="10042" y="3452"/>
                  </a:cubicBezTo>
                  <a:cubicBezTo>
                    <a:pt x="10227" y="3452"/>
                    <a:pt x="10398" y="3281"/>
                    <a:pt x="10398" y="3096"/>
                  </a:cubicBezTo>
                  <a:cubicBezTo>
                    <a:pt x="10398" y="2925"/>
                    <a:pt x="10284" y="2796"/>
                    <a:pt x="10170" y="2739"/>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rot="-5400000">
              <a:off x="2065591" y="3641342"/>
              <a:ext cx="1212319" cy="127230"/>
            </a:xfrm>
            <a:custGeom>
              <a:avLst/>
              <a:gdLst/>
              <a:ahLst/>
              <a:cxnLst/>
              <a:rect l="l" t="t" r="r" b="b"/>
              <a:pathLst>
                <a:path w="27871" h="2925" extrusionOk="0">
                  <a:moveTo>
                    <a:pt x="1" y="0"/>
                  </a:moveTo>
                  <a:lnTo>
                    <a:pt x="1" y="243"/>
                  </a:lnTo>
                  <a:lnTo>
                    <a:pt x="14563" y="243"/>
                  </a:lnTo>
                  <a:lnTo>
                    <a:pt x="14563" y="2682"/>
                  </a:lnTo>
                  <a:lnTo>
                    <a:pt x="27157" y="2682"/>
                  </a:lnTo>
                  <a:cubicBezTo>
                    <a:pt x="27229" y="2853"/>
                    <a:pt x="27343" y="2924"/>
                    <a:pt x="27514" y="2924"/>
                  </a:cubicBezTo>
                  <a:cubicBezTo>
                    <a:pt x="27756" y="2924"/>
                    <a:pt x="27870" y="2796"/>
                    <a:pt x="27870" y="2567"/>
                  </a:cubicBezTo>
                  <a:cubicBezTo>
                    <a:pt x="27870" y="2382"/>
                    <a:pt x="27756" y="2211"/>
                    <a:pt x="27514" y="2211"/>
                  </a:cubicBezTo>
                  <a:cubicBezTo>
                    <a:pt x="27343" y="2211"/>
                    <a:pt x="27229" y="2325"/>
                    <a:pt x="27157" y="2439"/>
                  </a:cubicBezTo>
                  <a:lnTo>
                    <a:pt x="14806" y="2439"/>
                  </a:lnTo>
                  <a:lnTo>
                    <a:pt x="1480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rot="-5400000">
              <a:off x="1972508" y="3742473"/>
              <a:ext cx="1103749" cy="33537"/>
            </a:xfrm>
            <a:custGeom>
              <a:avLst/>
              <a:gdLst/>
              <a:ahLst/>
              <a:cxnLst/>
              <a:rect l="l" t="t" r="r" b="b"/>
              <a:pathLst>
                <a:path w="25375" h="771" extrusionOk="0">
                  <a:moveTo>
                    <a:pt x="25018" y="1"/>
                  </a:moveTo>
                  <a:cubicBezTo>
                    <a:pt x="24847" y="1"/>
                    <a:pt x="24733" y="115"/>
                    <a:pt x="24661" y="300"/>
                  </a:cubicBezTo>
                  <a:lnTo>
                    <a:pt x="1" y="300"/>
                  </a:lnTo>
                  <a:lnTo>
                    <a:pt x="1" y="528"/>
                  </a:lnTo>
                  <a:lnTo>
                    <a:pt x="24661" y="528"/>
                  </a:lnTo>
                  <a:cubicBezTo>
                    <a:pt x="24733" y="657"/>
                    <a:pt x="24847" y="771"/>
                    <a:pt x="25018" y="771"/>
                  </a:cubicBezTo>
                  <a:cubicBezTo>
                    <a:pt x="25260" y="771"/>
                    <a:pt x="25374" y="600"/>
                    <a:pt x="25374" y="414"/>
                  </a:cubicBezTo>
                  <a:cubicBezTo>
                    <a:pt x="25374" y="172"/>
                    <a:pt x="25260" y="1"/>
                    <a:pt x="2501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rot="-5400000">
              <a:off x="2020290" y="3823748"/>
              <a:ext cx="941199" cy="33537"/>
            </a:xfrm>
            <a:custGeom>
              <a:avLst/>
              <a:gdLst/>
              <a:ahLst/>
              <a:cxnLst/>
              <a:rect l="l" t="t" r="r" b="b"/>
              <a:pathLst>
                <a:path w="21638" h="771" extrusionOk="0">
                  <a:moveTo>
                    <a:pt x="21281" y="0"/>
                  </a:moveTo>
                  <a:cubicBezTo>
                    <a:pt x="21095" y="0"/>
                    <a:pt x="20924" y="114"/>
                    <a:pt x="20924" y="229"/>
                  </a:cubicBezTo>
                  <a:lnTo>
                    <a:pt x="1" y="229"/>
                  </a:lnTo>
                  <a:lnTo>
                    <a:pt x="1" y="471"/>
                  </a:lnTo>
                  <a:lnTo>
                    <a:pt x="20924" y="471"/>
                  </a:lnTo>
                  <a:cubicBezTo>
                    <a:pt x="20924" y="656"/>
                    <a:pt x="21095" y="771"/>
                    <a:pt x="21281" y="771"/>
                  </a:cubicBezTo>
                  <a:cubicBezTo>
                    <a:pt x="21452" y="771"/>
                    <a:pt x="21637" y="585"/>
                    <a:pt x="21637" y="357"/>
                  </a:cubicBezTo>
                  <a:cubicBezTo>
                    <a:pt x="21637" y="172"/>
                    <a:pt x="21452" y="0"/>
                    <a:pt x="2128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19"/>
          <p:cNvGrpSpPr/>
          <p:nvPr/>
        </p:nvGrpSpPr>
        <p:grpSpPr>
          <a:xfrm rot="5400000">
            <a:off x="376413" y="-826268"/>
            <a:ext cx="497035" cy="2511746"/>
            <a:chOff x="1015564" y="2912672"/>
            <a:chExt cx="276730" cy="1398445"/>
          </a:xfrm>
        </p:grpSpPr>
        <p:sp>
          <p:nvSpPr>
            <p:cNvPr id="501" name="Google Shape;501;p19"/>
            <p:cNvSpPr/>
            <p:nvPr/>
          </p:nvSpPr>
          <p:spPr>
            <a:xfrm rot="-5400000">
              <a:off x="99601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rot="-5400000">
              <a:off x="96127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rot="-5400000">
              <a:off x="53600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rot="-5400000">
              <a:off x="48698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rot="-5400000">
              <a:off x="49350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3">
  <p:cSld name="TITLE_AND_BODY_1">
    <p:spTree>
      <p:nvGrpSpPr>
        <p:cNvPr id="1" name="Shape 522"/>
        <p:cNvGrpSpPr/>
        <p:nvPr/>
      </p:nvGrpSpPr>
      <p:grpSpPr>
        <a:xfrm>
          <a:off x="0" y="0"/>
          <a:ext cx="0" cy="0"/>
          <a:chOff x="0" y="0"/>
          <a:chExt cx="0" cy="0"/>
        </a:xfrm>
      </p:grpSpPr>
      <p:sp>
        <p:nvSpPr>
          <p:cNvPr id="523" name="Google Shape;523;p21"/>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25" name="Google Shape;525;p21"/>
          <p:cNvSpPr txBox="1">
            <a:spLocks noGrp="1"/>
          </p:cNvSpPr>
          <p:nvPr>
            <p:ph type="body" idx="1"/>
          </p:nvPr>
        </p:nvSpPr>
        <p:spPr>
          <a:xfrm>
            <a:off x="720000" y="1215751"/>
            <a:ext cx="7704000" cy="1108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250"/>
            </a:lvl1pPr>
            <a:lvl2pPr marL="914400" lvl="1" indent="-304800" rtl="0">
              <a:lnSpc>
                <a:spcPct val="115000"/>
              </a:lnSpc>
              <a:spcBef>
                <a:spcPts val="1600"/>
              </a:spcBef>
              <a:spcAft>
                <a:spcPts val="0"/>
              </a:spcAft>
              <a:buSzPts val="1200"/>
              <a:buFont typeface="Roboto Condensed"/>
              <a:buChar char="○"/>
              <a:defRPr/>
            </a:lvl2pPr>
            <a:lvl3pPr marL="1371600" lvl="2" indent="-304800" rtl="0">
              <a:lnSpc>
                <a:spcPct val="115000"/>
              </a:lnSpc>
              <a:spcBef>
                <a:spcPts val="1600"/>
              </a:spcBef>
              <a:spcAft>
                <a:spcPts val="0"/>
              </a:spcAft>
              <a:buSzPts val="1200"/>
              <a:buFont typeface="Roboto Condensed"/>
              <a:buChar char="■"/>
              <a:defRPr/>
            </a:lvl3pPr>
            <a:lvl4pPr marL="1828800" lvl="3" indent="-304800" rtl="0">
              <a:lnSpc>
                <a:spcPct val="115000"/>
              </a:lnSpc>
              <a:spcBef>
                <a:spcPts val="1600"/>
              </a:spcBef>
              <a:spcAft>
                <a:spcPts val="0"/>
              </a:spcAft>
              <a:buSzPts val="1200"/>
              <a:buFont typeface="Roboto Condensed"/>
              <a:buChar char="●"/>
              <a:defRPr/>
            </a:lvl4pPr>
            <a:lvl5pPr marL="2286000" lvl="4" indent="-304800" rtl="0">
              <a:lnSpc>
                <a:spcPct val="115000"/>
              </a:lnSpc>
              <a:spcBef>
                <a:spcPts val="1600"/>
              </a:spcBef>
              <a:spcAft>
                <a:spcPts val="0"/>
              </a:spcAft>
              <a:buSzPts val="1200"/>
              <a:buFont typeface="Roboto Condensed"/>
              <a:buChar char="○"/>
              <a:defRPr/>
            </a:lvl5pPr>
            <a:lvl6pPr marL="2743200" lvl="5" indent="-304800" rtl="0">
              <a:lnSpc>
                <a:spcPct val="115000"/>
              </a:lnSpc>
              <a:spcBef>
                <a:spcPts val="1600"/>
              </a:spcBef>
              <a:spcAft>
                <a:spcPts val="0"/>
              </a:spcAft>
              <a:buSzPts val="1200"/>
              <a:buFont typeface="Roboto Condensed"/>
              <a:buChar char="■"/>
              <a:defRPr/>
            </a:lvl6pPr>
            <a:lvl7pPr marL="3200400" lvl="6" indent="-304800" rtl="0">
              <a:lnSpc>
                <a:spcPct val="115000"/>
              </a:lnSpc>
              <a:spcBef>
                <a:spcPts val="1600"/>
              </a:spcBef>
              <a:spcAft>
                <a:spcPts val="0"/>
              </a:spcAft>
              <a:buSzPts val="1200"/>
              <a:buFont typeface="Roboto Condensed"/>
              <a:buChar char="●"/>
              <a:defRPr/>
            </a:lvl7pPr>
            <a:lvl8pPr marL="3657600" lvl="7" indent="-304800" rtl="0">
              <a:lnSpc>
                <a:spcPct val="115000"/>
              </a:lnSpc>
              <a:spcBef>
                <a:spcPts val="1600"/>
              </a:spcBef>
              <a:spcAft>
                <a:spcPts val="0"/>
              </a:spcAft>
              <a:buSzPts val="1200"/>
              <a:buFont typeface="Roboto Condensed"/>
              <a:buChar char="○"/>
              <a:defRPr/>
            </a:lvl8pPr>
            <a:lvl9pPr marL="4114800" lvl="8" indent="-304800" rtl="0">
              <a:lnSpc>
                <a:spcPct val="115000"/>
              </a:lnSpc>
              <a:spcBef>
                <a:spcPts val="1600"/>
              </a:spcBef>
              <a:spcAft>
                <a:spcPts val="1600"/>
              </a:spcAft>
              <a:buSzPts val="1200"/>
              <a:buFont typeface="Roboto Condensed"/>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4">
  <p:cSld name="ONE_COLUMN_TEXT_2">
    <p:spTree>
      <p:nvGrpSpPr>
        <p:cNvPr id="1" name="Shape 526"/>
        <p:cNvGrpSpPr/>
        <p:nvPr/>
      </p:nvGrpSpPr>
      <p:grpSpPr>
        <a:xfrm>
          <a:off x="0" y="0"/>
          <a:ext cx="0" cy="0"/>
          <a:chOff x="0" y="0"/>
          <a:chExt cx="0" cy="0"/>
        </a:xfrm>
      </p:grpSpPr>
      <p:sp>
        <p:nvSpPr>
          <p:cNvPr id="527" name="Google Shape;527;p22"/>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 name="Google Shape;528;p22"/>
          <p:cNvGrpSpPr/>
          <p:nvPr/>
        </p:nvGrpSpPr>
        <p:grpSpPr>
          <a:xfrm>
            <a:off x="6288929" y="3163786"/>
            <a:ext cx="1202441" cy="2581088"/>
            <a:chOff x="5452016" y="2824589"/>
            <a:chExt cx="689908" cy="1480916"/>
          </a:xfrm>
        </p:grpSpPr>
        <p:sp>
          <p:nvSpPr>
            <p:cNvPr id="529" name="Google Shape;529;p22"/>
            <p:cNvSpPr/>
            <p:nvPr/>
          </p:nvSpPr>
          <p:spPr>
            <a:xfrm rot="-5400000">
              <a:off x="5392462" y="3556043"/>
              <a:ext cx="1325804" cy="173120"/>
            </a:xfrm>
            <a:custGeom>
              <a:avLst/>
              <a:gdLst/>
              <a:ahLst/>
              <a:cxnLst/>
              <a:rect l="l" t="t" r="r" b="b"/>
              <a:pathLst>
                <a:path w="30480" h="3980" extrusionOk="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2"/>
            <p:cNvSpPr/>
            <p:nvPr/>
          </p:nvSpPr>
          <p:spPr>
            <a:xfrm rot="-5400000">
              <a:off x="5265885" y="3473528"/>
              <a:ext cx="1480916" cy="183037"/>
            </a:xfrm>
            <a:custGeom>
              <a:avLst/>
              <a:gdLst/>
              <a:ahLst/>
              <a:cxnLst/>
              <a:rect l="l" t="t" r="r" b="b"/>
              <a:pathLst>
                <a:path w="34046" h="4208" extrusionOk="0">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2"/>
            <p:cNvSpPr/>
            <p:nvPr/>
          </p:nvSpPr>
          <p:spPr>
            <a:xfrm rot="-5400000">
              <a:off x="5330414" y="3589558"/>
              <a:ext cx="1245768" cy="186126"/>
            </a:xfrm>
            <a:custGeom>
              <a:avLst/>
              <a:gdLst/>
              <a:ahLst/>
              <a:cxnLst/>
              <a:rect l="l" t="t" r="r" b="b"/>
              <a:pathLst>
                <a:path w="28640" h="4279" extrusionOk="0">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2"/>
            <p:cNvSpPr/>
            <p:nvPr/>
          </p:nvSpPr>
          <p:spPr>
            <a:xfrm rot="-5400000">
              <a:off x="5370411" y="3676053"/>
              <a:ext cx="1059686" cy="199219"/>
            </a:xfrm>
            <a:custGeom>
              <a:avLst/>
              <a:gdLst/>
              <a:ahLst/>
              <a:cxnLst/>
              <a:rect l="l" t="t" r="r" b="b"/>
              <a:pathLst>
                <a:path w="24362" h="4580" extrusionOk="0">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2"/>
            <p:cNvSpPr/>
            <p:nvPr/>
          </p:nvSpPr>
          <p:spPr>
            <a:xfrm rot="-5400000">
              <a:off x="5334134" y="3789929"/>
              <a:ext cx="935588" cy="95564"/>
            </a:xfrm>
            <a:custGeom>
              <a:avLst/>
              <a:gdLst/>
              <a:ahLst/>
              <a:cxnLst/>
              <a:rect l="l" t="t" r="r" b="b"/>
              <a:pathLst>
                <a:path w="21509" h="2197" extrusionOk="0">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2"/>
            <p:cNvSpPr/>
            <p:nvPr/>
          </p:nvSpPr>
          <p:spPr>
            <a:xfrm rot="-5400000">
              <a:off x="5331634" y="3818442"/>
              <a:ext cx="868602" cy="105525"/>
            </a:xfrm>
            <a:custGeom>
              <a:avLst/>
              <a:gdLst/>
              <a:ahLst/>
              <a:cxnLst/>
              <a:rect l="l" t="t" r="r" b="b"/>
              <a:pathLst>
                <a:path w="19969" h="2426" extrusionOk="0">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2"/>
            <p:cNvSpPr/>
            <p:nvPr/>
          </p:nvSpPr>
          <p:spPr>
            <a:xfrm rot="-5400000">
              <a:off x="5163516" y="3683817"/>
              <a:ext cx="1119234" cy="124142"/>
            </a:xfrm>
            <a:custGeom>
              <a:avLst/>
              <a:gdLst/>
              <a:ahLst/>
              <a:cxnLst/>
              <a:rect l="l" t="t" r="r" b="b"/>
              <a:pathLst>
                <a:path w="25731" h="2854" extrusionOk="0">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2"/>
            <p:cNvSpPr/>
            <p:nvPr/>
          </p:nvSpPr>
          <p:spPr>
            <a:xfrm rot="-5400000">
              <a:off x="5189572" y="3740886"/>
              <a:ext cx="982130" cy="147109"/>
            </a:xfrm>
            <a:custGeom>
              <a:avLst/>
              <a:gdLst/>
              <a:ahLst/>
              <a:cxnLst/>
              <a:rect l="l" t="t" r="r" b="b"/>
              <a:pathLst>
                <a:path w="22579" h="3382" extrusionOk="0">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2"/>
            <p:cNvSpPr/>
            <p:nvPr/>
          </p:nvSpPr>
          <p:spPr>
            <a:xfrm rot="-5400000">
              <a:off x="5194836" y="3787124"/>
              <a:ext cx="868602" cy="168161"/>
            </a:xfrm>
            <a:custGeom>
              <a:avLst/>
              <a:gdLst/>
              <a:ahLst/>
              <a:cxnLst/>
              <a:rect l="l" t="t" r="r" b="b"/>
              <a:pathLst>
                <a:path w="19969" h="3866" extrusionOk="0">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2"/>
            <p:cNvSpPr/>
            <p:nvPr/>
          </p:nvSpPr>
          <p:spPr>
            <a:xfrm rot="-5400000">
              <a:off x="5215324" y="3849151"/>
              <a:ext cx="733977" cy="178731"/>
            </a:xfrm>
            <a:custGeom>
              <a:avLst/>
              <a:gdLst/>
              <a:ahLst/>
              <a:cxnLst/>
              <a:rect l="l" t="t" r="r" b="b"/>
              <a:pathLst>
                <a:path w="16874" h="4109" extrusionOk="0">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2"/>
            <p:cNvSpPr/>
            <p:nvPr/>
          </p:nvSpPr>
          <p:spPr>
            <a:xfrm rot="-5400000">
              <a:off x="5841900" y="4018530"/>
              <a:ext cx="465336" cy="108613"/>
            </a:xfrm>
            <a:custGeom>
              <a:avLst/>
              <a:gdLst/>
              <a:ahLst/>
              <a:cxnLst/>
              <a:rect l="l" t="t" r="r" b="b"/>
              <a:pathLst>
                <a:path w="10698" h="2497" extrusionOk="0">
                  <a:moveTo>
                    <a:pt x="0" y="1"/>
                  </a:moveTo>
                  <a:lnTo>
                    <a:pt x="0" y="243"/>
                  </a:lnTo>
                  <a:lnTo>
                    <a:pt x="10455" y="243"/>
                  </a:lnTo>
                  <a:lnTo>
                    <a:pt x="10455" y="2497"/>
                  </a:lnTo>
                  <a:lnTo>
                    <a:pt x="10697" y="2497"/>
                  </a:lnTo>
                  <a:lnTo>
                    <a:pt x="1069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2"/>
            <p:cNvSpPr/>
            <p:nvPr/>
          </p:nvSpPr>
          <p:spPr>
            <a:xfrm rot="-5400000">
              <a:off x="5874501" y="4051132"/>
              <a:ext cx="431191" cy="77556"/>
            </a:xfrm>
            <a:custGeom>
              <a:avLst/>
              <a:gdLst/>
              <a:ahLst/>
              <a:cxnLst/>
              <a:rect l="l" t="t" r="r" b="b"/>
              <a:pathLst>
                <a:path w="9913" h="1783" extrusionOk="0">
                  <a:moveTo>
                    <a:pt x="0" y="0"/>
                  </a:moveTo>
                  <a:lnTo>
                    <a:pt x="0" y="243"/>
                  </a:lnTo>
                  <a:lnTo>
                    <a:pt x="9685" y="243"/>
                  </a:lnTo>
                  <a:lnTo>
                    <a:pt x="9685" y="1783"/>
                  </a:lnTo>
                  <a:lnTo>
                    <a:pt x="9913" y="1783"/>
                  </a:lnTo>
                  <a:lnTo>
                    <a:pt x="991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2"/>
            <p:cNvSpPr/>
            <p:nvPr/>
          </p:nvSpPr>
          <p:spPr>
            <a:xfrm rot="-5400000">
              <a:off x="5229613" y="3907503"/>
              <a:ext cx="620405" cy="175599"/>
            </a:xfrm>
            <a:custGeom>
              <a:avLst/>
              <a:gdLst/>
              <a:ahLst/>
              <a:cxnLst/>
              <a:rect l="l" t="t" r="r" b="b"/>
              <a:pathLst>
                <a:path w="14263" h="4037" extrusionOk="0">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22"/>
          <p:cNvGrpSpPr/>
          <p:nvPr/>
        </p:nvGrpSpPr>
        <p:grpSpPr>
          <a:xfrm>
            <a:off x="7058925" y="1134427"/>
            <a:ext cx="3167541" cy="1717086"/>
            <a:chOff x="6561538" y="1197527"/>
            <a:chExt cx="3167541" cy="1717086"/>
          </a:xfrm>
        </p:grpSpPr>
        <p:grpSp>
          <p:nvGrpSpPr>
            <p:cNvPr id="543" name="Google Shape;543;p22"/>
            <p:cNvGrpSpPr/>
            <p:nvPr/>
          </p:nvGrpSpPr>
          <p:grpSpPr>
            <a:xfrm rot="-5400000">
              <a:off x="7662615" y="964074"/>
              <a:ext cx="849462" cy="3051616"/>
              <a:chOff x="8623429" y="2586962"/>
              <a:chExt cx="478381" cy="1718543"/>
            </a:xfrm>
          </p:grpSpPr>
          <p:sp>
            <p:nvSpPr>
              <p:cNvPr id="544" name="Google Shape;544;p22"/>
              <p:cNvSpPr/>
              <p:nvPr/>
            </p:nvSpPr>
            <p:spPr>
              <a:xfrm rot="-5400000">
                <a:off x="8267028" y="3481249"/>
                <a:ext cx="1527458" cy="121054"/>
              </a:xfrm>
              <a:custGeom>
                <a:avLst/>
                <a:gdLst/>
                <a:ahLst/>
                <a:cxnLst/>
                <a:rect l="l" t="t" r="r" b="b"/>
                <a:pathLst>
                  <a:path w="35116" h="2783" extrusionOk="0">
                    <a:moveTo>
                      <a:pt x="18185" y="1"/>
                    </a:moveTo>
                    <a:lnTo>
                      <a:pt x="15917" y="2254"/>
                    </a:lnTo>
                    <a:lnTo>
                      <a:pt x="0" y="2254"/>
                    </a:lnTo>
                    <a:lnTo>
                      <a:pt x="0" y="2497"/>
                    </a:lnTo>
                    <a:lnTo>
                      <a:pt x="16046" y="2497"/>
                    </a:lnTo>
                    <a:lnTo>
                      <a:pt x="18299" y="229"/>
                    </a:lnTo>
                    <a:lnTo>
                      <a:pt x="22878" y="229"/>
                    </a:lnTo>
                    <a:lnTo>
                      <a:pt x="25131" y="2497"/>
                    </a:lnTo>
                    <a:lnTo>
                      <a:pt x="34402" y="2497"/>
                    </a:lnTo>
                    <a:cubicBezTo>
                      <a:pt x="34459" y="2668"/>
                      <a:pt x="34588" y="2782"/>
                      <a:pt x="34759" y="2782"/>
                    </a:cubicBezTo>
                    <a:cubicBezTo>
                      <a:pt x="35001" y="2782"/>
                      <a:pt x="35115" y="2611"/>
                      <a:pt x="35115" y="2368"/>
                    </a:cubicBezTo>
                    <a:cubicBezTo>
                      <a:pt x="35115" y="2197"/>
                      <a:pt x="35001" y="2012"/>
                      <a:pt x="34759" y="2012"/>
                    </a:cubicBezTo>
                    <a:cubicBezTo>
                      <a:pt x="34588" y="2012"/>
                      <a:pt x="34459" y="2140"/>
                      <a:pt x="34402" y="2254"/>
                    </a:cubicBezTo>
                    <a:lnTo>
                      <a:pt x="25245" y="2254"/>
                    </a:lnTo>
                    <a:lnTo>
                      <a:pt x="22935"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2"/>
              <p:cNvSpPr/>
              <p:nvPr/>
            </p:nvSpPr>
            <p:spPr>
              <a:xfrm rot="-5400000">
                <a:off x="8122184" y="3470418"/>
                <a:ext cx="1506971" cy="163203"/>
              </a:xfrm>
              <a:custGeom>
                <a:avLst/>
                <a:gdLst/>
                <a:ahLst/>
                <a:cxnLst/>
                <a:rect l="l" t="t" r="r" b="b"/>
                <a:pathLst>
                  <a:path w="34645" h="3752" extrusionOk="0">
                    <a:moveTo>
                      <a:pt x="14135" y="0"/>
                    </a:moveTo>
                    <a:lnTo>
                      <a:pt x="14135" y="3509"/>
                    </a:lnTo>
                    <a:lnTo>
                      <a:pt x="0" y="3509"/>
                    </a:lnTo>
                    <a:lnTo>
                      <a:pt x="0" y="3751"/>
                    </a:lnTo>
                    <a:lnTo>
                      <a:pt x="14377" y="3751"/>
                    </a:lnTo>
                    <a:lnTo>
                      <a:pt x="14377" y="243"/>
                    </a:lnTo>
                    <a:lnTo>
                      <a:pt x="24832" y="243"/>
                    </a:lnTo>
                    <a:lnTo>
                      <a:pt x="27684" y="3095"/>
                    </a:lnTo>
                    <a:lnTo>
                      <a:pt x="33874" y="3095"/>
                    </a:lnTo>
                    <a:cubicBezTo>
                      <a:pt x="33931" y="3209"/>
                      <a:pt x="34103" y="3338"/>
                      <a:pt x="34231" y="3338"/>
                    </a:cubicBezTo>
                    <a:cubicBezTo>
                      <a:pt x="34459" y="3338"/>
                      <a:pt x="34645" y="3152"/>
                      <a:pt x="34645" y="2910"/>
                    </a:cubicBezTo>
                    <a:cubicBezTo>
                      <a:pt x="34645" y="2739"/>
                      <a:pt x="34459" y="2553"/>
                      <a:pt x="34231" y="2553"/>
                    </a:cubicBezTo>
                    <a:cubicBezTo>
                      <a:pt x="34046" y="2553"/>
                      <a:pt x="33931" y="2682"/>
                      <a:pt x="33874" y="2853"/>
                    </a:cubicBezTo>
                    <a:lnTo>
                      <a:pt x="27741" y="2853"/>
                    </a:lnTo>
                    <a:lnTo>
                      <a:pt x="2496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2"/>
              <p:cNvSpPr/>
              <p:nvPr/>
            </p:nvSpPr>
            <p:spPr>
              <a:xfrm rot="-5400000">
                <a:off x="8039648" y="3426986"/>
                <a:ext cx="1578959" cy="178079"/>
              </a:xfrm>
              <a:custGeom>
                <a:avLst/>
                <a:gdLst/>
                <a:ahLst/>
                <a:cxnLst/>
                <a:rect l="l" t="t" r="r" b="b"/>
                <a:pathLst>
                  <a:path w="36300" h="4094" extrusionOk="0">
                    <a:moveTo>
                      <a:pt x="13193" y="0"/>
                    </a:moveTo>
                    <a:lnTo>
                      <a:pt x="13193" y="3866"/>
                    </a:lnTo>
                    <a:lnTo>
                      <a:pt x="0" y="3866"/>
                    </a:lnTo>
                    <a:lnTo>
                      <a:pt x="0" y="4094"/>
                    </a:lnTo>
                    <a:lnTo>
                      <a:pt x="13421" y="4094"/>
                    </a:lnTo>
                    <a:lnTo>
                      <a:pt x="13421" y="228"/>
                    </a:lnTo>
                    <a:lnTo>
                      <a:pt x="25488" y="228"/>
                    </a:lnTo>
                    <a:lnTo>
                      <a:pt x="28397" y="3152"/>
                    </a:lnTo>
                    <a:lnTo>
                      <a:pt x="35586" y="3152"/>
                    </a:lnTo>
                    <a:cubicBezTo>
                      <a:pt x="35657" y="3266"/>
                      <a:pt x="35771" y="3381"/>
                      <a:pt x="35942" y="3381"/>
                    </a:cubicBezTo>
                    <a:cubicBezTo>
                      <a:pt x="36185" y="3381"/>
                      <a:pt x="36299" y="3266"/>
                      <a:pt x="36299" y="3024"/>
                    </a:cubicBezTo>
                    <a:cubicBezTo>
                      <a:pt x="36299" y="2853"/>
                      <a:pt x="36185" y="2667"/>
                      <a:pt x="35942" y="2667"/>
                    </a:cubicBezTo>
                    <a:cubicBezTo>
                      <a:pt x="35771" y="2667"/>
                      <a:pt x="35657" y="2724"/>
                      <a:pt x="35586" y="2910"/>
                    </a:cubicBezTo>
                    <a:lnTo>
                      <a:pt x="28454" y="2910"/>
                    </a:lnTo>
                    <a:lnTo>
                      <a:pt x="25602"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2"/>
              <p:cNvSpPr/>
              <p:nvPr/>
            </p:nvSpPr>
            <p:spPr>
              <a:xfrm rot="-5400000">
                <a:off x="8073163" y="3501432"/>
                <a:ext cx="1413930" cy="194216"/>
              </a:xfrm>
              <a:custGeom>
                <a:avLst/>
                <a:gdLst/>
                <a:ahLst/>
                <a:cxnLst/>
                <a:rect l="l" t="t" r="r" b="b"/>
                <a:pathLst>
                  <a:path w="32506" h="4465" extrusionOk="0">
                    <a:moveTo>
                      <a:pt x="12238" y="0"/>
                    </a:moveTo>
                    <a:lnTo>
                      <a:pt x="12238" y="4222"/>
                    </a:lnTo>
                    <a:lnTo>
                      <a:pt x="0" y="4222"/>
                    </a:lnTo>
                    <a:lnTo>
                      <a:pt x="0" y="4464"/>
                    </a:lnTo>
                    <a:lnTo>
                      <a:pt x="12480" y="4464"/>
                    </a:lnTo>
                    <a:lnTo>
                      <a:pt x="12480" y="243"/>
                    </a:lnTo>
                    <a:lnTo>
                      <a:pt x="26258" y="243"/>
                    </a:lnTo>
                    <a:lnTo>
                      <a:pt x="29353" y="3323"/>
                    </a:lnTo>
                    <a:lnTo>
                      <a:pt x="31792" y="3323"/>
                    </a:lnTo>
                    <a:cubicBezTo>
                      <a:pt x="31849" y="3452"/>
                      <a:pt x="31963" y="3566"/>
                      <a:pt x="32149" y="3566"/>
                    </a:cubicBezTo>
                    <a:cubicBezTo>
                      <a:pt x="32377" y="3566"/>
                      <a:pt x="32505" y="3395"/>
                      <a:pt x="32505" y="3209"/>
                    </a:cubicBezTo>
                    <a:cubicBezTo>
                      <a:pt x="32505" y="2967"/>
                      <a:pt x="32377" y="2796"/>
                      <a:pt x="32149" y="2796"/>
                    </a:cubicBezTo>
                    <a:cubicBezTo>
                      <a:pt x="31963" y="2796"/>
                      <a:pt x="31849" y="2910"/>
                      <a:pt x="31792" y="3095"/>
                    </a:cubicBezTo>
                    <a:lnTo>
                      <a:pt x="29467" y="3095"/>
                    </a:lnTo>
                    <a:lnTo>
                      <a:pt x="2638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2"/>
              <p:cNvSpPr/>
              <p:nvPr/>
            </p:nvSpPr>
            <p:spPr>
              <a:xfrm rot="-5400000">
                <a:off x="8472362" y="4017291"/>
                <a:ext cx="439281" cy="137148"/>
              </a:xfrm>
              <a:custGeom>
                <a:avLst/>
                <a:gdLst/>
                <a:ahLst/>
                <a:cxnLst/>
                <a:rect l="l" t="t" r="r" b="b"/>
                <a:pathLst>
                  <a:path w="10099" h="3153" extrusionOk="0">
                    <a:moveTo>
                      <a:pt x="9742" y="1"/>
                    </a:moveTo>
                    <a:cubicBezTo>
                      <a:pt x="9499" y="1"/>
                      <a:pt x="9328" y="186"/>
                      <a:pt x="9328" y="357"/>
                    </a:cubicBezTo>
                    <a:cubicBezTo>
                      <a:pt x="9328" y="543"/>
                      <a:pt x="9442" y="714"/>
                      <a:pt x="9628" y="714"/>
                    </a:cubicBezTo>
                    <a:lnTo>
                      <a:pt x="9628" y="2910"/>
                    </a:lnTo>
                    <a:lnTo>
                      <a:pt x="0" y="2910"/>
                    </a:lnTo>
                    <a:lnTo>
                      <a:pt x="0" y="3153"/>
                    </a:lnTo>
                    <a:lnTo>
                      <a:pt x="9856" y="3153"/>
                    </a:lnTo>
                    <a:lnTo>
                      <a:pt x="9856" y="714"/>
                    </a:lnTo>
                    <a:cubicBezTo>
                      <a:pt x="9984" y="714"/>
                      <a:pt x="10098" y="543"/>
                      <a:pt x="10098" y="357"/>
                    </a:cubicBezTo>
                    <a:cubicBezTo>
                      <a:pt x="10098" y="186"/>
                      <a:pt x="9913" y="1"/>
                      <a:pt x="974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2"/>
              <p:cNvSpPr/>
              <p:nvPr/>
            </p:nvSpPr>
            <p:spPr>
              <a:xfrm rot="-5400000">
                <a:off x="8472688" y="3978513"/>
                <a:ext cx="477733" cy="176252"/>
              </a:xfrm>
              <a:custGeom>
                <a:avLst/>
                <a:gdLst/>
                <a:ahLst/>
                <a:cxnLst/>
                <a:rect l="l" t="t" r="r" b="b"/>
                <a:pathLst>
                  <a:path w="10983" h="4052" extrusionOk="0">
                    <a:moveTo>
                      <a:pt x="10569" y="1"/>
                    </a:moveTo>
                    <a:cubicBezTo>
                      <a:pt x="10398" y="1"/>
                      <a:pt x="10212" y="186"/>
                      <a:pt x="10212" y="357"/>
                    </a:cubicBezTo>
                    <a:cubicBezTo>
                      <a:pt x="10212" y="543"/>
                      <a:pt x="10341" y="714"/>
                      <a:pt x="10455" y="714"/>
                    </a:cubicBezTo>
                    <a:lnTo>
                      <a:pt x="10455" y="3809"/>
                    </a:lnTo>
                    <a:lnTo>
                      <a:pt x="0" y="3809"/>
                    </a:lnTo>
                    <a:lnTo>
                      <a:pt x="0" y="4052"/>
                    </a:lnTo>
                    <a:lnTo>
                      <a:pt x="10697" y="4052"/>
                    </a:lnTo>
                    <a:lnTo>
                      <a:pt x="10697" y="714"/>
                    </a:lnTo>
                    <a:cubicBezTo>
                      <a:pt x="10868" y="714"/>
                      <a:pt x="10983" y="543"/>
                      <a:pt x="10983" y="357"/>
                    </a:cubicBezTo>
                    <a:cubicBezTo>
                      <a:pt x="10983" y="186"/>
                      <a:pt x="10811" y="1"/>
                      <a:pt x="1056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2"/>
              <p:cNvSpPr/>
              <p:nvPr/>
            </p:nvSpPr>
            <p:spPr>
              <a:xfrm rot="-5400000">
                <a:off x="8182970" y="3430727"/>
                <a:ext cx="1620499" cy="129057"/>
              </a:xfrm>
              <a:custGeom>
                <a:avLst/>
                <a:gdLst/>
                <a:ahLst/>
                <a:cxnLst/>
                <a:rect l="l" t="t" r="r" b="b"/>
                <a:pathLst>
                  <a:path w="37255" h="2967" extrusionOk="0">
                    <a:moveTo>
                      <a:pt x="17700" y="0"/>
                    </a:moveTo>
                    <a:lnTo>
                      <a:pt x="15261" y="2382"/>
                    </a:lnTo>
                    <a:lnTo>
                      <a:pt x="0" y="2382"/>
                    </a:lnTo>
                    <a:lnTo>
                      <a:pt x="0" y="2610"/>
                    </a:lnTo>
                    <a:lnTo>
                      <a:pt x="15390" y="2610"/>
                    </a:lnTo>
                    <a:lnTo>
                      <a:pt x="17829" y="243"/>
                    </a:lnTo>
                    <a:lnTo>
                      <a:pt x="23462" y="243"/>
                    </a:lnTo>
                    <a:lnTo>
                      <a:pt x="26030" y="2739"/>
                    </a:lnTo>
                    <a:lnTo>
                      <a:pt x="36484" y="2739"/>
                    </a:lnTo>
                    <a:cubicBezTo>
                      <a:pt x="36542" y="2910"/>
                      <a:pt x="36727" y="2967"/>
                      <a:pt x="36841" y="2967"/>
                    </a:cubicBezTo>
                    <a:cubicBezTo>
                      <a:pt x="37084" y="2967"/>
                      <a:pt x="37255" y="2853"/>
                      <a:pt x="37255" y="2610"/>
                    </a:cubicBezTo>
                    <a:cubicBezTo>
                      <a:pt x="37255" y="2382"/>
                      <a:pt x="37084" y="2254"/>
                      <a:pt x="36841" y="2254"/>
                    </a:cubicBezTo>
                    <a:cubicBezTo>
                      <a:pt x="36727" y="2254"/>
                      <a:pt x="36542" y="2311"/>
                      <a:pt x="36484" y="2496"/>
                    </a:cubicBezTo>
                    <a:lnTo>
                      <a:pt x="26087" y="2496"/>
                    </a:lnTo>
                    <a:lnTo>
                      <a:pt x="23591"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2"/>
              <p:cNvSpPr/>
              <p:nvPr/>
            </p:nvSpPr>
            <p:spPr>
              <a:xfrm rot="-5400000">
                <a:off x="8089908" y="3371157"/>
                <a:ext cx="1718543" cy="150153"/>
              </a:xfrm>
              <a:custGeom>
                <a:avLst/>
                <a:gdLst/>
                <a:ahLst/>
                <a:cxnLst/>
                <a:rect l="l" t="t" r="r" b="b"/>
                <a:pathLst>
                  <a:path w="39509" h="3452" extrusionOk="0">
                    <a:moveTo>
                      <a:pt x="17344" y="0"/>
                    </a:moveTo>
                    <a:lnTo>
                      <a:pt x="14620" y="2681"/>
                    </a:lnTo>
                    <a:lnTo>
                      <a:pt x="0" y="2681"/>
                    </a:lnTo>
                    <a:lnTo>
                      <a:pt x="0" y="2924"/>
                    </a:lnTo>
                    <a:lnTo>
                      <a:pt x="14734" y="2924"/>
                    </a:lnTo>
                    <a:lnTo>
                      <a:pt x="17401" y="243"/>
                    </a:lnTo>
                    <a:lnTo>
                      <a:pt x="24062" y="243"/>
                    </a:lnTo>
                    <a:lnTo>
                      <a:pt x="27028" y="3152"/>
                    </a:lnTo>
                    <a:lnTo>
                      <a:pt x="38738" y="3152"/>
                    </a:lnTo>
                    <a:cubicBezTo>
                      <a:pt x="38795" y="3338"/>
                      <a:pt x="38980" y="3452"/>
                      <a:pt x="39095" y="3452"/>
                    </a:cubicBezTo>
                    <a:cubicBezTo>
                      <a:pt x="39337" y="3452"/>
                      <a:pt x="39508" y="3281"/>
                      <a:pt x="39508" y="3038"/>
                    </a:cubicBezTo>
                    <a:cubicBezTo>
                      <a:pt x="39508" y="2853"/>
                      <a:pt x="39337" y="2681"/>
                      <a:pt x="39095" y="2681"/>
                    </a:cubicBezTo>
                    <a:cubicBezTo>
                      <a:pt x="38980" y="2681"/>
                      <a:pt x="38795" y="2796"/>
                      <a:pt x="38738" y="2924"/>
                    </a:cubicBezTo>
                    <a:lnTo>
                      <a:pt x="27157" y="2924"/>
                    </a:lnTo>
                    <a:lnTo>
                      <a:pt x="2417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2"/>
              <p:cNvSpPr/>
              <p:nvPr/>
            </p:nvSpPr>
            <p:spPr>
              <a:xfrm rot="-5400000">
                <a:off x="8069444" y="3539297"/>
                <a:ext cx="1330763" cy="201654"/>
              </a:xfrm>
              <a:custGeom>
                <a:avLst/>
                <a:gdLst/>
                <a:ahLst/>
                <a:cxnLst/>
                <a:rect l="l" t="t" r="r" b="b"/>
                <a:pathLst>
                  <a:path w="30594" h="4636" extrusionOk="0">
                    <a:moveTo>
                      <a:pt x="11282" y="0"/>
                    </a:moveTo>
                    <a:lnTo>
                      <a:pt x="11282" y="4393"/>
                    </a:lnTo>
                    <a:lnTo>
                      <a:pt x="0" y="4393"/>
                    </a:lnTo>
                    <a:lnTo>
                      <a:pt x="0" y="4636"/>
                    </a:lnTo>
                    <a:lnTo>
                      <a:pt x="11524" y="4636"/>
                    </a:lnTo>
                    <a:lnTo>
                      <a:pt x="11524" y="243"/>
                    </a:lnTo>
                    <a:lnTo>
                      <a:pt x="26914" y="243"/>
                    </a:lnTo>
                    <a:lnTo>
                      <a:pt x="29881" y="3152"/>
                    </a:lnTo>
                    <a:cubicBezTo>
                      <a:pt x="29824" y="3209"/>
                      <a:pt x="29824" y="3267"/>
                      <a:pt x="29824" y="3324"/>
                    </a:cubicBezTo>
                    <a:cubicBezTo>
                      <a:pt x="29824" y="3566"/>
                      <a:pt x="30009" y="3737"/>
                      <a:pt x="30180" y="3737"/>
                    </a:cubicBezTo>
                    <a:cubicBezTo>
                      <a:pt x="30423" y="3737"/>
                      <a:pt x="30594" y="3566"/>
                      <a:pt x="30594" y="3324"/>
                    </a:cubicBezTo>
                    <a:cubicBezTo>
                      <a:pt x="30594" y="3152"/>
                      <a:pt x="30423" y="2967"/>
                      <a:pt x="30180" y="2967"/>
                    </a:cubicBezTo>
                    <a:cubicBezTo>
                      <a:pt x="30123" y="2967"/>
                      <a:pt x="30123" y="2967"/>
                      <a:pt x="30066" y="3024"/>
                    </a:cubicBezTo>
                    <a:lnTo>
                      <a:pt x="2702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2"/>
              <p:cNvSpPr/>
              <p:nvPr/>
            </p:nvSpPr>
            <p:spPr>
              <a:xfrm rot="-5400000">
                <a:off x="8940152" y="3389472"/>
                <a:ext cx="230232" cy="93085"/>
              </a:xfrm>
              <a:custGeom>
                <a:avLst/>
                <a:gdLst/>
                <a:ahLst/>
                <a:cxnLst/>
                <a:rect l="l" t="t" r="r" b="b"/>
                <a:pathLst>
                  <a:path w="5293" h="2140" extrusionOk="0">
                    <a:moveTo>
                      <a:pt x="4879" y="0"/>
                    </a:moveTo>
                    <a:cubicBezTo>
                      <a:pt x="4765" y="0"/>
                      <a:pt x="4579" y="114"/>
                      <a:pt x="4522" y="243"/>
                    </a:cubicBezTo>
                    <a:lnTo>
                      <a:pt x="1912" y="243"/>
                    </a:lnTo>
                    <a:lnTo>
                      <a:pt x="1" y="2140"/>
                    </a:lnTo>
                    <a:lnTo>
                      <a:pt x="357" y="2140"/>
                    </a:lnTo>
                    <a:lnTo>
                      <a:pt x="2026" y="471"/>
                    </a:lnTo>
                    <a:lnTo>
                      <a:pt x="4522" y="471"/>
                    </a:lnTo>
                    <a:cubicBezTo>
                      <a:pt x="4579" y="656"/>
                      <a:pt x="4765" y="770"/>
                      <a:pt x="4879" y="770"/>
                    </a:cubicBezTo>
                    <a:cubicBezTo>
                      <a:pt x="5121" y="770"/>
                      <a:pt x="5292" y="599"/>
                      <a:pt x="5292" y="357"/>
                    </a:cubicBezTo>
                    <a:cubicBezTo>
                      <a:pt x="5292" y="186"/>
                      <a:pt x="5121" y="0"/>
                      <a:pt x="487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2"/>
              <p:cNvSpPr/>
              <p:nvPr/>
            </p:nvSpPr>
            <p:spPr>
              <a:xfrm rot="-5400000">
                <a:off x="8976450" y="3345735"/>
                <a:ext cx="196696" cy="54024"/>
              </a:xfrm>
              <a:custGeom>
                <a:avLst/>
                <a:gdLst/>
                <a:ahLst/>
                <a:cxnLst/>
                <a:rect l="l" t="t" r="r" b="b"/>
                <a:pathLst>
                  <a:path w="4522" h="1242" extrusionOk="0">
                    <a:moveTo>
                      <a:pt x="4165" y="1"/>
                    </a:moveTo>
                    <a:cubicBezTo>
                      <a:pt x="3994" y="1"/>
                      <a:pt x="3866" y="115"/>
                      <a:pt x="3809" y="229"/>
                    </a:cubicBezTo>
                    <a:lnTo>
                      <a:pt x="1013" y="229"/>
                    </a:lnTo>
                    <a:lnTo>
                      <a:pt x="1" y="1242"/>
                    </a:lnTo>
                    <a:lnTo>
                      <a:pt x="357" y="1242"/>
                    </a:lnTo>
                    <a:lnTo>
                      <a:pt x="1142" y="471"/>
                    </a:lnTo>
                    <a:lnTo>
                      <a:pt x="3809" y="471"/>
                    </a:lnTo>
                    <a:cubicBezTo>
                      <a:pt x="3866" y="642"/>
                      <a:pt x="3994" y="771"/>
                      <a:pt x="4165" y="771"/>
                    </a:cubicBezTo>
                    <a:cubicBezTo>
                      <a:pt x="4351" y="771"/>
                      <a:pt x="4522" y="585"/>
                      <a:pt x="4522" y="357"/>
                    </a:cubicBezTo>
                    <a:cubicBezTo>
                      <a:pt x="4522" y="172"/>
                      <a:pt x="4351" y="1"/>
                      <a:pt x="4165"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22"/>
            <p:cNvGrpSpPr/>
            <p:nvPr/>
          </p:nvGrpSpPr>
          <p:grpSpPr>
            <a:xfrm rot="-5400000">
              <a:off x="7782944" y="77685"/>
              <a:ext cx="826293" cy="3065976"/>
              <a:chOff x="4128096" y="2589445"/>
              <a:chExt cx="465334" cy="1726630"/>
            </a:xfrm>
          </p:grpSpPr>
          <p:sp>
            <p:nvSpPr>
              <p:cNvPr id="556" name="Google Shape;556;p22"/>
              <p:cNvSpPr/>
              <p:nvPr/>
            </p:nvSpPr>
            <p:spPr>
              <a:xfrm rot="-5400000">
                <a:off x="4350516" y="3592343"/>
                <a:ext cx="447328" cy="38495"/>
              </a:xfrm>
              <a:custGeom>
                <a:avLst/>
                <a:gdLst/>
                <a:ahLst/>
                <a:cxnLst/>
                <a:rect l="l" t="t" r="r" b="b"/>
                <a:pathLst>
                  <a:path w="10284" h="885" extrusionOk="0">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2"/>
              <p:cNvSpPr/>
              <p:nvPr/>
            </p:nvSpPr>
            <p:spPr>
              <a:xfrm rot="-5400000">
                <a:off x="4258650" y="2857151"/>
                <a:ext cx="602484" cy="67073"/>
              </a:xfrm>
              <a:custGeom>
                <a:avLst/>
                <a:gdLst/>
                <a:ahLst/>
                <a:cxnLst/>
                <a:rect l="l" t="t" r="r" b="b"/>
                <a:pathLst>
                  <a:path w="13851" h="1542" extrusionOk="0">
                    <a:moveTo>
                      <a:pt x="13494" y="1"/>
                    </a:moveTo>
                    <a:cubicBezTo>
                      <a:pt x="13322" y="1"/>
                      <a:pt x="13137" y="58"/>
                      <a:pt x="13137" y="243"/>
                    </a:cubicBezTo>
                    <a:lnTo>
                      <a:pt x="1" y="243"/>
                    </a:lnTo>
                    <a:lnTo>
                      <a:pt x="1" y="1541"/>
                    </a:lnTo>
                    <a:lnTo>
                      <a:pt x="243" y="1541"/>
                    </a:lnTo>
                    <a:lnTo>
                      <a:pt x="243" y="472"/>
                    </a:lnTo>
                    <a:lnTo>
                      <a:pt x="13137" y="472"/>
                    </a:lnTo>
                    <a:cubicBezTo>
                      <a:pt x="13137" y="600"/>
                      <a:pt x="13322" y="714"/>
                      <a:pt x="13494" y="714"/>
                    </a:cubicBezTo>
                    <a:cubicBezTo>
                      <a:pt x="13679" y="714"/>
                      <a:pt x="13850" y="543"/>
                      <a:pt x="13850" y="357"/>
                    </a:cubicBezTo>
                    <a:cubicBezTo>
                      <a:pt x="13850" y="115"/>
                      <a:pt x="13679" y="1"/>
                      <a:pt x="1349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2"/>
              <p:cNvSpPr/>
              <p:nvPr/>
            </p:nvSpPr>
            <p:spPr>
              <a:xfrm rot="-5400000">
                <a:off x="4342753" y="2990231"/>
                <a:ext cx="395827" cy="105525"/>
              </a:xfrm>
              <a:custGeom>
                <a:avLst/>
                <a:gdLst/>
                <a:ahLst/>
                <a:cxnLst/>
                <a:rect l="l" t="t" r="r" b="b"/>
                <a:pathLst>
                  <a:path w="9100" h="2426" extrusionOk="0">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2"/>
              <p:cNvSpPr/>
              <p:nvPr/>
            </p:nvSpPr>
            <p:spPr>
              <a:xfrm rot="-5400000">
                <a:off x="4236967" y="2935946"/>
                <a:ext cx="565859" cy="147065"/>
              </a:xfrm>
              <a:custGeom>
                <a:avLst/>
                <a:gdLst/>
                <a:ahLst/>
                <a:cxnLst/>
                <a:rect l="l" t="t" r="r" b="b"/>
                <a:pathLst>
                  <a:path w="13009" h="3381" extrusionOk="0">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2"/>
              <p:cNvSpPr/>
              <p:nvPr/>
            </p:nvSpPr>
            <p:spPr>
              <a:xfrm rot="-5400000">
                <a:off x="4284728" y="3027769"/>
                <a:ext cx="421317" cy="196087"/>
              </a:xfrm>
              <a:custGeom>
                <a:avLst/>
                <a:gdLst/>
                <a:ahLst/>
                <a:cxnLst/>
                <a:rect l="l" t="t" r="r" b="b"/>
                <a:pathLst>
                  <a:path w="9686" h="4508" extrusionOk="0">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2"/>
              <p:cNvSpPr/>
              <p:nvPr/>
            </p:nvSpPr>
            <p:spPr>
              <a:xfrm rot="-5400000">
                <a:off x="3936988" y="3222875"/>
                <a:ext cx="1067777" cy="245108"/>
              </a:xfrm>
              <a:custGeom>
                <a:avLst/>
                <a:gdLst/>
                <a:ahLst/>
                <a:cxnLst/>
                <a:rect l="l" t="t" r="r" b="b"/>
                <a:pathLst>
                  <a:path w="24548" h="5635" extrusionOk="0">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2"/>
              <p:cNvSpPr/>
              <p:nvPr/>
            </p:nvSpPr>
            <p:spPr>
              <a:xfrm rot="-5400000">
                <a:off x="3583049" y="3406216"/>
                <a:ext cx="1613105" cy="206613"/>
              </a:xfrm>
              <a:custGeom>
                <a:avLst/>
                <a:gdLst/>
                <a:ahLst/>
                <a:cxnLst/>
                <a:rect l="l" t="t" r="r" b="b"/>
                <a:pathLst>
                  <a:path w="37085" h="4750" extrusionOk="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2"/>
              <p:cNvSpPr/>
              <p:nvPr/>
            </p:nvSpPr>
            <p:spPr>
              <a:xfrm rot="-5400000">
                <a:off x="3683572" y="3550758"/>
                <a:ext cx="1318409" cy="212224"/>
              </a:xfrm>
              <a:custGeom>
                <a:avLst/>
                <a:gdLst/>
                <a:ahLst/>
                <a:cxnLst/>
                <a:rect l="l" t="t" r="r" b="b"/>
                <a:pathLst>
                  <a:path w="30310" h="4879" extrusionOk="0">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2"/>
              <p:cNvSpPr/>
              <p:nvPr/>
            </p:nvSpPr>
            <p:spPr>
              <a:xfrm rot="-5400000">
                <a:off x="3890469" y="3910287"/>
                <a:ext cx="679996" cy="131580"/>
              </a:xfrm>
              <a:custGeom>
                <a:avLst/>
                <a:gdLst/>
                <a:ahLst/>
                <a:cxnLst/>
                <a:rect l="l" t="t" r="r" b="b"/>
                <a:pathLst>
                  <a:path w="15633" h="3025" extrusionOk="0">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2"/>
              <p:cNvSpPr/>
              <p:nvPr/>
            </p:nvSpPr>
            <p:spPr>
              <a:xfrm rot="-5400000">
                <a:off x="3593294" y="3509501"/>
                <a:ext cx="1400924" cy="212224"/>
              </a:xfrm>
              <a:custGeom>
                <a:avLst/>
                <a:gdLst/>
                <a:ahLst/>
                <a:cxnLst/>
                <a:rect l="l" t="t" r="r" b="b"/>
                <a:pathLst>
                  <a:path w="32207" h="4879" extrusionOk="0">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2"/>
              <p:cNvSpPr/>
              <p:nvPr/>
            </p:nvSpPr>
            <p:spPr>
              <a:xfrm rot="-5400000">
                <a:off x="3468913" y="3442188"/>
                <a:ext cx="1533069" cy="214704"/>
              </a:xfrm>
              <a:custGeom>
                <a:avLst/>
                <a:gdLst/>
                <a:ahLst/>
                <a:cxnLst/>
                <a:rect l="l" t="t" r="r" b="b"/>
                <a:pathLst>
                  <a:path w="35245" h="4936" extrusionOk="0">
                    <a:moveTo>
                      <a:pt x="34831" y="0"/>
                    </a:moveTo>
                    <a:cubicBezTo>
                      <a:pt x="34702" y="0"/>
                      <a:pt x="34531" y="71"/>
                      <a:pt x="34474" y="243"/>
                    </a:cubicBezTo>
                    <a:lnTo>
                      <a:pt x="16403" y="243"/>
                    </a:lnTo>
                    <a:lnTo>
                      <a:pt x="16403" y="4707"/>
                    </a:lnTo>
                    <a:lnTo>
                      <a:pt x="1" y="4707"/>
                    </a:lnTo>
                    <a:lnTo>
                      <a:pt x="1" y="4935"/>
                    </a:lnTo>
                    <a:lnTo>
                      <a:pt x="16645" y="4935"/>
                    </a:lnTo>
                    <a:lnTo>
                      <a:pt x="16645" y="485"/>
                    </a:lnTo>
                    <a:lnTo>
                      <a:pt x="34474" y="485"/>
                    </a:lnTo>
                    <a:cubicBezTo>
                      <a:pt x="34531" y="599"/>
                      <a:pt x="34702" y="713"/>
                      <a:pt x="34831" y="713"/>
                    </a:cubicBezTo>
                    <a:cubicBezTo>
                      <a:pt x="35059" y="713"/>
                      <a:pt x="35244" y="542"/>
                      <a:pt x="35244" y="357"/>
                    </a:cubicBezTo>
                    <a:cubicBezTo>
                      <a:pt x="35244" y="129"/>
                      <a:pt x="35059" y="0"/>
                      <a:pt x="3483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67" name="Google Shape;567;p22"/>
          <p:cNvSpPr txBox="1">
            <a:spLocks noGrp="1"/>
          </p:cNvSpPr>
          <p:nvPr>
            <p:ph type="subTitle" idx="1"/>
          </p:nvPr>
        </p:nvSpPr>
        <p:spPr>
          <a:xfrm>
            <a:off x="720000" y="1722125"/>
            <a:ext cx="3951000" cy="2156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sz="14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568" name="Google Shape;568;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569"/>
        <p:cNvGrpSpPr/>
        <p:nvPr/>
      </p:nvGrpSpPr>
      <p:grpSpPr>
        <a:xfrm>
          <a:off x="0" y="0"/>
          <a:ext cx="0" cy="0"/>
          <a:chOff x="0" y="0"/>
          <a:chExt cx="0" cy="0"/>
        </a:xfrm>
      </p:grpSpPr>
      <p:sp>
        <p:nvSpPr>
          <p:cNvPr id="570" name="Google Shape;570;p23"/>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72" name="Google Shape;572;p23"/>
          <p:cNvSpPr txBox="1">
            <a:spLocks noGrp="1"/>
          </p:cNvSpPr>
          <p:nvPr>
            <p:ph type="subTitle" idx="1"/>
          </p:nvPr>
        </p:nvSpPr>
        <p:spPr>
          <a:xfrm>
            <a:off x="2307563" y="1943207"/>
            <a:ext cx="4767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3" name="Google Shape;573;p23"/>
          <p:cNvSpPr txBox="1">
            <a:spLocks noGrp="1"/>
          </p:cNvSpPr>
          <p:nvPr>
            <p:ph type="subTitle" idx="2"/>
          </p:nvPr>
        </p:nvSpPr>
        <p:spPr>
          <a:xfrm>
            <a:off x="2307563" y="3454382"/>
            <a:ext cx="4767000" cy="642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4" name="Google Shape;574;p23"/>
          <p:cNvSpPr txBox="1">
            <a:spLocks noGrp="1"/>
          </p:cNvSpPr>
          <p:nvPr>
            <p:ph type="subTitle" idx="3"/>
          </p:nvPr>
        </p:nvSpPr>
        <p:spPr>
          <a:xfrm>
            <a:off x="2307563" y="1556950"/>
            <a:ext cx="47670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5" name="Google Shape;575;p23"/>
          <p:cNvSpPr txBox="1">
            <a:spLocks noGrp="1"/>
          </p:cNvSpPr>
          <p:nvPr>
            <p:ph type="subTitle" idx="4"/>
          </p:nvPr>
        </p:nvSpPr>
        <p:spPr>
          <a:xfrm>
            <a:off x="2307563" y="3071200"/>
            <a:ext cx="47670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576"/>
        <p:cNvGrpSpPr/>
        <p:nvPr/>
      </p:nvGrpSpPr>
      <p:grpSpPr>
        <a:xfrm>
          <a:off x="0" y="0"/>
          <a:ext cx="0" cy="0"/>
          <a:chOff x="0" y="0"/>
          <a:chExt cx="0" cy="0"/>
        </a:xfrm>
      </p:grpSpPr>
      <p:sp>
        <p:nvSpPr>
          <p:cNvPr id="577" name="Google Shape;577;p24"/>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8" name="Google Shape;578;p24"/>
          <p:cNvGrpSpPr/>
          <p:nvPr/>
        </p:nvGrpSpPr>
        <p:grpSpPr>
          <a:xfrm rot="10800000">
            <a:off x="8269376" y="-1033024"/>
            <a:ext cx="764293" cy="3145045"/>
            <a:chOff x="426802" y="2674436"/>
            <a:chExt cx="397738" cy="1636680"/>
          </a:xfrm>
        </p:grpSpPr>
        <p:sp>
          <p:nvSpPr>
            <p:cNvPr id="579" name="Google Shape;579;p24"/>
            <p:cNvSpPr/>
            <p:nvPr/>
          </p:nvSpPr>
          <p:spPr>
            <a:xfrm rot="-5400000">
              <a:off x="-81621" y="3482511"/>
              <a:ext cx="1556645" cy="100566"/>
            </a:xfrm>
            <a:custGeom>
              <a:avLst/>
              <a:gdLst/>
              <a:ahLst/>
              <a:cxnLst/>
              <a:rect l="l" t="t" r="r" b="b"/>
              <a:pathLst>
                <a:path w="35787" h="2312" extrusionOk="0">
                  <a:moveTo>
                    <a:pt x="17658" y="1"/>
                  </a:moveTo>
                  <a:lnTo>
                    <a:pt x="15576" y="2083"/>
                  </a:lnTo>
                  <a:lnTo>
                    <a:pt x="1" y="2083"/>
                  </a:lnTo>
                  <a:lnTo>
                    <a:pt x="1" y="2312"/>
                  </a:lnTo>
                  <a:lnTo>
                    <a:pt x="15633" y="2312"/>
                  </a:lnTo>
                  <a:lnTo>
                    <a:pt x="17772" y="243"/>
                  </a:lnTo>
                  <a:lnTo>
                    <a:pt x="23363" y="243"/>
                  </a:lnTo>
                  <a:lnTo>
                    <a:pt x="24904" y="1784"/>
                  </a:lnTo>
                  <a:lnTo>
                    <a:pt x="35073" y="1784"/>
                  </a:lnTo>
                  <a:cubicBezTo>
                    <a:pt x="35130" y="1898"/>
                    <a:pt x="35244" y="2026"/>
                    <a:pt x="35430" y="2026"/>
                  </a:cubicBezTo>
                  <a:cubicBezTo>
                    <a:pt x="35601" y="2026"/>
                    <a:pt x="35786" y="1841"/>
                    <a:pt x="35786" y="1670"/>
                  </a:cubicBezTo>
                  <a:cubicBezTo>
                    <a:pt x="35786" y="1427"/>
                    <a:pt x="35601" y="1242"/>
                    <a:pt x="35430" y="1242"/>
                  </a:cubicBezTo>
                  <a:cubicBezTo>
                    <a:pt x="35244" y="1242"/>
                    <a:pt x="35130" y="1370"/>
                    <a:pt x="35073" y="1541"/>
                  </a:cubicBezTo>
                  <a:lnTo>
                    <a:pt x="25018" y="1541"/>
                  </a:lnTo>
                  <a:lnTo>
                    <a:pt x="2342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4"/>
            <p:cNvSpPr/>
            <p:nvPr/>
          </p:nvSpPr>
          <p:spPr>
            <a:xfrm rot="-5400000">
              <a:off x="-285730" y="3386968"/>
              <a:ext cx="1636680" cy="211615"/>
            </a:xfrm>
            <a:custGeom>
              <a:avLst/>
              <a:gdLst/>
              <a:ahLst/>
              <a:cxnLst/>
              <a:rect l="l" t="t" r="r" b="b"/>
              <a:pathLst>
                <a:path w="37627" h="4865" extrusionOk="0">
                  <a:moveTo>
                    <a:pt x="13137" y="1"/>
                  </a:moveTo>
                  <a:lnTo>
                    <a:pt x="13137" y="4636"/>
                  </a:lnTo>
                  <a:lnTo>
                    <a:pt x="12181" y="4636"/>
                  </a:lnTo>
                  <a:lnTo>
                    <a:pt x="12181" y="771"/>
                  </a:lnTo>
                  <a:lnTo>
                    <a:pt x="1" y="771"/>
                  </a:lnTo>
                  <a:lnTo>
                    <a:pt x="1" y="1014"/>
                  </a:lnTo>
                  <a:lnTo>
                    <a:pt x="11953" y="1014"/>
                  </a:lnTo>
                  <a:lnTo>
                    <a:pt x="11953" y="4865"/>
                  </a:lnTo>
                  <a:lnTo>
                    <a:pt x="13379" y="4865"/>
                  </a:lnTo>
                  <a:lnTo>
                    <a:pt x="13379" y="229"/>
                  </a:lnTo>
                  <a:lnTo>
                    <a:pt x="20454" y="229"/>
                  </a:lnTo>
                  <a:lnTo>
                    <a:pt x="22237" y="2083"/>
                  </a:lnTo>
                  <a:lnTo>
                    <a:pt x="36856" y="2083"/>
                  </a:lnTo>
                  <a:cubicBezTo>
                    <a:pt x="36913" y="2197"/>
                    <a:pt x="37084" y="2311"/>
                    <a:pt x="37213" y="2311"/>
                  </a:cubicBezTo>
                  <a:cubicBezTo>
                    <a:pt x="37441" y="2311"/>
                    <a:pt x="37626" y="2140"/>
                    <a:pt x="37626" y="1955"/>
                  </a:cubicBezTo>
                  <a:cubicBezTo>
                    <a:pt x="37626" y="1727"/>
                    <a:pt x="37441" y="1541"/>
                    <a:pt x="37213" y="1541"/>
                  </a:cubicBezTo>
                  <a:cubicBezTo>
                    <a:pt x="37084" y="1541"/>
                    <a:pt x="36913" y="1655"/>
                    <a:pt x="36856" y="1841"/>
                  </a:cubicBezTo>
                  <a:lnTo>
                    <a:pt x="22351" y="1841"/>
                  </a:lnTo>
                  <a:lnTo>
                    <a:pt x="2051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4"/>
            <p:cNvSpPr/>
            <p:nvPr/>
          </p:nvSpPr>
          <p:spPr>
            <a:xfrm rot="-5400000">
              <a:off x="416274" y="4013898"/>
              <a:ext cx="447372" cy="147065"/>
            </a:xfrm>
            <a:custGeom>
              <a:avLst/>
              <a:gdLst/>
              <a:ahLst/>
              <a:cxnLst/>
              <a:rect l="l" t="t" r="r" b="b"/>
              <a:pathLst>
                <a:path w="10285" h="3381" extrusionOk="0">
                  <a:moveTo>
                    <a:pt x="1" y="0"/>
                  </a:moveTo>
                  <a:lnTo>
                    <a:pt x="1" y="228"/>
                  </a:lnTo>
                  <a:lnTo>
                    <a:pt x="9757" y="228"/>
                  </a:lnTo>
                  <a:lnTo>
                    <a:pt x="9757" y="2667"/>
                  </a:lnTo>
                  <a:cubicBezTo>
                    <a:pt x="9628" y="2667"/>
                    <a:pt x="9514" y="2853"/>
                    <a:pt x="9514" y="3024"/>
                  </a:cubicBezTo>
                  <a:cubicBezTo>
                    <a:pt x="9514" y="3209"/>
                    <a:pt x="9685" y="3380"/>
                    <a:pt x="9871" y="3380"/>
                  </a:cubicBezTo>
                  <a:cubicBezTo>
                    <a:pt x="10113" y="3380"/>
                    <a:pt x="10284" y="3209"/>
                    <a:pt x="10284" y="3024"/>
                  </a:cubicBezTo>
                  <a:cubicBezTo>
                    <a:pt x="10284" y="2853"/>
                    <a:pt x="10170" y="2667"/>
                    <a:pt x="9985" y="2667"/>
                  </a:cubicBezTo>
                  <a:lnTo>
                    <a:pt x="998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4"/>
            <p:cNvSpPr/>
            <p:nvPr/>
          </p:nvSpPr>
          <p:spPr>
            <a:xfrm rot="-5400000">
              <a:off x="32255" y="3518831"/>
              <a:ext cx="1497053" cy="87517"/>
            </a:xfrm>
            <a:custGeom>
              <a:avLst/>
              <a:gdLst/>
              <a:ahLst/>
              <a:cxnLst/>
              <a:rect l="l" t="t" r="r" b="b"/>
              <a:pathLst>
                <a:path w="34417" h="2012" extrusionOk="0">
                  <a:moveTo>
                    <a:pt x="18243" y="0"/>
                  </a:moveTo>
                  <a:lnTo>
                    <a:pt x="16588" y="1655"/>
                  </a:lnTo>
                  <a:lnTo>
                    <a:pt x="1" y="1655"/>
                  </a:lnTo>
                  <a:lnTo>
                    <a:pt x="1" y="1897"/>
                  </a:lnTo>
                  <a:lnTo>
                    <a:pt x="16645" y="1897"/>
                  </a:lnTo>
                  <a:lnTo>
                    <a:pt x="18314" y="229"/>
                  </a:lnTo>
                  <a:lnTo>
                    <a:pt x="22522" y="229"/>
                  </a:lnTo>
                  <a:lnTo>
                    <a:pt x="24076" y="1783"/>
                  </a:lnTo>
                  <a:lnTo>
                    <a:pt x="33647" y="1783"/>
                  </a:lnTo>
                  <a:cubicBezTo>
                    <a:pt x="33704" y="1954"/>
                    <a:pt x="33875" y="2011"/>
                    <a:pt x="34003" y="2011"/>
                  </a:cubicBezTo>
                  <a:cubicBezTo>
                    <a:pt x="34232" y="2011"/>
                    <a:pt x="34417" y="1840"/>
                    <a:pt x="34417" y="1655"/>
                  </a:cubicBezTo>
                  <a:cubicBezTo>
                    <a:pt x="34417" y="1427"/>
                    <a:pt x="34232" y="1298"/>
                    <a:pt x="34003" y="1298"/>
                  </a:cubicBezTo>
                  <a:cubicBezTo>
                    <a:pt x="33875" y="1298"/>
                    <a:pt x="33704" y="1370"/>
                    <a:pt x="33647" y="1541"/>
                  </a:cubicBezTo>
                  <a:lnTo>
                    <a:pt x="24191" y="1541"/>
                  </a:lnTo>
                  <a:lnTo>
                    <a:pt x="2265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4"/>
            <p:cNvSpPr/>
            <p:nvPr/>
          </p:nvSpPr>
          <p:spPr>
            <a:xfrm rot="-5400000">
              <a:off x="48067" y="3573094"/>
              <a:ext cx="1377957" cy="98087"/>
            </a:xfrm>
            <a:custGeom>
              <a:avLst/>
              <a:gdLst/>
              <a:ahLst/>
              <a:cxnLst/>
              <a:rect l="l" t="t" r="r" b="b"/>
              <a:pathLst>
                <a:path w="31679" h="2255" extrusionOk="0">
                  <a:moveTo>
                    <a:pt x="18186" y="1"/>
                  </a:moveTo>
                  <a:lnTo>
                    <a:pt x="16232" y="1955"/>
                  </a:lnTo>
                  <a:lnTo>
                    <a:pt x="1" y="1955"/>
                  </a:lnTo>
                  <a:lnTo>
                    <a:pt x="1" y="2197"/>
                  </a:lnTo>
                  <a:lnTo>
                    <a:pt x="16346" y="2197"/>
                  </a:lnTo>
                  <a:lnTo>
                    <a:pt x="18314" y="229"/>
                  </a:lnTo>
                  <a:lnTo>
                    <a:pt x="22950" y="229"/>
                  </a:lnTo>
                  <a:lnTo>
                    <a:pt x="24661" y="1955"/>
                  </a:lnTo>
                  <a:lnTo>
                    <a:pt x="30908" y="1955"/>
                  </a:lnTo>
                  <a:cubicBezTo>
                    <a:pt x="30965" y="2140"/>
                    <a:pt x="31151" y="2254"/>
                    <a:pt x="31265" y="2254"/>
                  </a:cubicBezTo>
                  <a:cubicBezTo>
                    <a:pt x="31507" y="2254"/>
                    <a:pt x="31679" y="2069"/>
                    <a:pt x="31679" y="1840"/>
                  </a:cubicBezTo>
                  <a:cubicBezTo>
                    <a:pt x="31679" y="1655"/>
                    <a:pt x="31507" y="1484"/>
                    <a:pt x="31265" y="1484"/>
                  </a:cubicBezTo>
                  <a:cubicBezTo>
                    <a:pt x="31151" y="1484"/>
                    <a:pt x="30965" y="1598"/>
                    <a:pt x="30908" y="1712"/>
                  </a:cubicBezTo>
                  <a:lnTo>
                    <a:pt x="24733" y="1712"/>
                  </a:lnTo>
                  <a:lnTo>
                    <a:pt x="230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4"/>
            <p:cNvSpPr/>
            <p:nvPr/>
          </p:nvSpPr>
          <p:spPr>
            <a:xfrm rot="-5400000">
              <a:off x="-80031" y="3527509"/>
              <a:ext cx="1354991" cy="212224"/>
            </a:xfrm>
            <a:custGeom>
              <a:avLst/>
              <a:gdLst/>
              <a:ahLst/>
              <a:cxnLst/>
              <a:rect l="l" t="t" r="r" b="b"/>
              <a:pathLst>
                <a:path w="31151" h="4879" extrusionOk="0">
                  <a:moveTo>
                    <a:pt x="14749" y="0"/>
                  </a:moveTo>
                  <a:lnTo>
                    <a:pt x="14749" y="4636"/>
                  </a:lnTo>
                  <a:lnTo>
                    <a:pt x="10755" y="4636"/>
                  </a:lnTo>
                  <a:lnTo>
                    <a:pt x="10755" y="956"/>
                  </a:lnTo>
                  <a:lnTo>
                    <a:pt x="1" y="956"/>
                  </a:lnTo>
                  <a:lnTo>
                    <a:pt x="1" y="1184"/>
                  </a:lnTo>
                  <a:lnTo>
                    <a:pt x="10527" y="1184"/>
                  </a:lnTo>
                  <a:lnTo>
                    <a:pt x="10527" y="4878"/>
                  </a:lnTo>
                  <a:lnTo>
                    <a:pt x="14977" y="4878"/>
                  </a:lnTo>
                  <a:lnTo>
                    <a:pt x="14977" y="243"/>
                  </a:lnTo>
                  <a:lnTo>
                    <a:pt x="18842" y="243"/>
                  </a:lnTo>
                  <a:lnTo>
                    <a:pt x="21281" y="2739"/>
                  </a:lnTo>
                  <a:lnTo>
                    <a:pt x="30366" y="2739"/>
                  </a:lnTo>
                  <a:cubicBezTo>
                    <a:pt x="30438" y="2853"/>
                    <a:pt x="30609" y="2967"/>
                    <a:pt x="30723" y="2967"/>
                  </a:cubicBezTo>
                  <a:cubicBezTo>
                    <a:pt x="30965" y="2967"/>
                    <a:pt x="31151" y="2796"/>
                    <a:pt x="31151" y="2610"/>
                  </a:cubicBezTo>
                  <a:cubicBezTo>
                    <a:pt x="31151" y="2382"/>
                    <a:pt x="30965" y="2197"/>
                    <a:pt x="30723" y="2197"/>
                  </a:cubicBezTo>
                  <a:cubicBezTo>
                    <a:pt x="30609" y="2197"/>
                    <a:pt x="30438" y="2311"/>
                    <a:pt x="30366" y="2496"/>
                  </a:cubicBezTo>
                  <a:lnTo>
                    <a:pt x="21395" y="2496"/>
                  </a:lnTo>
                  <a:lnTo>
                    <a:pt x="18899"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4"/>
            <p:cNvSpPr/>
            <p:nvPr/>
          </p:nvSpPr>
          <p:spPr>
            <a:xfrm rot="-5400000">
              <a:off x="-149844" y="3491841"/>
              <a:ext cx="1429458" cy="209092"/>
            </a:xfrm>
            <a:custGeom>
              <a:avLst/>
              <a:gdLst/>
              <a:ahLst/>
              <a:cxnLst/>
              <a:rect l="l" t="t" r="r" b="b"/>
              <a:pathLst>
                <a:path w="32863" h="4807" extrusionOk="0">
                  <a:moveTo>
                    <a:pt x="13850" y="0"/>
                  </a:moveTo>
                  <a:lnTo>
                    <a:pt x="13850" y="4578"/>
                  </a:lnTo>
                  <a:lnTo>
                    <a:pt x="11411" y="4578"/>
                  </a:lnTo>
                  <a:lnTo>
                    <a:pt x="11411" y="884"/>
                  </a:lnTo>
                  <a:lnTo>
                    <a:pt x="1" y="884"/>
                  </a:lnTo>
                  <a:lnTo>
                    <a:pt x="1" y="1127"/>
                  </a:lnTo>
                  <a:lnTo>
                    <a:pt x="11183" y="1127"/>
                  </a:lnTo>
                  <a:lnTo>
                    <a:pt x="11183" y="4807"/>
                  </a:lnTo>
                  <a:lnTo>
                    <a:pt x="14092" y="4807"/>
                  </a:lnTo>
                  <a:lnTo>
                    <a:pt x="14092" y="243"/>
                  </a:lnTo>
                  <a:lnTo>
                    <a:pt x="19498" y="243"/>
                  </a:lnTo>
                  <a:lnTo>
                    <a:pt x="21637" y="2439"/>
                  </a:lnTo>
                  <a:lnTo>
                    <a:pt x="32149" y="2439"/>
                  </a:lnTo>
                  <a:cubicBezTo>
                    <a:pt x="32221" y="2553"/>
                    <a:pt x="32335" y="2667"/>
                    <a:pt x="32506" y="2667"/>
                  </a:cubicBezTo>
                  <a:cubicBezTo>
                    <a:pt x="32691" y="2667"/>
                    <a:pt x="32862" y="2496"/>
                    <a:pt x="32862" y="2311"/>
                  </a:cubicBezTo>
                  <a:cubicBezTo>
                    <a:pt x="32862" y="2082"/>
                    <a:pt x="32691" y="1954"/>
                    <a:pt x="32506" y="1954"/>
                  </a:cubicBezTo>
                  <a:cubicBezTo>
                    <a:pt x="32335" y="1954"/>
                    <a:pt x="32221" y="2025"/>
                    <a:pt x="32149" y="2197"/>
                  </a:cubicBezTo>
                  <a:lnTo>
                    <a:pt x="21752" y="2197"/>
                  </a:lnTo>
                  <a:lnTo>
                    <a:pt x="1955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24"/>
          <p:cNvGrpSpPr/>
          <p:nvPr/>
        </p:nvGrpSpPr>
        <p:grpSpPr>
          <a:xfrm rot="5400000">
            <a:off x="980486" y="3488146"/>
            <a:ext cx="586678" cy="2547665"/>
            <a:chOff x="4792514" y="2979701"/>
            <a:chExt cx="305307" cy="1325804"/>
          </a:xfrm>
        </p:grpSpPr>
        <p:sp>
          <p:nvSpPr>
            <p:cNvPr id="587" name="Google Shape;587;p24"/>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4"/>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4"/>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4"/>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4"/>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 name="Google Shape;592;p24"/>
          <p:cNvSpPr txBox="1">
            <a:spLocks noGrp="1"/>
          </p:cNvSpPr>
          <p:nvPr>
            <p:ph type="subTitle" idx="1"/>
          </p:nvPr>
        </p:nvSpPr>
        <p:spPr>
          <a:xfrm>
            <a:off x="834813" y="3439723"/>
            <a:ext cx="22266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3" name="Google Shape;593;p24"/>
          <p:cNvSpPr txBox="1">
            <a:spLocks noGrp="1"/>
          </p:cNvSpPr>
          <p:nvPr>
            <p:ph type="subTitle" idx="2"/>
          </p:nvPr>
        </p:nvSpPr>
        <p:spPr>
          <a:xfrm>
            <a:off x="3458787" y="3439724"/>
            <a:ext cx="22266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4" name="Google Shape;594;p24"/>
          <p:cNvSpPr txBox="1">
            <a:spLocks noGrp="1"/>
          </p:cNvSpPr>
          <p:nvPr>
            <p:ph type="subTitle" idx="3"/>
          </p:nvPr>
        </p:nvSpPr>
        <p:spPr>
          <a:xfrm>
            <a:off x="6082750" y="3439724"/>
            <a:ext cx="22266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5" name="Google Shape;595;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6" name="Google Shape;596;p24"/>
          <p:cNvSpPr txBox="1">
            <a:spLocks noGrp="1"/>
          </p:cNvSpPr>
          <p:nvPr>
            <p:ph type="subTitle" idx="4"/>
          </p:nvPr>
        </p:nvSpPr>
        <p:spPr>
          <a:xfrm>
            <a:off x="834813" y="2965175"/>
            <a:ext cx="2226600" cy="572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7" name="Google Shape;597;p24"/>
          <p:cNvSpPr txBox="1">
            <a:spLocks noGrp="1"/>
          </p:cNvSpPr>
          <p:nvPr>
            <p:ph type="subTitle" idx="5"/>
          </p:nvPr>
        </p:nvSpPr>
        <p:spPr>
          <a:xfrm>
            <a:off x="3458790" y="2965175"/>
            <a:ext cx="2226600" cy="572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8" name="Google Shape;598;p24"/>
          <p:cNvSpPr txBox="1">
            <a:spLocks noGrp="1"/>
          </p:cNvSpPr>
          <p:nvPr>
            <p:ph type="subTitle" idx="6"/>
          </p:nvPr>
        </p:nvSpPr>
        <p:spPr>
          <a:xfrm>
            <a:off x="6082754" y="2965175"/>
            <a:ext cx="2226600" cy="572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599"/>
        <p:cNvGrpSpPr/>
        <p:nvPr/>
      </p:nvGrpSpPr>
      <p:grpSpPr>
        <a:xfrm>
          <a:off x="0" y="0"/>
          <a:ext cx="0" cy="0"/>
          <a:chOff x="0" y="0"/>
          <a:chExt cx="0" cy="0"/>
        </a:xfrm>
      </p:grpSpPr>
      <p:sp>
        <p:nvSpPr>
          <p:cNvPr id="600" name="Google Shape;600;p25"/>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 name="Google Shape;601;p25"/>
          <p:cNvGrpSpPr/>
          <p:nvPr/>
        </p:nvGrpSpPr>
        <p:grpSpPr>
          <a:xfrm rot="-5400000">
            <a:off x="7189326" y="2859976"/>
            <a:ext cx="764293" cy="3145045"/>
            <a:chOff x="426802" y="2674436"/>
            <a:chExt cx="397738" cy="1636680"/>
          </a:xfrm>
        </p:grpSpPr>
        <p:sp>
          <p:nvSpPr>
            <p:cNvPr id="602" name="Google Shape;602;p25"/>
            <p:cNvSpPr/>
            <p:nvPr/>
          </p:nvSpPr>
          <p:spPr>
            <a:xfrm rot="-5400000">
              <a:off x="-81621" y="3482511"/>
              <a:ext cx="1556645" cy="100566"/>
            </a:xfrm>
            <a:custGeom>
              <a:avLst/>
              <a:gdLst/>
              <a:ahLst/>
              <a:cxnLst/>
              <a:rect l="l" t="t" r="r" b="b"/>
              <a:pathLst>
                <a:path w="35787" h="2312" extrusionOk="0">
                  <a:moveTo>
                    <a:pt x="17658" y="1"/>
                  </a:moveTo>
                  <a:lnTo>
                    <a:pt x="15576" y="2083"/>
                  </a:lnTo>
                  <a:lnTo>
                    <a:pt x="1" y="2083"/>
                  </a:lnTo>
                  <a:lnTo>
                    <a:pt x="1" y="2312"/>
                  </a:lnTo>
                  <a:lnTo>
                    <a:pt x="15633" y="2312"/>
                  </a:lnTo>
                  <a:lnTo>
                    <a:pt x="17772" y="243"/>
                  </a:lnTo>
                  <a:lnTo>
                    <a:pt x="23363" y="243"/>
                  </a:lnTo>
                  <a:lnTo>
                    <a:pt x="24904" y="1784"/>
                  </a:lnTo>
                  <a:lnTo>
                    <a:pt x="35073" y="1784"/>
                  </a:lnTo>
                  <a:cubicBezTo>
                    <a:pt x="35130" y="1898"/>
                    <a:pt x="35244" y="2026"/>
                    <a:pt x="35430" y="2026"/>
                  </a:cubicBezTo>
                  <a:cubicBezTo>
                    <a:pt x="35601" y="2026"/>
                    <a:pt x="35786" y="1841"/>
                    <a:pt x="35786" y="1670"/>
                  </a:cubicBezTo>
                  <a:cubicBezTo>
                    <a:pt x="35786" y="1427"/>
                    <a:pt x="35601" y="1242"/>
                    <a:pt x="35430" y="1242"/>
                  </a:cubicBezTo>
                  <a:cubicBezTo>
                    <a:pt x="35244" y="1242"/>
                    <a:pt x="35130" y="1370"/>
                    <a:pt x="35073" y="1541"/>
                  </a:cubicBezTo>
                  <a:lnTo>
                    <a:pt x="25018" y="1541"/>
                  </a:lnTo>
                  <a:lnTo>
                    <a:pt x="2342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rot="-5400000">
              <a:off x="-285730" y="3386968"/>
              <a:ext cx="1636680" cy="211615"/>
            </a:xfrm>
            <a:custGeom>
              <a:avLst/>
              <a:gdLst/>
              <a:ahLst/>
              <a:cxnLst/>
              <a:rect l="l" t="t" r="r" b="b"/>
              <a:pathLst>
                <a:path w="37627" h="4865" extrusionOk="0">
                  <a:moveTo>
                    <a:pt x="13137" y="1"/>
                  </a:moveTo>
                  <a:lnTo>
                    <a:pt x="13137" y="4636"/>
                  </a:lnTo>
                  <a:lnTo>
                    <a:pt x="12181" y="4636"/>
                  </a:lnTo>
                  <a:lnTo>
                    <a:pt x="12181" y="771"/>
                  </a:lnTo>
                  <a:lnTo>
                    <a:pt x="1" y="771"/>
                  </a:lnTo>
                  <a:lnTo>
                    <a:pt x="1" y="1014"/>
                  </a:lnTo>
                  <a:lnTo>
                    <a:pt x="11953" y="1014"/>
                  </a:lnTo>
                  <a:lnTo>
                    <a:pt x="11953" y="4865"/>
                  </a:lnTo>
                  <a:lnTo>
                    <a:pt x="13379" y="4865"/>
                  </a:lnTo>
                  <a:lnTo>
                    <a:pt x="13379" y="229"/>
                  </a:lnTo>
                  <a:lnTo>
                    <a:pt x="20454" y="229"/>
                  </a:lnTo>
                  <a:lnTo>
                    <a:pt x="22237" y="2083"/>
                  </a:lnTo>
                  <a:lnTo>
                    <a:pt x="36856" y="2083"/>
                  </a:lnTo>
                  <a:cubicBezTo>
                    <a:pt x="36913" y="2197"/>
                    <a:pt x="37084" y="2311"/>
                    <a:pt x="37213" y="2311"/>
                  </a:cubicBezTo>
                  <a:cubicBezTo>
                    <a:pt x="37441" y="2311"/>
                    <a:pt x="37626" y="2140"/>
                    <a:pt x="37626" y="1955"/>
                  </a:cubicBezTo>
                  <a:cubicBezTo>
                    <a:pt x="37626" y="1727"/>
                    <a:pt x="37441" y="1541"/>
                    <a:pt x="37213" y="1541"/>
                  </a:cubicBezTo>
                  <a:cubicBezTo>
                    <a:pt x="37084" y="1541"/>
                    <a:pt x="36913" y="1655"/>
                    <a:pt x="36856" y="1841"/>
                  </a:cubicBezTo>
                  <a:lnTo>
                    <a:pt x="22351" y="1841"/>
                  </a:lnTo>
                  <a:lnTo>
                    <a:pt x="2051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rot="-5400000">
              <a:off x="416274" y="4013898"/>
              <a:ext cx="447372" cy="147065"/>
            </a:xfrm>
            <a:custGeom>
              <a:avLst/>
              <a:gdLst/>
              <a:ahLst/>
              <a:cxnLst/>
              <a:rect l="l" t="t" r="r" b="b"/>
              <a:pathLst>
                <a:path w="10285" h="3381" extrusionOk="0">
                  <a:moveTo>
                    <a:pt x="1" y="0"/>
                  </a:moveTo>
                  <a:lnTo>
                    <a:pt x="1" y="228"/>
                  </a:lnTo>
                  <a:lnTo>
                    <a:pt x="9757" y="228"/>
                  </a:lnTo>
                  <a:lnTo>
                    <a:pt x="9757" y="2667"/>
                  </a:lnTo>
                  <a:cubicBezTo>
                    <a:pt x="9628" y="2667"/>
                    <a:pt x="9514" y="2853"/>
                    <a:pt x="9514" y="3024"/>
                  </a:cubicBezTo>
                  <a:cubicBezTo>
                    <a:pt x="9514" y="3209"/>
                    <a:pt x="9685" y="3380"/>
                    <a:pt x="9871" y="3380"/>
                  </a:cubicBezTo>
                  <a:cubicBezTo>
                    <a:pt x="10113" y="3380"/>
                    <a:pt x="10284" y="3209"/>
                    <a:pt x="10284" y="3024"/>
                  </a:cubicBezTo>
                  <a:cubicBezTo>
                    <a:pt x="10284" y="2853"/>
                    <a:pt x="10170" y="2667"/>
                    <a:pt x="9985" y="2667"/>
                  </a:cubicBezTo>
                  <a:lnTo>
                    <a:pt x="998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rot="-5400000">
              <a:off x="32255" y="3518831"/>
              <a:ext cx="1497053" cy="87517"/>
            </a:xfrm>
            <a:custGeom>
              <a:avLst/>
              <a:gdLst/>
              <a:ahLst/>
              <a:cxnLst/>
              <a:rect l="l" t="t" r="r" b="b"/>
              <a:pathLst>
                <a:path w="34417" h="2012" extrusionOk="0">
                  <a:moveTo>
                    <a:pt x="18243" y="0"/>
                  </a:moveTo>
                  <a:lnTo>
                    <a:pt x="16588" y="1655"/>
                  </a:lnTo>
                  <a:lnTo>
                    <a:pt x="1" y="1655"/>
                  </a:lnTo>
                  <a:lnTo>
                    <a:pt x="1" y="1897"/>
                  </a:lnTo>
                  <a:lnTo>
                    <a:pt x="16645" y="1897"/>
                  </a:lnTo>
                  <a:lnTo>
                    <a:pt x="18314" y="229"/>
                  </a:lnTo>
                  <a:lnTo>
                    <a:pt x="22522" y="229"/>
                  </a:lnTo>
                  <a:lnTo>
                    <a:pt x="24076" y="1783"/>
                  </a:lnTo>
                  <a:lnTo>
                    <a:pt x="33647" y="1783"/>
                  </a:lnTo>
                  <a:cubicBezTo>
                    <a:pt x="33704" y="1954"/>
                    <a:pt x="33875" y="2011"/>
                    <a:pt x="34003" y="2011"/>
                  </a:cubicBezTo>
                  <a:cubicBezTo>
                    <a:pt x="34232" y="2011"/>
                    <a:pt x="34417" y="1840"/>
                    <a:pt x="34417" y="1655"/>
                  </a:cubicBezTo>
                  <a:cubicBezTo>
                    <a:pt x="34417" y="1427"/>
                    <a:pt x="34232" y="1298"/>
                    <a:pt x="34003" y="1298"/>
                  </a:cubicBezTo>
                  <a:cubicBezTo>
                    <a:pt x="33875" y="1298"/>
                    <a:pt x="33704" y="1370"/>
                    <a:pt x="33647" y="1541"/>
                  </a:cubicBezTo>
                  <a:lnTo>
                    <a:pt x="24191" y="1541"/>
                  </a:lnTo>
                  <a:lnTo>
                    <a:pt x="2265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rot="-5400000">
              <a:off x="48067" y="3573094"/>
              <a:ext cx="1377957" cy="98087"/>
            </a:xfrm>
            <a:custGeom>
              <a:avLst/>
              <a:gdLst/>
              <a:ahLst/>
              <a:cxnLst/>
              <a:rect l="l" t="t" r="r" b="b"/>
              <a:pathLst>
                <a:path w="31679" h="2255" extrusionOk="0">
                  <a:moveTo>
                    <a:pt x="18186" y="1"/>
                  </a:moveTo>
                  <a:lnTo>
                    <a:pt x="16232" y="1955"/>
                  </a:lnTo>
                  <a:lnTo>
                    <a:pt x="1" y="1955"/>
                  </a:lnTo>
                  <a:lnTo>
                    <a:pt x="1" y="2197"/>
                  </a:lnTo>
                  <a:lnTo>
                    <a:pt x="16346" y="2197"/>
                  </a:lnTo>
                  <a:lnTo>
                    <a:pt x="18314" y="229"/>
                  </a:lnTo>
                  <a:lnTo>
                    <a:pt x="22950" y="229"/>
                  </a:lnTo>
                  <a:lnTo>
                    <a:pt x="24661" y="1955"/>
                  </a:lnTo>
                  <a:lnTo>
                    <a:pt x="30908" y="1955"/>
                  </a:lnTo>
                  <a:cubicBezTo>
                    <a:pt x="30965" y="2140"/>
                    <a:pt x="31151" y="2254"/>
                    <a:pt x="31265" y="2254"/>
                  </a:cubicBezTo>
                  <a:cubicBezTo>
                    <a:pt x="31507" y="2254"/>
                    <a:pt x="31679" y="2069"/>
                    <a:pt x="31679" y="1840"/>
                  </a:cubicBezTo>
                  <a:cubicBezTo>
                    <a:pt x="31679" y="1655"/>
                    <a:pt x="31507" y="1484"/>
                    <a:pt x="31265" y="1484"/>
                  </a:cubicBezTo>
                  <a:cubicBezTo>
                    <a:pt x="31151" y="1484"/>
                    <a:pt x="30965" y="1598"/>
                    <a:pt x="30908" y="1712"/>
                  </a:cubicBezTo>
                  <a:lnTo>
                    <a:pt x="24733" y="1712"/>
                  </a:lnTo>
                  <a:lnTo>
                    <a:pt x="230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rot="-5400000">
              <a:off x="-80031" y="3527509"/>
              <a:ext cx="1354991" cy="212224"/>
            </a:xfrm>
            <a:custGeom>
              <a:avLst/>
              <a:gdLst/>
              <a:ahLst/>
              <a:cxnLst/>
              <a:rect l="l" t="t" r="r" b="b"/>
              <a:pathLst>
                <a:path w="31151" h="4879" extrusionOk="0">
                  <a:moveTo>
                    <a:pt x="14749" y="0"/>
                  </a:moveTo>
                  <a:lnTo>
                    <a:pt x="14749" y="4636"/>
                  </a:lnTo>
                  <a:lnTo>
                    <a:pt x="10755" y="4636"/>
                  </a:lnTo>
                  <a:lnTo>
                    <a:pt x="10755" y="956"/>
                  </a:lnTo>
                  <a:lnTo>
                    <a:pt x="1" y="956"/>
                  </a:lnTo>
                  <a:lnTo>
                    <a:pt x="1" y="1184"/>
                  </a:lnTo>
                  <a:lnTo>
                    <a:pt x="10527" y="1184"/>
                  </a:lnTo>
                  <a:lnTo>
                    <a:pt x="10527" y="4878"/>
                  </a:lnTo>
                  <a:lnTo>
                    <a:pt x="14977" y="4878"/>
                  </a:lnTo>
                  <a:lnTo>
                    <a:pt x="14977" y="243"/>
                  </a:lnTo>
                  <a:lnTo>
                    <a:pt x="18842" y="243"/>
                  </a:lnTo>
                  <a:lnTo>
                    <a:pt x="21281" y="2739"/>
                  </a:lnTo>
                  <a:lnTo>
                    <a:pt x="30366" y="2739"/>
                  </a:lnTo>
                  <a:cubicBezTo>
                    <a:pt x="30438" y="2853"/>
                    <a:pt x="30609" y="2967"/>
                    <a:pt x="30723" y="2967"/>
                  </a:cubicBezTo>
                  <a:cubicBezTo>
                    <a:pt x="30965" y="2967"/>
                    <a:pt x="31151" y="2796"/>
                    <a:pt x="31151" y="2610"/>
                  </a:cubicBezTo>
                  <a:cubicBezTo>
                    <a:pt x="31151" y="2382"/>
                    <a:pt x="30965" y="2197"/>
                    <a:pt x="30723" y="2197"/>
                  </a:cubicBezTo>
                  <a:cubicBezTo>
                    <a:pt x="30609" y="2197"/>
                    <a:pt x="30438" y="2311"/>
                    <a:pt x="30366" y="2496"/>
                  </a:cubicBezTo>
                  <a:lnTo>
                    <a:pt x="21395" y="2496"/>
                  </a:lnTo>
                  <a:lnTo>
                    <a:pt x="18899"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rot="-5400000">
              <a:off x="-149844" y="3491841"/>
              <a:ext cx="1429458" cy="209092"/>
            </a:xfrm>
            <a:custGeom>
              <a:avLst/>
              <a:gdLst/>
              <a:ahLst/>
              <a:cxnLst/>
              <a:rect l="l" t="t" r="r" b="b"/>
              <a:pathLst>
                <a:path w="32863" h="4807" extrusionOk="0">
                  <a:moveTo>
                    <a:pt x="13850" y="0"/>
                  </a:moveTo>
                  <a:lnTo>
                    <a:pt x="13850" y="4578"/>
                  </a:lnTo>
                  <a:lnTo>
                    <a:pt x="11411" y="4578"/>
                  </a:lnTo>
                  <a:lnTo>
                    <a:pt x="11411" y="884"/>
                  </a:lnTo>
                  <a:lnTo>
                    <a:pt x="1" y="884"/>
                  </a:lnTo>
                  <a:lnTo>
                    <a:pt x="1" y="1127"/>
                  </a:lnTo>
                  <a:lnTo>
                    <a:pt x="11183" y="1127"/>
                  </a:lnTo>
                  <a:lnTo>
                    <a:pt x="11183" y="4807"/>
                  </a:lnTo>
                  <a:lnTo>
                    <a:pt x="14092" y="4807"/>
                  </a:lnTo>
                  <a:lnTo>
                    <a:pt x="14092" y="243"/>
                  </a:lnTo>
                  <a:lnTo>
                    <a:pt x="19498" y="243"/>
                  </a:lnTo>
                  <a:lnTo>
                    <a:pt x="21637" y="2439"/>
                  </a:lnTo>
                  <a:lnTo>
                    <a:pt x="32149" y="2439"/>
                  </a:lnTo>
                  <a:cubicBezTo>
                    <a:pt x="32221" y="2553"/>
                    <a:pt x="32335" y="2667"/>
                    <a:pt x="32506" y="2667"/>
                  </a:cubicBezTo>
                  <a:cubicBezTo>
                    <a:pt x="32691" y="2667"/>
                    <a:pt x="32862" y="2496"/>
                    <a:pt x="32862" y="2311"/>
                  </a:cubicBezTo>
                  <a:cubicBezTo>
                    <a:pt x="32862" y="2082"/>
                    <a:pt x="32691" y="1954"/>
                    <a:pt x="32506" y="1954"/>
                  </a:cubicBezTo>
                  <a:cubicBezTo>
                    <a:pt x="32335" y="1954"/>
                    <a:pt x="32221" y="2025"/>
                    <a:pt x="32149" y="2197"/>
                  </a:cubicBezTo>
                  <a:lnTo>
                    <a:pt x="21752" y="2197"/>
                  </a:lnTo>
                  <a:lnTo>
                    <a:pt x="1955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 name="Google Shape;609;p25"/>
          <p:cNvGrpSpPr/>
          <p:nvPr/>
        </p:nvGrpSpPr>
        <p:grpSpPr>
          <a:xfrm rot="10800000">
            <a:off x="346036" y="-4"/>
            <a:ext cx="586678" cy="2547665"/>
            <a:chOff x="4792514" y="2979701"/>
            <a:chExt cx="305307" cy="1325804"/>
          </a:xfrm>
        </p:grpSpPr>
        <p:sp>
          <p:nvSpPr>
            <p:cNvPr id="610" name="Google Shape;610;p25"/>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25"/>
          <p:cNvSpPr txBox="1">
            <a:spLocks noGrp="1"/>
          </p:cNvSpPr>
          <p:nvPr>
            <p:ph type="subTitle" idx="1"/>
          </p:nvPr>
        </p:nvSpPr>
        <p:spPr>
          <a:xfrm>
            <a:off x="720075" y="2883490"/>
            <a:ext cx="23055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6" name="Google Shape;616;p25"/>
          <p:cNvSpPr txBox="1">
            <a:spLocks noGrp="1"/>
          </p:cNvSpPr>
          <p:nvPr>
            <p:ph type="subTitle" idx="2"/>
          </p:nvPr>
        </p:nvSpPr>
        <p:spPr>
          <a:xfrm>
            <a:off x="3419293" y="2883490"/>
            <a:ext cx="23055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7" name="Google Shape;617;p25"/>
          <p:cNvSpPr txBox="1">
            <a:spLocks noGrp="1"/>
          </p:cNvSpPr>
          <p:nvPr>
            <p:ph type="subTitle" idx="3"/>
          </p:nvPr>
        </p:nvSpPr>
        <p:spPr>
          <a:xfrm>
            <a:off x="6118519" y="2883490"/>
            <a:ext cx="2305500" cy="86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8" name="Google Shape;618;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19" name="Google Shape;619;p25"/>
          <p:cNvSpPr txBox="1">
            <a:spLocks noGrp="1"/>
          </p:cNvSpPr>
          <p:nvPr>
            <p:ph type="subTitle" idx="4"/>
          </p:nvPr>
        </p:nvSpPr>
        <p:spPr>
          <a:xfrm>
            <a:off x="720075" y="2408950"/>
            <a:ext cx="2305500" cy="572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0" name="Google Shape;620;p25"/>
          <p:cNvSpPr txBox="1">
            <a:spLocks noGrp="1"/>
          </p:cNvSpPr>
          <p:nvPr>
            <p:ph type="subTitle" idx="5"/>
          </p:nvPr>
        </p:nvSpPr>
        <p:spPr>
          <a:xfrm>
            <a:off x="3419296" y="2408950"/>
            <a:ext cx="2305500" cy="572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1" name="Google Shape;621;p25"/>
          <p:cNvSpPr txBox="1">
            <a:spLocks noGrp="1"/>
          </p:cNvSpPr>
          <p:nvPr>
            <p:ph type="subTitle" idx="6"/>
          </p:nvPr>
        </p:nvSpPr>
        <p:spPr>
          <a:xfrm>
            <a:off x="6118523" y="2408950"/>
            <a:ext cx="2305500" cy="572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633"/>
        <p:cNvGrpSpPr/>
        <p:nvPr/>
      </p:nvGrpSpPr>
      <p:grpSpPr>
        <a:xfrm>
          <a:off x="0" y="0"/>
          <a:ext cx="0" cy="0"/>
          <a:chOff x="0" y="0"/>
          <a:chExt cx="0" cy="0"/>
        </a:xfrm>
      </p:grpSpPr>
      <p:sp>
        <p:nvSpPr>
          <p:cNvPr id="634" name="Google Shape;634;p27"/>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5" name="Google Shape;635;p27"/>
          <p:cNvGrpSpPr/>
          <p:nvPr/>
        </p:nvGrpSpPr>
        <p:grpSpPr>
          <a:xfrm rot="10800000">
            <a:off x="50756" y="-1649516"/>
            <a:ext cx="740390" cy="2806450"/>
            <a:chOff x="8218831" y="2346909"/>
            <a:chExt cx="740390" cy="2806450"/>
          </a:xfrm>
        </p:grpSpPr>
        <p:sp>
          <p:nvSpPr>
            <p:cNvPr id="636" name="Google Shape;636;p27"/>
            <p:cNvSpPr/>
            <p:nvPr/>
          </p:nvSpPr>
          <p:spPr>
            <a:xfrm rot="-5400000">
              <a:off x="7409304" y="3603442"/>
              <a:ext cx="2806450" cy="293383"/>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7"/>
            <p:cNvSpPr/>
            <p:nvPr/>
          </p:nvSpPr>
          <p:spPr>
            <a:xfrm rot="-5400000">
              <a:off x="7520808" y="3794852"/>
              <a:ext cx="2409421" cy="307593"/>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7"/>
            <p:cNvSpPr/>
            <p:nvPr/>
          </p:nvSpPr>
          <p:spPr>
            <a:xfrm rot="-5400000">
              <a:off x="7336629" y="3695260"/>
              <a:ext cx="2603756" cy="312441"/>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7"/>
            <p:cNvSpPr/>
            <p:nvPr/>
          </p:nvSpPr>
          <p:spPr>
            <a:xfrm rot="-5400000">
              <a:off x="7266838" y="3694675"/>
              <a:ext cx="2484564" cy="432803"/>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7"/>
            <p:cNvSpPr/>
            <p:nvPr/>
          </p:nvSpPr>
          <p:spPr>
            <a:xfrm rot="-5400000">
              <a:off x="7264499" y="3772159"/>
              <a:ext cx="2335532" cy="426869"/>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7"/>
            <p:cNvSpPr/>
            <p:nvPr/>
          </p:nvSpPr>
          <p:spPr>
            <a:xfrm rot="-5400000">
              <a:off x="7898072" y="4609597"/>
              <a:ext cx="958636" cy="128888"/>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7"/>
            <p:cNvSpPr/>
            <p:nvPr/>
          </p:nvSpPr>
          <p:spPr>
            <a:xfrm rot="-5400000">
              <a:off x="7893308" y="4534537"/>
              <a:ext cx="1038460" cy="199183"/>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7"/>
            <p:cNvSpPr/>
            <p:nvPr/>
          </p:nvSpPr>
          <p:spPr>
            <a:xfrm rot="-5400000">
              <a:off x="7885576" y="4457597"/>
              <a:ext cx="1123132" cy="268391"/>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27"/>
          <p:cNvGrpSpPr/>
          <p:nvPr/>
        </p:nvGrpSpPr>
        <p:grpSpPr>
          <a:xfrm>
            <a:off x="8430766" y="2624662"/>
            <a:ext cx="536528" cy="2528697"/>
            <a:chOff x="8143116" y="2624662"/>
            <a:chExt cx="536528" cy="2528697"/>
          </a:xfrm>
        </p:grpSpPr>
        <p:sp>
          <p:nvSpPr>
            <p:cNvPr id="645" name="Google Shape;645;p27"/>
            <p:cNvSpPr/>
            <p:nvPr/>
          </p:nvSpPr>
          <p:spPr>
            <a:xfrm rot="-5400000">
              <a:off x="7445679" y="3919393"/>
              <a:ext cx="2235397" cy="232533"/>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7"/>
            <p:cNvSpPr/>
            <p:nvPr/>
          </p:nvSpPr>
          <p:spPr>
            <a:xfrm rot="-5400000">
              <a:off x="7411119" y="4023081"/>
              <a:ext cx="1987401" cy="273156"/>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7"/>
            <p:cNvSpPr/>
            <p:nvPr/>
          </p:nvSpPr>
          <p:spPr>
            <a:xfrm rot="-5400000">
              <a:off x="7217368" y="3764970"/>
              <a:ext cx="2528697" cy="248080"/>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7"/>
            <p:cNvSpPr/>
            <p:nvPr/>
          </p:nvSpPr>
          <p:spPr>
            <a:xfrm rot="-5400000">
              <a:off x="7095211" y="3791843"/>
              <a:ext cx="2409421" cy="313611"/>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50" name="Google Shape;650;p27"/>
          <p:cNvSpPr txBox="1">
            <a:spLocks noGrp="1"/>
          </p:cNvSpPr>
          <p:nvPr>
            <p:ph type="subTitle" idx="1"/>
          </p:nvPr>
        </p:nvSpPr>
        <p:spPr>
          <a:xfrm>
            <a:off x="1101175" y="1946457"/>
            <a:ext cx="1986000" cy="6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1" name="Google Shape;651;p27"/>
          <p:cNvSpPr txBox="1">
            <a:spLocks noGrp="1"/>
          </p:cNvSpPr>
          <p:nvPr>
            <p:ph type="subTitle" idx="2"/>
          </p:nvPr>
        </p:nvSpPr>
        <p:spPr>
          <a:xfrm>
            <a:off x="3578947" y="1946457"/>
            <a:ext cx="1986000" cy="6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2" name="Google Shape;652;p27"/>
          <p:cNvSpPr txBox="1">
            <a:spLocks noGrp="1"/>
          </p:cNvSpPr>
          <p:nvPr>
            <p:ph type="subTitle" idx="3"/>
          </p:nvPr>
        </p:nvSpPr>
        <p:spPr>
          <a:xfrm>
            <a:off x="1101175" y="3483332"/>
            <a:ext cx="1986000" cy="6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3" name="Google Shape;653;p27"/>
          <p:cNvSpPr txBox="1">
            <a:spLocks noGrp="1"/>
          </p:cNvSpPr>
          <p:nvPr>
            <p:ph type="subTitle" idx="4"/>
          </p:nvPr>
        </p:nvSpPr>
        <p:spPr>
          <a:xfrm>
            <a:off x="3578947" y="3483332"/>
            <a:ext cx="1986000" cy="6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4" name="Google Shape;654;p27"/>
          <p:cNvSpPr txBox="1">
            <a:spLocks noGrp="1"/>
          </p:cNvSpPr>
          <p:nvPr>
            <p:ph type="subTitle" idx="5"/>
          </p:nvPr>
        </p:nvSpPr>
        <p:spPr>
          <a:xfrm>
            <a:off x="6056725" y="1946457"/>
            <a:ext cx="1986000" cy="6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5" name="Google Shape;655;p27"/>
          <p:cNvSpPr txBox="1">
            <a:spLocks noGrp="1"/>
          </p:cNvSpPr>
          <p:nvPr>
            <p:ph type="subTitle" idx="6"/>
          </p:nvPr>
        </p:nvSpPr>
        <p:spPr>
          <a:xfrm>
            <a:off x="6056725" y="3483332"/>
            <a:ext cx="1986000" cy="6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6" name="Google Shape;656;p27"/>
          <p:cNvSpPr txBox="1">
            <a:spLocks noGrp="1"/>
          </p:cNvSpPr>
          <p:nvPr>
            <p:ph type="subTitle" idx="7"/>
          </p:nvPr>
        </p:nvSpPr>
        <p:spPr>
          <a:xfrm>
            <a:off x="1101175" y="1536976"/>
            <a:ext cx="1986000" cy="509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7" name="Google Shape;657;p27"/>
          <p:cNvSpPr txBox="1">
            <a:spLocks noGrp="1"/>
          </p:cNvSpPr>
          <p:nvPr>
            <p:ph type="subTitle" idx="8"/>
          </p:nvPr>
        </p:nvSpPr>
        <p:spPr>
          <a:xfrm>
            <a:off x="3578947" y="1536976"/>
            <a:ext cx="1986000" cy="509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8" name="Google Shape;658;p27"/>
          <p:cNvSpPr txBox="1">
            <a:spLocks noGrp="1"/>
          </p:cNvSpPr>
          <p:nvPr>
            <p:ph type="subTitle" idx="9"/>
          </p:nvPr>
        </p:nvSpPr>
        <p:spPr>
          <a:xfrm>
            <a:off x="1101175" y="3073851"/>
            <a:ext cx="1986000" cy="509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9" name="Google Shape;659;p27"/>
          <p:cNvSpPr txBox="1">
            <a:spLocks noGrp="1"/>
          </p:cNvSpPr>
          <p:nvPr>
            <p:ph type="subTitle" idx="13"/>
          </p:nvPr>
        </p:nvSpPr>
        <p:spPr>
          <a:xfrm>
            <a:off x="3578947" y="3073851"/>
            <a:ext cx="1986000" cy="509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60" name="Google Shape;660;p27"/>
          <p:cNvSpPr txBox="1">
            <a:spLocks noGrp="1"/>
          </p:cNvSpPr>
          <p:nvPr>
            <p:ph type="subTitle" idx="14"/>
          </p:nvPr>
        </p:nvSpPr>
        <p:spPr>
          <a:xfrm>
            <a:off x="6056725" y="1536976"/>
            <a:ext cx="1986000" cy="509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61" name="Google Shape;661;p27"/>
          <p:cNvSpPr txBox="1">
            <a:spLocks noGrp="1"/>
          </p:cNvSpPr>
          <p:nvPr>
            <p:ph type="subTitle" idx="15"/>
          </p:nvPr>
        </p:nvSpPr>
        <p:spPr>
          <a:xfrm>
            <a:off x="6056725" y="3073851"/>
            <a:ext cx="1986000" cy="509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a:latin typeface="Anton"/>
                <a:ea typeface="Anton"/>
                <a:cs typeface="Anton"/>
                <a:sym typeface="Anton"/>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662"/>
        <p:cNvGrpSpPr/>
        <p:nvPr/>
      </p:nvGrpSpPr>
      <p:grpSpPr>
        <a:xfrm>
          <a:off x="0" y="0"/>
          <a:ext cx="0" cy="0"/>
          <a:chOff x="0" y="0"/>
          <a:chExt cx="0" cy="0"/>
        </a:xfrm>
      </p:grpSpPr>
      <p:sp>
        <p:nvSpPr>
          <p:cNvPr id="663" name="Google Shape;663;p28"/>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8"/>
          <p:cNvSpPr txBox="1">
            <a:spLocks noGrp="1"/>
          </p:cNvSpPr>
          <p:nvPr>
            <p:ph type="title" hasCustomPrompt="1"/>
          </p:nvPr>
        </p:nvSpPr>
        <p:spPr>
          <a:xfrm>
            <a:off x="4118275" y="630550"/>
            <a:ext cx="4312500" cy="7689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65" name="Google Shape;665;p28"/>
          <p:cNvSpPr txBox="1">
            <a:spLocks noGrp="1"/>
          </p:cNvSpPr>
          <p:nvPr>
            <p:ph type="subTitle" idx="1"/>
          </p:nvPr>
        </p:nvSpPr>
        <p:spPr>
          <a:xfrm>
            <a:off x="4118275" y="1356469"/>
            <a:ext cx="4312500" cy="408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666" name="Google Shape;666;p28"/>
          <p:cNvSpPr txBox="1">
            <a:spLocks noGrp="1"/>
          </p:cNvSpPr>
          <p:nvPr>
            <p:ph type="title" idx="2" hasCustomPrompt="1"/>
          </p:nvPr>
        </p:nvSpPr>
        <p:spPr>
          <a:xfrm>
            <a:off x="4118275" y="2004460"/>
            <a:ext cx="4312500" cy="7689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67" name="Google Shape;667;p28"/>
          <p:cNvSpPr txBox="1">
            <a:spLocks noGrp="1"/>
          </p:cNvSpPr>
          <p:nvPr>
            <p:ph type="subTitle" idx="3"/>
          </p:nvPr>
        </p:nvSpPr>
        <p:spPr>
          <a:xfrm>
            <a:off x="4118275" y="2728056"/>
            <a:ext cx="4312500" cy="408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668" name="Google Shape;668;p28"/>
          <p:cNvSpPr txBox="1">
            <a:spLocks noGrp="1"/>
          </p:cNvSpPr>
          <p:nvPr>
            <p:ph type="title" idx="4" hasCustomPrompt="1"/>
          </p:nvPr>
        </p:nvSpPr>
        <p:spPr>
          <a:xfrm>
            <a:off x="4118275" y="3378371"/>
            <a:ext cx="4312500" cy="7689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69" name="Google Shape;669;p28"/>
          <p:cNvSpPr txBox="1">
            <a:spLocks noGrp="1"/>
          </p:cNvSpPr>
          <p:nvPr>
            <p:ph type="subTitle" idx="5"/>
          </p:nvPr>
        </p:nvSpPr>
        <p:spPr>
          <a:xfrm>
            <a:off x="4118275" y="4104649"/>
            <a:ext cx="4312500" cy="408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grpSp>
        <p:nvGrpSpPr>
          <p:cNvPr id="670" name="Google Shape;670;p28"/>
          <p:cNvGrpSpPr/>
          <p:nvPr/>
        </p:nvGrpSpPr>
        <p:grpSpPr>
          <a:xfrm>
            <a:off x="-2" y="91396"/>
            <a:ext cx="2581576" cy="4960723"/>
            <a:chOff x="-2" y="91396"/>
            <a:chExt cx="2581576" cy="4960723"/>
          </a:xfrm>
        </p:grpSpPr>
        <p:grpSp>
          <p:nvGrpSpPr>
            <p:cNvPr id="671" name="Google Shape;671;p28"/>
            <p:cNvGrpSpPr/>
            <p:nvPr/>
          </p:nvGrpSpPr>
          <p:grpSpPr>
            <a:xfrm rot="5400000">
              <a:off x="716105" y="1036885"/>
              <a:ext cx="1149364" cy="2581575"/>
              <a:chOff x="1390914" y="2488356"/>
              <a:chExt cx="811526" cy="1822760"/>
            </a:xfrm>
          </p:grpSpPr>
          <p:sp>
            <p:nvSpPr>
              <p:cNvPr id="672" name="Google Shape;672;p28"/>
              <p:cNvSpPr/>
              <p:nvPr/>
            </p:nvSpPr>
            <p:spPr>
              <a:xfrm rot="-5400000">
                <a:off x="1739909" y="2894384"/>
                <a:ext cx="868558" cy="56503"/>
              </a:xfrm>
              <a:custGeom>
                <a:avLst/>
                <a:gdLst/>
                <a:ahLst/>
                <a:cxnLst/>
                <a:rect l="l" t="t" r="r" b="b"/>
                <a:pathLst>
                  <a:path w="19968" h="1299" extrusionOk="0">
                    <a:moveTo>
                      <a:pt x="19554" y="0"/>
                    </a:moveTo>
                    <a:cubicBezTo>
                      <a:pt x="19426" y="0"/>
                      <a:pt x="19255" y="114"/>
                      <a:pt x="19198" y="229"/>
                    </a:cubicBezTo>
                    <a:lnTo>
                      <a:pt x="0" y="229"/>
                    </a:lnTo>
                    <a:lnTo>
                      <a:pt x="0" y="1298"/>
                    </a:lnTo>
                    <a:lnTo>
                      <a:pt x="228" y="1298"/>
                    </a:lnTo>
                    <a:lnTo>
                      <a:pt x="228" y="471"/>
                    </a:lnTo>
                    <a:lnTo>
                      <a:pt x="19198" y="471"/>
                    </a:lnTo>
                    <a:cubicBezTo>
                      <a:pt x="19255" y="642"/>
                      <a:pt x="19426" y="770"/>
                      <a:pt x="19554" y="770"/>
                    </a:cubicBezTo>
                    <a:cubicBezTo>
                      <a:pt x="19783" y="770"/>
                      <a:pt x="19968" y="585"/>
                      <a:pt x="19968" y="357"/>
                    </a:cubicBezTo>
                    <a:cubicBezTo>
                      <a:pt x="19968" y="171"/>
                      <a:pt x="19783" y="0"/>
                      <a:pt x="1955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8"/>
              <p:cNvSpPr/>
              <p:nvPr/>
            </p:nvSpPr>
            <p:spPr>
              <a:xfrm rot="-5400000">
                <a:off x="1765616" y="2959195"/>
                <a:ext cx="778040" cy="95608"/>
              </a:xfrm>
              <a:custGeom>
                <a:avLst/>
                <a:gdLst/>
                <a:ahLst/>
                <a:cxnLst/>
                <a:rect l="l" t="t" r="r" b="b"/>
                <a:pathLst>
                  <a:path w="17887" h="2198" extrusionOk="0">
                    <a:moveTo>
                      <a:pt x="17472" y="1"/>
                    </a:moveTo>
                    <a:cubicBezTo>
                      <a:pt x="17358" y="1"/>
                      <a:pt x="17173" y="115"/>
                      <a:pt x="17116" y="243"/>
                    </a:cubicBezTo>
                    <a:lnTo>
                      <a:pt x="0" y="243"/>
                    </a:lnTo>
                    <a:lnTo>
                      <a:pt x="0" y="2197"/>
                    </a:lnTo>
                    <a:lnTo>
                      <a:pt x="243" y="2197"/>
                    </a:lnTo>
                    <a:lnTo>
                      <a:pt x="243" y="471"/>
                    </a:lnTo>
                    <a:lnTo>
                      <a:pt x="17116" y="471"/>
                    </a:lnTo>
                    <a:cubicBezTo>
                      <a:pt x="17173" y="657"/>
                      <a:pt x="17358" y="714"/>
                      <a:pt x="17472" y="714"/>
                    </a:cubicBezTo>
                    <a:cubicBezTo>
                      <a:pt x="17715" y="714"/>
                      <a:pt x="17886" y="600"/>
                      <a:pt x="17886" y="357"/>
                    </a:cubicBezTo>
                    <a:cubicBezTo>
                      <a:pt x="17886" y="186"/>
                      <a:pt x="17715" y="1"/>
                      <a:pt x="1747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8"/>
              <p:cNvSpPr/>
              <p:nvPr/>
            </p:nvSpPr>
            <p:spPr>
              <a:xfrm rot="-5400000">
                <a:off x="1756634" y="3001714"/>
                <a:ext cx="760032" cy="131580"/>
              </a:xfrm>
              <a:custGeom>
                <a:avLst/>
                <a:gdLst/>
                <a:ahLst/>
                <a:cxnLst/>
                <a:rect l="l" t="t" r="r" b="b"/>
                <a:pathLst>
                  <a:path w="17473" h="3025" extrusionOk="0">
                    <a:moveTo>
                      <a:pt x="17116" y="0"/>
                    </a:moveTo>
                    <a:cubicBezTo>
                      <a:pt x="16931" y="0"/>
                      <a:pt x="16817" y="58"/>
                      <a:pt x="16759" y="229"/>
                    </a:cubicBezTo>
                    <a:lnTo>
                      <a:pt x="1" y="229"/>
                    </a:lnTo>
                    <a:lnTo>
                      <a:pt x="1" y="3024"/>
                    </a:lnTo>
                    <a:lnTo>
                      <a:pt x="243" y="3024"/>
                    </a:lnTo>
                    <a:lnTo>
                      <a:pt x="243" y="471"/>
                    </a:lnTo>
                    <a:lnTo>
                      <a:pt x="16759" y="471"/>
                    </a:lnTo>
                    <a:cubicBezTo>
                      <a:pt x="16817" y="585"/>
                      <a:pt x="16931" y="714"/>
                      <a:pt x="17116" y="714"/>
                    </a:cubicBezTo>
                    <a:cubicBezTo>
                      <a:pt x="17287" y="714"/>
                      <a:pt x="17473" y="528"/>
                      <a:pt x="17473" y="357"/>
                    </a:cubicBezTo>
                    <a:cubicBezTo>
                      <a:pt x="17473" y="115"/>
                      <a:pt x="17287" y="0"/>
                      <a:pt x="171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8"/>
              <p:cNvSpPr/>
              <p:nvPr/>
            </p:nvSpPr>
            <p:spPr>
              <a:xfrm rot="-5400000">
                <a:off x="1370420" y="3504542"/>
                <a:ext cx="1460472" cy="152676"/>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8"/>
              <p:cNvSpPr/>
              <p:nvPr/>
            </p:nvSpPr>
            <p:spPr>
              <a:xfrm rot="-5400000">
                <a:off x="1428446" y="3604151"/>
                <a:ext cx="1253859" cy="160071"/>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8"/>
              <p:cNvSpPr/>
              <p:nvPr/>
            </p:nvSpPr>
            <p:spPr>
              <a:xfrm rot="-5400000">
                <a:off x="1332600" y="3552324"/>
                <a:ext cx="1354991" cy="162594"/>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8"/>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8"/>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8"/>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8"/>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8"/>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8"/>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8"/>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8"/>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8"/>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8"/>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8"/>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8"/>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8"/>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8"/>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 name="Google Shape;692;p28"/>
            <p:cNvGrpSpPr/>
            <p:nvPr/>
          </p:nvGrpSpPr>
          <p:grpSpPr>
            <a:xfrm rot="5400000">
              <a:off x="877357" y="-121214"/>
              <a:ext cx="563316" cy="2318030"/>
              <a:chOff x="426802" y="2674436"/>
              <a:chExt cx="397738" cy="1636680"/>
            </a:xfrm>
          </p:grpSpPr>
          <p:sp>
            <p:nvSpPr>
              <p:cNvPr id="693" name="Google Shape;693;p28"/>
              <p:cNvSpPr/>
              <p:nvPr/>
            </p:nvSpPr>
            <p:spPr>
              <a:xfrm rot="-5400000">
                <a:off x="-81621" y="3482511"/>
                <a:ext cx="1556645" cy="100566"/>
              </a:xfrm>
              <a:custGeom>
                <a:avLst/>
                <a:gdLst/>
                <a:ahLst/>
                <a:cxnLst/>
                <a:rect l="l" t="t" r="r" b="b"/>
                <a:pathLst>
                  <a:path w="35787" h="2312" extrusionOk="0">
                    <a:moveTo>
                      <a:pt x="17658" y="1"/>
                    </a:moveTo>
                    <a:lnTo>
                      <a:pt x="15576" y="2083"/>
                    </a:lnTo>
                    <a:lnTo>
                      <a:pt x="1" y="2083"/>
                    </a:lnTo>
                    <a:lnTo>
                      <a:pt x="1" y="2312"/>
                    </a:lnTo>
                    <a:lnTo>
                      <a:pt x="15633" y="2312"/>
                    </a:lnTo>
                    <a:lnTo>
                      <a:pt x="17772" y="243"/>
                    </a:lnTo>
                    <a:lnTo>
                      <a:pt x="23363" y="243"/>
                    </a:lnTo>
                    <a:lnTo>
                      <a:pt x="24904" y="1784"/>
                    </a:lnTo>
                    <a:lnTo>
                      <a:pt x="35073" y="1784"/>
                    </a:lnTo>
                    <a:cubicBezTo>
                      <a:pt x="35130" y="1898"/>
                      <a:pt x="35244" y="2026"/>
                      <a:pt x="35430" y="2026"/>
                    </a:cubicBezTo>
                    <a:cubicBezTo>
                      <a:pt x="35601" y="2026"/>
                      <a:pt x="35786" y="1841"/>
                      <a:pt x="35786" y="1670"/>
                    </a:cubicBezTo>
                    <a:cubicBezTo>
                      <a:pt x="35786" y="1427"/>
                      <a:pt x="35601" y="1242"/>
                      <a:pt x="35430" y="1242"/>
                    </a:cubicBezTo>
                    <a:cubicBezTo>
                      <a:pt x="35244" y="1242"/>
                      <a:pt x="35130" y="1370"/>
                      <a:pt x="35073" y="1541"/>
                    </a:cubicBezTo>
                    <a:lnTo>
                      <a:pt x="25018" y="1541"/>
                    </a:lnTo>
                    <a:lnTo>
                      <a:pt x="2342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8"/>
              <p:cNvSpPr/>
              <p:nvPr/>
            </p:nvSpPr>
            <p:spPr>
              <a:xfrm rot="-5400000">
                <a:off x="-285730" y="3386968"/>
                <a:ext cx="1636680" cy="211615"/>
              </a:xfrm>
              <a:custGeom>
                <a:avLst/>
                <a:gdLst/>
                <a:ahLst/>
                <a:cxnLst/>
                <a:rect l="l" t="t" r="r" b="b"/>
                <a:pathLst>
                  <a:path w="37627" h="4865" extrusionOk="0">
                    <a:moveTo>
                      <a:pt x="13137" y="1"/>
                    </a:moveTo>
                    <a:lnTo>
                      <a:pt x="13137" y="4636"/>
                    </a:lnTo>
                    <a:lnTo>
                      <a:pt x="12181" y="4636"/>
                    </a:lnTo>
                    <a:lnTo>
                      <a:pt x="12181" y="771"/>
                    </a:lnTo>
                    <a:lnTo>
                      <a:pt x="1" y="771"/>
                    </a:lnTo>
                    <a:lnTo>
                      <a:pt x="1" y="1014"/>
                    </a:lnTo>
                    <a:lnTo>
                      <a:pt x="11953" y="1014"/>
                    </a:lnTo>
                    <a:lnTo>
                      <a:pt x="11953" y="4865"/>
                    </a:lnTo>
                    <a:lnTo>
                      <a:pt x="13379" y="4865"/>
                    </a:lnTo>
                    <a:lnTo>
                      <a:pt x="13379" y="229"/>
                    </a:lnTo>
                    <a:lnTo>
                      <a:pt x="20454" y="229"/>
                    </a:lnTo>
                    <a:lnTo>
                      <a:pt x="22237" y="2083"/>
                    </a:lnTo>
                    <a:lnTo>
                      <a:pt x="36856" y="2083"/>
                    </a:lnTo>
                    <a:cubicBezTo>
                      <a:pt x="36913" y="2197"/>
                      <a:pt x="37084" y="2311"/>
                      <a:pt x="37213" y="2311"/>
                    </a:cubicBezTo>
                    <a:cubicBezTo>
                      <a:pt x="37441" y="2311"/>
                      <a:pt x="37626" y="2140"/>
                      <a:pt x="37626" y="1955"/>
                    </a:cubicBezTo>
                    <a:cubicBezTo>
                      <a:pt x="37626" y="1727"/>
                      <a:pt x="37441" y="1541"/>
                      <a:pt x="37213" y="1541"/>
                    </a:cubicBezTo>
                    <a:cubicBezTo>
                      <a:pt x="37084" y="1541"/>
                      <a:pt x="36913" y="1655"/>
                      <a:pt x="36856" y="1841"/>
                    </a:cubicBezTo>
                    <a:lnTo>
                      <a:pt x="22351" y="1841"/>
                    </a:lnTo>
                    <a:lnTo>
                      <a:pt x="2051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8"/>
              <p:cNvSpPr/>
              <p:nvPr/>
            </p:nvSpPr>
            <p:spPr>
              <a:xfrm rot="-5400000">
                <a:off x="416274" y="4013898"/>
                <a:ext cx="447372" cy="147065"/>
              </a:xfrm>
              <a:custGeom>
                <a:avLst/>
                <a:gdLst/>
                <a:ahLst/>
                <a:cxnLst/>
                <a:rect l="l" t="t" r="r" b="b"/>
                <a:pathLst>
                  <a:path w="10285" h="3381" extrusionOk="0">
                    <a:moveTo>
                      <a:pt x="1" y="0"/>
                    </a:moveTo>
                    <a:lnTo>
                      <a:pt x="1" y="228"/>
                    </a:lnTo>
                    <a:lnTo>
                      <a:pt x="9757" y="228"/>
                    </a:lnTo>
                    <a:lnTo>
                      <a:pt x="9757" y="2667"/>
                    </a:lnTo>
                    <a:cubicBezTo>
                      <a:pt x="9628" y="2667"/>
                      <a:pt x="9514" y="2853"/>
                      <a:pt x="9514" y="3024"/>
                    </a:cubicBezTo>
                    <a:cubicBezTo>
                      <a:pt x="9514" y="3209"/>
                      <a:pt x="9685" y="3380"/>
                      <a:pt x="9871" y="3380"/>
                    </a:cubicBezTo>
                    <a:cubicBezTo>
                      <a:pt x="10113" y="3380"/>
                      <a:pt x="10284" y="3209"/>
                      <a:pt x="10284" y="3024"/>
                    </a:cubicBezTo>
                    <a:cubicBezTo>
                      <a:pt x="10284" y="2853"/>
                      <a:pt x="10170" y="2667"/>
                      <a:pt x="9985" y="2667"/>
                    </a:cubicBezTo>
                    <a:lnTo>
                      <a:pt x="998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8"/>
              <p:cNvSpPr/>
              <p:nvPr/>
            </p:nvSpPr>
            <p:spPr>
              <a:xfrm rot="-5400000">
                <a:off x="32255" y="3518831"/>
                <a:ext cx="1497053" cy="87517"/>
              </a:xfrm>
              <a:custGeom>
                <a:avLst/>
                <a:gdLst/>
                <a:ahLst/>
                <a:cxnLst/>
                <a:rect l="l" t="t" r="r" b="b"/>
                <a:pathLst>
                  <a:path w="34417" h="2012" extrusionOk="0">
                    <a:moveTo>
                      <a:pt x="18243" y="0"/>
                    </a:moveTo>
                    <a:lnTo>
                      <a:pt x="16588" y="1655"/>
                    </a:lnTo>
                    <a:lnTo>
                      <a:pt x="1" y="1655"/>
                    </a:lnTo>
                    <a:lnTo>
                      <a:pt x="1" y="1897"/>
                    </a:lnTo>
                    <a:lnTo>
                      <a:pt x="16645" y="1897"/>
                    </a:lnTo>
                    <a:lnTo>
                      <a:pt x="18314" y="229"/>
                    </a:lnTo>
                    <a:lnTo>
                      <a:pt x="22522" y="229"/>
                    </a:lnTo>
                    <a:lnTo>
                      <a:pt x="24076" y="1783"/>
                    </a:lnTo>
                    <a:lnTo>
                      <a:pt x="33647" y="1783"/>
                    </a:lnTo>
                    <a:cubicBezTo>
                      <a:pt x="33704" y="1954"/>
                      <a:pt x="33875" y="2011"/>
                      <a:pt x="34003" y="2011"/>
                    </a:cubicBezTo>
                    <a:cubicBezTo>
                      <a:pt x="34232" y="2011"/>
                      <a:pt x="34417" y="1840"/>
                      <a:pt x="34417" y="1655"/>
                    </a:cubicBezTo>
                    <a:cubicBezTo>
                      <a:pt x="34417" y="1427"/>
                      <a:pt x="34232" y="1298"/>
                      <a:pt x="34003" y="1298"/>
                    </a:cubicBezTo>
                    <a:cubicBezTo>
                      <a:pt x="33875" y="1298"/>
                      <a:pt x="33704" y="1370"/>
                      <a:pt x="33647" y="1541"/>
                    </a:cubicBezTo>
                    <a:lnTo>
                      <a:pt x="24191" y="1541"/>
                    </a:lnTo>
                    <a:lnTo>
                      <a:pt x="2265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8"/>
              <p:cNvSpPr/>
              <p:nvPr/>
            </p:nvSpPr>
            <p:spPr>
              <a:xfrm rot="-5400000">
                <a:off x="48067" y="3573094"/>
                <a:ext cx="1377957" cy="98087"/>
              </a:xfrm>
              <a:custGeom>
                <a:avLst/>
                <a:gdLst/>
                <a:ahLst/>
                <a:cxnLst/>
                <a:rect l="l" t="t" r="r" b="b"/>
                <a:pathLst>
                  <a:path w="31679" h="2255" extrusionOk="0">
                    <a:moveTo>
                      <a:pt x="18186" y="1"/>
                    </a:moveTo>
                    <a:lnTo>
                      <a:pt x="16232" y="1955"/>
                    </a:lnTo>
                    <a:lnTo>
                      <a:pt x="1" y="1955"/>
                    </a:lnTo>
                    <a:lnTo>
                      <a:pt x="1" y="2197"/>
                    </a:lnTo>
                    <a:lnTo>
                      <a:pt x="16346" y="2197"/>
                    </a:lnTo>
                    <a:lnTo>
                      <a:pt x="18314" y="229"/>
                    </a:lnTo>
                    <a:lnTo>
                      <a:pt x="22950" y="229"/>
                    </a:lnTo>
                    <a:lnTo>
                      <a:pt x="24661" y="1955"/>
                    </a:lnTo>
                    <a:lnTo>
                      <a:pt x="30908" y="1955"/>
                    </a:lnTo>
                    <a:cubicBezTo>
                      <a:pt x="30965" y="2140"/>
                      <a:pt x="31151" y="2254"/>
                      <a:pt x="31265" y="2254"/>
                    </a:cubicBezTo>
                    <a:cubicBezTo>
                      <a:pt x="31507" y="2254"/>
                      <a:pt x="31679" y="2069"/>
                      <a:pt x="31679" y="1840"/>
                    </a:cubicBezTo>
                    <a:cubicBezTo>
                      <a:pt x="31679" y="1655"/>
                      <a:pt x="31507" y="1484"/>
                      <a:pt x="31265" y="1484"/>
                    </a:cubicBezTo>
                    <a:cubicBezTo>
                      <a:pt x="31151" y="1484"/>
                      <a:pt x="30965" y="1598"/>
                      <a:pt x="30908" y="1712"/>
                    </a:cubicBezTo>
                    <a:lnTo>
                      <a:pt x="24733" y="1712"/>
                    </a:lnTo>
                    <a:lnTo>
                      <a:pt x="230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8"/>
              <p:cNvSpPr/>
              <p:nvPr/>
            </p:nvSpPr>
            <p:spPr>
              <a:xfrm rot="-5400000">
                <a:off x="-80031" y="3527509"/>
                <a:ext cx="1354991" cy="212224"/>
              </a:xfrm>
              <a:custGeom>
                <a:avLst/>
                <a:gdLst/>
                <a:ahLst/>
                <a:cxnLst/>
                <a:rect l="l" t="t" r="r" b="b"/>
                <a:pathLst>
                  <a:path w="31151" h="4879" extrusionOk="0">
                    <a:moveTo>
                      <a:pt x="14749" y="0"/>
                    </a:moveTo>
                    <a:lnTo>
                      <a:pt x="14749" y="4636"/>
                    </a:lnTo>
                    <a:lnTo>
                      <a:pt x="10755" y="4636"/>
                    </a:lnTo>
                    <a:lnTo>
                      <a:pt x="10755" y="956"/>
                    </a:lnTo>
                    <a:lnTo>
                      <a:pt x="1" y="956"/>
                    </a:lnTo>
                    <a:lnTo>
                      <a:pt x="1" y="1184"/>
                    </a:lnTo>
                    <a:lnTo>
                      <a:pt x="10527" y="1184"/>
                    </a:lnTo>
                    <a:lnTo>
                      <a:pt x="10527" y="4878"/>
                    </a:lnTo>
                    <a:lnTo>
                      <a:pt x="14977" y="4878"/>
                    </a:lnTo>
                    <a:lnTo>
                      <a:pt x="14977" y="243"/>
                    </a:lnTo>
                    <a:lnTo>
                      <a:pt x="18842" y="243"/>
                    </a:lnTo>
                    <a:lnTo>
                      <a:pt x="21281" y="2739"/>
                    </a:lnTo>
                    <a:lnTo>
                      <a:pt x="30366" y="2739"/>
                    </a:lnTo>
                    <a:cubicBezTo>
                      <a:pt x="30438" y="2853"/>
                      <a:pt x="30609" y="2967"/>
                      <a:pt x="30723" y="2967"/>
                    </a:cubicBezTo>
                    <a:cubicBezTo>
                      <a:pt x="30965" y="2967"/>
                      <a:pt x="31151" y="2796"/>
                      <a:pt x="31151" y="2610"/>
                    </a:cubicBezTo>
                    <a:cubicBezTo>
                      <a:pt x="31151" y="2382"/>
                      <a:pt x="30965" y="2197"/>
                      <a:pt x="30723" y="2197"/>
                    </a:cubicBezTo>
                    <a:cubicBezTo>
                      <a:pt x="30609" y="2197"/>
                      <a:pt x="30438" y="2311"/>
                      <a:pt x="30366" y="2496"/>
                    </a:cubicBezTo>
                    <a:lnTo>
                      <a:pt x="21395" y="2496"/>
                    </a:lnTo>
                    <a:lnTo>
                      <a:pt x="18899"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8"/>
              <p:cNvSpPr/>
              <p:nvPr/>
            </p:nvSpPr>
            <p:spPr>
              <a:xfrm rot="-5400000">
                <a:off x="-149844" y="3491841"/>
                <a:ext cx="1429458" cy="209092"/>
              </a:xfrm>
              <a:custGeom>
                <a:avLst/>
                <a:gdLst/>
                <a:ahLst/>
                <a:cxnLst/>
                <a:rect l="l" t="t" r="r" b="b"/>
                <a:pathLst>
                  <a:path w="32863" h="4807" extrusionOk="0">
                    <a:moveTo>
                      <a:pt x="13850" y="0"/>
                    </a:moveTo>
                    <a:lnTo>
                      <a:pt x="13850" y="4578"/>
                    </a:lnTo>
                    <a:lnTo>
                      <a:pt x="11411" y="4578"/>
                    </a:lnTo>
                    <a:lnTo>
                      <a:pt x="11411" y="884"/>
                    </a:lnTo>
                    <a:lnTo>
                      <a:pt x="1" y="884"/>
                    </a:lnTo>
                    <a:lnTo>
                      <a:pt x="1" y="1127"/>
                    </a:lnTo>
                    <a:lnTo>
                      <a:pt x="11183" y="1127"/>
                    </a:lnTo>
                    <a:lnTo>
                      <a:pt x="11183" y="4807"/>
                    </a:lnTo>
                    <a:lnTo>
                      <a:pt x="14092" y="4807"/>
                    </a:lnTo>
                    <a:lnTo>
                      <a:pt x="14092" y="243"/>
                    </a:lnTo>
                    <a:lnTo>
                      <a:pt x="19498" y="243"/>
                    </a:lnTo>
                    <a:lnTo>
                      <a:pt x="21637" y="2439"/>
                    </a:lnTo>
                    <a:lnTo>
                      <a:pt x="32149" y="2439"/>
                    </a:lnTo>
                    <a:cubicBezTo>
                      <a:pt x="32221" y="2553"/>
                      <a:pt x="32335" y="2667"/>
                      <a:pt x="32506" y="2667"/>
                    </a:cubicBezTo>
                    <a:cubicBezTo>
                      <a:pt x="32691" y="2667"/>
                      <a:pt x="32862" y="2496"/>
                      <a:pt x="32862" y="2311"/>
                    </a:cubicBezTo>
                    <a:cubicBezTo>
                      <a:pt x="32862" y="2082"/>
                      <a:pt x="32691" y="1954"/>
                      <a:pt x="32506" y="1954"/>
                    </a:cubicBezTo>
                    <a:cubicBezTo>
                      <a:pt x="32335" y="1954"/>
                      <a:pt x="32221" y="2025"/>
                      <a:pt x="32149" y="2197"/>
                    </a:cubicBezTo>
                    <a:lnTo>
                      <a:pt x="21752" y="2197"/>
                    </a:lnTo>
                    <a:lnTo>
                      <a:pt x="1955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 name="Google Shape;700;p28"/>
            <p:cNvGrpSpPr/>
            <p:nvPr/>
          </p:nvGrpSpPr>
          <p:grpSpPr>
            <a:xfrm rot="5400000">
              <a:off x="1063656" y="-968280"/>
              <a:ext cx="190730" cy="2310083"/>
              <a:chOff x="9" y="2835115"/>
              <a:chExt cx="134668" cy="1631069"/>
            </a:xfrm>
          </p:grpSpPr>
          <p:sp>
            <p:nvSpPr>
              <p:cNvPr id="701" name="Google Shape;701;p28"/>
              <p:cNvSpPr/>
              <p:nvPr/>
            </p:nvSpPr>
            <p:spPr>
              <a:xfrm rot="-5400000">
                <a:off x="-655129" y="3676378"/>
                <a:ext cx="1497053" cy="82558"/>
              </a:xfrm>
              <a:custGeom>
                <a:avLst/>
                <a:gdLst/>
                <a:ahLst/>
                <a:cxnLst/>
                <a:rect l="l" t="t" r="r" b="b"/>
                <a:pathLst>
                  <a:path w="34417" h="1898" extrusionOk="0">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8"/>
              <p:cNvSpPr/>
              <p:nvPr/>
            </p:nvSpPr>
            <p:spPr>
              <a:xfrm rot="-5400000">
                <a:off x="-420003" y="3973575"/>
                <a:ext cx="912621" cy="72597"/>
              </a:xfrm>
              <a:custGeom>
                <a:avLst/>
                <a:gdLst/>
                <a:ahLst/>
                <a:cxnLst/>
                <a:rect l="l" t="t" r="r" b="b"/>
                <a:pathLst>
                  <a:path w="20981" h="1669" extrusionOk="0">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8"/>
              <p:cNvSpPr/>
              <p:nvPr/>
            </p:nvSpPr>
            <p:spPr>
              <a:xfrm rot="-5400000">
                <a:off x="-388076" y="4029078"/>
                <a:ext cx="843156" cy="31057"/>
              </a:xfrm>
              <a:custGeom>
                <a:avLst/>
                <a:gdLst/>
                <a:ahLst/>
                <a:cxnLst/>
                <a:rect l="l" t="t" r="r" b="b"/>
                <a:pathLst>
                  <a:path w="19384" h="714" extrusionOk="0">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8"/>
              <p:cNvSpPr/>
              <p:nvPr/>
            </p:nvSpPr>
            <p:spPr>
              <a:xfrm rot="-5400000">
                <a:off x="-758457" y="3604107"/>
                <a:ext cx="1631069" cy="93085"/>
              </a:xfrm>
              <a:custGeom>
                <a:avLst/>
                <a:gdLst/>
                <a:ahLst/>
                <a:cxnLst/>
                <a:rect l="l" t="t" r="r" b="b"/>
                <a:pathLst>
                  <a:path w="37498" h="2140" extrusionOk="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 name="Google Shape;705;p28"/>
            <p:cNvGrpSpPr/>
            <p:nvPr/>
          </p:nvGrpSpPr>
          <p:grpSpPr>
            <a:xfrm rot="5400000">
              <a:off x="642764" y="3490207"/>
              <a:ext cx="919147" cy="2204676"/>
              <a:chOff x="3117442" y="2754471"/>
              <a:chExt cx="648978" cy="1556645"/>
            </a:xfrm>
          </p:grpSpPr>
          <p:sp>
            <p:nvSpPr>
              <p:cNvPr id="706" name="Google Shape;706;p28"/>
              <p:cNvSpPr/>
              <p:nvPr/>
            </p:nvSpPr>
            <p:spPr>
              <a:xfrm rot="-5400000">
                <a:off x="2522788" y="3592320"/>
                <a:ext cx="1313451" cy="124142"/>
              </a:xfrm>
              <a:custGeom>
                <a:avLst/>
                <a:gdLst/>
                <a:ahLst/>
                <a:cxnLst/>
                <a:rect l="l" t="t" r="r" b="b"/>
                <a:pathLst>
                  <a:path w="30196" h="2854" extrusionOk="0">
                    <a:moveTo>
                      <a:pt x="15276" y="1"/>
                    </a:moveTo>
                    <a:lnTo>
                      <a:pt x="12666" y="2625"/>
                    </a:lnTo>
                    <a:lnTo>
                      <a:pt x="1" y="2625"/>
                    </a:lnTo>
                    <a:lnTo>
                      <a:pt x="1" y="2854"/>
                    </a:lnTo>
                    <a:lnTo>
                      <a:pt x="12780" y="2854"/>
                    </a:lnTo>
                    <a:lnTo>
                      <a:pt x="15390" y="243"/>
                    </a:lnTo>
                    <a:lnTo>
                      <a:pt x="23235" y="243"/>
                    </a:lnTo>
                    <a:lnTo>
                      <a:pt x="25374" y="2383"/>
                    </a:lnTo>
                    <a:lnTo>
                      <a:pt x="29425" y="2383"/>
                    </a:lnTo>
                    <a:cubicBezTo>
                      <a:pt x="29482" y="2554"/>
                      <a:pt x="29596" y="2625"/>
                      <a:pt x="29782" y="2625"/>
                    </a:cubicBezTo>
                    <a:cubicBezTo>
                      <a:pt x="30010" y="2625"/>
                      <a:pt x="30195" y="2497"/>
                      <a:pt x="30195" y="2269"/>
                    </a:cubicBezTo>
                    <a:cubicBezTo>
                      <a:pt x="30195" y="2083"/>
                      <a:pt x="30010" y="1912"/>
                      <a:pt x="29782" y="1912"/>
                    </a:cubicBezTo>
                    <a:cubicBezTo>
                      <a:pt x="29653" y="1912"/>
                      <a:pt x="29482" y="1969"/>
                      <a:pt x="29425" y="2140"/>
                    </a:cubicBezTo>
                    <a:lnTo>
                      <a:pt x="25503" y="2140"/>
                    </a:lnTo>
                    <a:lnTo>
                      <a:pt x="23306"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8"/>
              <p:cNvSpPr/>
              <p:nvPr/>
            </p:nvSpPr>
            <p:spPr>
              <a:xfrm rot="-5400000">
                <a:off x="3104412" y="3972336"/>
                <a:ext cx="644024" cy="33537"/>
              </a:xfrm>
              <a:custGeom>
                <a:avLst/>
                <a:gdLst/>
                <a:ahLst/>
                <a:cxnLst/>
                <a:rect l="l" t="t" r="r" b="b"/>
                <a:pathLst>
                  <a:path w="14806" h="771" extrusionOk="0">
                    <a:moveTo>
                      <a:pt x="14392" y="1"/>
                    </a:moveTo>
                    <a:cubicBezTo>
                      <a:pt x="14264" y="1"/>
                      <a:pt x="14092" y="115"/>
                      <a:pt x="14035" y="300"/>
                    </a:cubicBezTo>
                    <a:lnTo>
                      <a:pt x="1" y="300"/>
                    </a:lnTo>
                    <a:lnTo>
                      <a:pt x="1" y="543"/>
                    </a:lnTo>
                    <a:lnTo>
                      <a:pt x="14035" y="543"/>
                    </a:lnTo>
                    <a:cubicBezTo>
                      <a:pt x="14092" y="657"/>
                      <a:pt x="14264" y="771"/>
                      <a:pt x="14392" y="771"/>
                    </a:cubicBezTo>
                    <a:cubicBezTo>
                      <a:pt x="14620" y="771"/>
                      <a:pt x="14806" y="600"/>
                      <a:pt x="14806" y="414"/>
                    </a:cubicBezTo>
                    <a:cubicBezTo>
                      <a:pt x="14806" y="186"/>
                      <a:pt x="14620" y="1"/>
                      <a:pt x="1439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8"/>
              <p:cNvSpPr/>
              <p:nvPr/>
            </p:nvSpPr>
            <p:spPr>
              <a:xfrm rot="-5400000">
                <a:off x="3456174" y="4000870"/>
                <a:ext cx="452331" cy="168161"/>
              </a:xfrm>
              <a:custGeom>
                <a:avLst/>
                <a:gdLst/>
                <a:ahLst/>
                <a:cxnLst/>
                <a:rect l="l" t="t" r="r" b="b"/>
                <a:pathLst>
                  <a:path w="10399" h="3866" extrusionOk="0">
                    <a:moveTo>
                      <a:pt x="1" y="1"/>
                    </a:moveTo>
                    <a:lnTo>
                      <a:pt x="1" y="243"/>
                    </a:lnTo>
                    <a:lnTo>
                      <a:pt x="9928" y="243"/>
                    </a:lnTo>
                    <a:lnTo>
                      <a:pt x="9928" y="3153"/>
                    </a:lnTo>
                    <a:cubicBezTo>
                      <a:pt x="9757" y="3153"/>
                      <a:pt x="9628" y="3338"/>
                      <a:pt x="9628" y="3509"/>
                    </a:cubicBezTo>
                    <a:cubicBezTo>
                      <a:pt x="9628" y="3695"/>
                      <a:pt x="9814" y="3866"/>
                      <a:pt x="10042" y="3866"/>
                    </a:cubicBezTo>
                    <a:cubicBezTo>
                      <a:pt x="10227" y="3866"/>
                      <a:pt x="10398" y="3695"/>
                      <a:pt x="10398" y="3509"/>
                    </a:cubicBezTo>
                    <a:cubicBezTo>
                      <a:pt x="10398" y="3338"/>
                      <a:pt x="10284" y="3153"/>
                      <a:pt x="10170" y="3153"/>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8"/>
              <p:cNvSpPr/>
              <p:nvPr/>
            </p:nvSpPr>
            <p:spPr>
              <a:xfrm rot="-5400000">
                <a:off x="3085206" y="3642908"/>
                <a:ext cx="1140330" cy="196087"/>
              </a:xfrm>
              <a:custGeom>
                <a:avLst/>
                <a:gdLst/>
                <a:ahLst/>
                <a:cxnLst/>
                <a:rect l="l" t="t" r="r" b="b"/>
                <a:pathLst>
                  <a:path w="26216" h="4508" extrusionOk="0">
                    <a:moveTo>
                      <a:pt x="25859" y="0"/>
                    </a:moveTo>
                    <a:cubicBezTo>
                      <a:pt x="25674" y="0"/>
                      <a:pt x="25560" y="114"/>
                      <a:pt x="25503" y="229"/>
                    </a:cubicBezTo>
                    <a:lnTo>
                      <a:pt x="16531" y="229"/>
                    </a:lnTo>
                    <a:lnTo>
                      <a:pt x="12481" y="4279"/>
                    </a:lnTo>
                    <a:lnTo>
                      <a:pt x="11240" y="4279"/>
                    </a:lnTo>
                    <a:lnTo>
                      <a:pt x="11240" y="57"/>
                    </a:lnTo>
                    <a:lnTo>
                      <a:pt x="1" y="57"/>
                    </a:lnTo>
                    <a:lnTo>
                      <a:pt x="1" y="286"/>
                    </a:lnTo>
                    <a:lnTo>
                      <a:pt x="10997" y="286"/>
                    </a:lnTo>
                    <a:lnTo>
                      <a:pt x="10997" y="4507"/>
                    </a:lnTo>
                    <a:lnTo>
                      <a:pt x="12609" y="4507"/>
                    </a:lnTo>
                    <a:lnTo>
                      <a:pt x="16645" y="471"/>
                    </a:lnTo>
                    <a:lnTo>
                      <a:pt x="25503" y="471"/>
                    </a:lnTo>
                    <a:cubicBezTo>
                      <a:pt x="25560" y="642"/>
                      <a:pt x="25674" y="771"/>
                      <a:pt x="25859" y="771"/>
                    </a:cubicBezTo>
                    <a:cubicBezTo>
                      <a:pt x="26087" y="771"/>
                      <a:pt x="26216" y="585"/>
                      <a:pt x="26216" y="357"/>
                    </a:cubicBezTo>
                    <a:cubicBezTo>
                      <a:pt x="26216" y="171"/>
                      <a:pt x="26087" y="0"/>
                      <a:pt x="2585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8"/>
              <p:cNvSpPr/>
              <p:nvPr/>
            </p:nvSpPr>
            <p:spPr>
              <a:xfrm rot="-5400000">
                <a:off x="2913348" y="3546126"/>
                <a:ext cx="1336374" cy="193607"/>
              </a:xfrm>
              <a:custGeom>
                <a:avLst/>
                <a:gdLst/>
                <a:ahLst/>
                <a:cxnLst/>
                <a:rect l="l" t="t" r="r" b="b"/>
                <a:pathLst>
                  <a:path w="30723" h="4451" extrusionOk="0">
                    <a:moveTo>
                      <a:pt x="30309" y="1"/>
                    </a:moveTo>
                    <a:cubicBezTo>
                      <a:pt x="30195" y="1"/>
                      <a:pt x="30010" y="115"/>
                      <a:pt x="29953" y="300"/>
                    </a:cubicBezTo>
                    <a:lnTo>
                      <a:pt x="16232" y="300"/>
                    </a:lnTo>
                    <a:lnTo>
                      <a:pt x="12609" y="3866"/>
                    </a:lnTo>
                    <a:lnTo>
                      <a:pt x="12609" y="714"/>
                    </a:lnTo>
                    <a:lnTo>
                      <a:pt x="1" y="714"/>
                    </a:lnTo>
                    <a:lnTo>
                      <a:pt x="1" y="956"/>
                    </a:lnTo>
                    <a:lnTo>
                      <a:pt x="12367" y="956"/>
                    </a:lnTo>
                    <a:lnTo>
                      <a:pt x="12367" y="4451"/>
                    </a:lnTo>
                    <a:lnTo>
                      <a:pt x="16346" y="528"/>
                    </a:lnTo>
                    <a:lnTo>
                      <a:pt x="29953" y="528"/>
                    </a:lnTo>
                    <a:cubicBezTo>
                      <a:pt x="30010" y="657"/>
                      <a:pt x="30195" y="771"/>
                      <a:pt x="30309" y="771"/>
                    </a:cubicBezTo>
                    <a:cubicBezTo>
                      <a:pt x="30552" y="771"/>
                      <a:pt x="30723" y="600"/>
                      <a:pt x="30723" y="414"/>
                    </a:cubicBezTo>
                    <a:cubicBezTo>
                      <a:pt x="30723" y="172"/>
                      <a:pt x="30552" y="1"/>
                      <a:pt x="3030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8"/>
              <p:cNvSpPr/>
              <p:nvPr/>
            </p:nvSpPr>
            <p:spPr>
              <a:xfrm rot="-5400000">
                <a:off x="2875811" y="3622116"/>
                <a:ext cx="1233415" cy="144586"/>
              </a:xfrm>
              <a:custGeom>
                <a:avLst/>
                <a:gdLst/>
                <a:ahLst/>
                <a:cxnLst/>
                <a:rect l="l" t="t" r="r" b="b"/>
                <a:pathLst>
                  <a:path w="28356" h="3324" extrusionOk="0">
                    <a:moveTo>
                      <a:pt x="27942" y="0"/>
                    </a:moveTo>
                    <a:cubicBezTo>
                      <a:pt x="27813" y="0"/>
                      <a:pt x="27642" y="114"/>
                      <a:pt x="27585" y="228"/>
                    </a:cubicBezTo>
                    <a:lnTo>
                      <a:pt x="16175" y="228"/>
                    </a:lnTo>
                    <a:lnTo>
                      <a:pt x="13679" y="2796"/>
                    </a:lnTo>
                    <a:lnTo>
                      <a:pt x="13679" y="1127"/>
                    </a:lnTo>
                    <a:lnTo>
                      <a:pt x="1" y="1127"/>
                    </a:lnTo>
                    <a:lnTo>
                      <a:pt x="1" y="1369"/>
                    </a:lnTo>
                    <a:lnTo>
                      <a:pt x="13436" y="1369"/>
                    </a:lnTo>
                    <a:lnTo>
                      <a:pt x="13436" y="3323"/>
                    </a:lnTo>
                    <a:lnTo>
                      <a:pt x="16289" y="471"/>
                    </a:lnTo>
                    <a:lnTo>
                      <a:pt x="27585" y="471"/>
                    </a:lnTo>
                    <a:cubicBezTo>
                      <a:pt x="27642" y="656"/>
                      <a:pt x="27813" y="770"/>
                      <a:pt x="27942" y="770"/>
                    </a:cubicBezTo>
                    <a:cubicBezTo>
                      <a:pt x="28170" y="770"/>
                      <a:pt x="28355" y="585"/>
                      <a:pt x="28355" y="357"/>
                    </a:cubicBezTo>
                    <a:cubicBezTo>
                      <a:pt x="28355" y="171"/>
                      <a:pt x="28170" y="0"/>
                      <a:pt x="2794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8"/>
              <p:cNvSpPr/>
              <p:nvPr/>
            </p:nvSpPr>
            <p:spPr>
              <a:xfrm rot="-5400000">
                <a:off x="2601887" y="3552324"/>
                <a:ext cx="1419541" cy="98043"/>
              </a:xfrm>
              <a:custGeom>
                <a:avLst/>
                <a:gdLst/>
                <a:ahLst/>
                <a:cxnLst/>
                <a:rect l="l" t="t" r="r" b="b"/>
                <a:pathLst>
                  <a:path w="32635" h="2254" extrusionOk="0">
                    <a:moveTo>
                      <a:pt x="16289" y="0"/>
                    </a:moveTo>
                    <a:lnTo>
                      <a:pt x="14321" y="1897"/>
                    </a:lnTo>
                    <a:lnTo>
                      <a:pt x="1" y="1897"/>
                    </a:lnTo>
                    <a:lnTo>
                      <a:pt x="1" y="2140"/>
                    </a:lnTo>
                    <a:lnTo>
                      <a:pt x="14449" y="2140"/>
                    </a:lnTo>
                    <a:lnTo>
                      <a:pt x="16346" y="229"/>
                    </a:lnTo>
                    <a:lnTo>
                      <a:pt x="21395" y="229"/>
                    </a:lnTo>
                    <a:lnTo>
                      <a:pt x="23178" y="2012"/>
                    </a:lnTo>
                    <a:lnTo>
                      <a:pt x="31864" y="2012"/>
                    </a:lnTo>
                    <a:cubicBezTo>
                      <a:pt x="31921" y="2197"/>
                      <a:pt x="32092" y="2254"/>
                      <a:pt x="32221" y="2254"/>
                    </a:cubicBezTo>
                    <a:cubicBezTo>
                      <a:pt x="32449" y="2254"/>
                      <a:pt x="32634" y="2140"/>
                      <a:pt x="32634" y="1897"/>
                    </a:cubicBezTo>
                    <a:cubicBezTo>
                      <a:pt x="32634" y="1655"/>
                      <a:pt x="32449" y="1541"/>
                      <a:pt x="32221" y="1541"/>
                    </a:cubicBezTo>
                    <a:cubicBezTo>
                      <a:pt x="32035" y="1541"/>
                      <a:pt x="31921" y="1655"/>
                      <a:pt x="31864" y="1783"/>
                    </a:cubicBezTo>
                    <a:lnTo>
                      <a:pt x="23306" y="1783"/>
                    </a:lnTo>
                    <a:lnTo>
                      <a:pt x="2152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8"/>
              <p:cNvSpPr/>
              <p:nvPr/>
            </p:nvSpPr>
            <p:spPr>
              <a:xfrm rot="-5400000">
                <a:off x="2574592" y="3483446"/>
                <a:ext cx="1556645" cy="98696"/>
              </a:xfrm>
              <a:custGeom>
                <a:avLst/>
                <a:gdLst/>
                <a:ahLst/>
                <a:cxnLst/>
                <a:rect l="l" t="t" r="r" b="b"/>
                <a:pathLst>
                  <a:path w="35787" h="2269" extrusionOk="0">
                    <a:moveTo>
                      <a:pt x="16703" y="1"/>
                    </a:moveTo>
                    <a:lnTo>
                      <a:pt x="14806" y="1841"/>
                    </a:lnTo>
                    <a:lnTo>
                      <a:pt x="1" y="1841"/>
                    </a:lnTo>
                    <a:lnTo>
                      <a:pt x="1" y="2083"/>
                    </a:lnTo>
                    <a:lnTo>
                      <a:pt x="14920" y="2083"/>
                    </a:lnTo>
                    <a:lnTo>
                      <a:pt x="16760" y="243"/>
                    </a:lnTo>
                    <a:lnTo>
                      <a:pt x="20810" y="243"/>
                    </a:lnTo>
                    <a:lnTo>
                      <a:pt x="22593" y="2026"/>
                    </a:lnTo>
                    <a:lnTo>
                      <a:pt x="35002" y="2026"/>
                    </a:lnTo>
                    <a:cubicBezTo>
                      <a:pt x="35073" y="2140"/>
                      <a:pt x="35244" y="2269"/>
                      <a:pt x="35358" y="2269"/>
                    </a:cubicBezTo>
                    <a:cubicBezTo>
                      <a:pt x="35601" y="2269"/>
                      <a:pt x="35786" y="2083"/>
                      <a:pt x="35786" y="1912"/>
                    </a:cubicBezTo>
                    <a:cubicBezTo>
                      <a:pt x="35786" y="1670"/>
                      <a:pt x="35601" y="1484"/>
                      <a:pt x="35358" y="1484"/>
                    </a:cubicBezTo>
                    <a:cubicBezTo>
                      <a:pt x="35244" y="1484"/>
                      <a:pt x="35073" y="1613"/>
                      <a:pt x="35002" y="1784"/>
                    </a:cubicBezTo>
                    <a:lnTo>
                      <a:pt x="22650" y="1784"/>
                    </a:lnTo>
                    <a:lnTo>
                      <a:pt x="2092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8"/>
              <p:cNvSpPr/>
              <p:nvPr/>
            </p:nvSpPr>
            <p:spPr>
              <a:xfrm rot="-5400000">
                <a:off x="2516589" y="3511045"/>
                <a:ext cx="1499576" cy="100566"/>
              </a:xfrm>
              <a:custGeom>
                <a:avLst/>
                <a:gdLst/>
                <a:ahLst/>
                <a:cxnLst/>
                <a:rect l="l" t="t" r="r" b="b"/>
                <a:pathLst>
                  <a:path w="34475" h="2312" extrusionOk="0">
                    <a:moveTo>
                      <a:pt x="15747" y="1"/>
                    </a:moveTo>
                    <a:lnTo>
                      <a:pt x="13679" y="2012"/>
                    </a:lnTo>
                    <a:lnTo>
                      <a:pt x="1" y="2012"/>
                    </a:lnTo>
                    <a:lnTo>
                      <a:pt x="1" y="2254"/>
                    </a:lnTo>
                    <a:lnTo>
                      <a:pt x="13793" y="2254"/>
                    </a:lnTo>
                    <a:lnTo>
                      <a:pt x="15818" y="229"/>
                    </a:lnTo>
                    <a:lnTo>
                      <a:pt x="22108" y="229"/>
                    </a:lnTo>
                    <a:lnTo>
                      <a:pt x="24019" y="2069"/>
                    </a:lnTo>
                    <a:lnTo>
                      <a:pt x="33761" y="2069"/>
                    </a:lnTo>
                    <a:cubicBezTo>
                      <a:pt x="33818" y="2197"/>
                      <a:pt x="33932" y="2311"/>
                      <a:pt x="34117" y="2311"/>
                    </a:cubicBezTo>
                    <a:cubicBezTo>
                      <a:pt x="34289" y="2311"/>
                      <a:pt x="34474" y="2140"/>
                      <a:pt x="34474" y="1955"/>
                    </a:cubicBezTo>
                    <a:cubicBezTo>
                      <a:pt x="34474" y="1712"/>
                      <a:pt x="34289" y="1541"/>
                      <a:pt x="34117" y="1541"/>
                    </a:cubicBezTo>
                    <a:cubicBezTo>
                      <a:pt x="33932" y="1541"/>
                      <a:pt x="33761" y="1655"/>
                      <a:pt x="33761" y="1841"/>
                    </a:cubicBezTo>
                    <a:lnTo>
                      <a:pt x="24076" y="1841"/>
                    </a:lnTo>
                    <a:lnTo>
                      <a:pt x="2223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8"/>
              <p:cNvSpPr/>
              <p:nvPr/>
            </p:nvSpPr>
            <p:spPr>
              <a:xfrm rot="-5400000">
                <a:off x="2595407" y="3628314"/>
                <a:ext cx="1251380" cy="114224"/>
              </a:xfrm>
              <a:custGeom>
                <a:avLst/>
                <a:gdLst/>
                <a:ahLst/>
                <a:cxnLst/>
                <a:rect l="l" t="t" r="r" b="b"/>
                <a:pathLst>
                  <a:path w="28769" h="2626" extrusionOk="0">
                    <a:moveTo>
                      <a:pt x="15519" y="1"/>
                    </a:moveTo>
                    <a:lnTo>
                      <a:pt x="13137" y="2383"/>
                    </a:lnTo>
                    <a:lnTo>
                      <a:pt x="1" y="2383"/>
                    </a:lnTo>
                    <a:lnTo>
                      <a:pt x="1" y="2625"/>
                    </a:lnTo>
                    <a:lnTo>
                      <a:pt x="13251" y="2625"/>
                    </a:lnTo>
                    <a:lnTo>
                      <a:pt x="15633" y="243"/>
                    </a:lnTo>
                    <a:lnTo>
                      <a:pt x="22707" y="243"/>
                    </a:lnTo>
                    <a:lnTo>
                      <a:pt x="24547" y="2083"/>
                    </a:lnTo>
                    <a:lnTo>
                      <a:pt x="28056" y="2083"/>
                    </a:lnTo>
                    <a:cubicBezTo>
                      <a:pt x="28056" y="2268"/>
                      <a:pt x="28227" y="2383"/>
                      <a:pt x="28412" y="2383"/>
                    </a:cubicBezTo>
                    <a:cubicBezTo>
                      <a:pt x="28583" y="2383"/>
                      <a:pt x="28769" y="2197"/>
                      <a:pt x="28769" y="1969"/>
                    </a:cubicBezTo>
                    <a:cubicBezTo>
                      <a:pt x="28769" y="1784"/>
                      <a:pt x="28583" y="1612"/>
                      <a:pt x="28412" y="1612"/>
                    </a:cubicBezTo>
                    <a:cubicBezTo>
                      <a:pt x="28227" y="1612"/>
                      <a:pt x="28113" y="1726"/>
                      <a:pt x="28056" y="1841"/>
                    </a:cubicBezTo>
                    <a:lnTo>
                      <a:pt x="24661" y="1841"/>
                    </a:lnTo>
                    <a:lnTo>
                      <a:pt x="2282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 name="Google Shape;716;p28"/>
            <p:cNvGrpSpPr/>
            <p:nvPr/>
          </p:nvGrpSpPr>
          <p:grpSpPr>
            <a:xfrm rot="5400000">
              <a:off x="694172" y="2228984"/>
              <a:ext cx="622150" cy="2010496"/>
              <a:chOff x="2474121" y="2891575"/>
              <a:chExt cx="439279" cy="1419541"/>
            </a:xfrm>
          </p:grpSpPr>
          <p:sp>
            <p:nvSpPr>
              <p:cNvPr id="717" name="Google Shape;717;p28"/>
              <p:cNvSpPr/>
              <p:nvPr/>
            </p:nvSpPr>
            <p:spPr>
              <a:xfrm rot="-5400000">
                <a:off x="1917918" y="3535251"/>
                <a:ext cx="1419541" cy="132189"/>
              </a:xfrm>
              <a:custGeom>
                <a:avLst/>
                <a:gdLst/>
                <a:ahLst/>
                <a:cxnLst/>
                <a:rect l="l" t="t" r="r" b="b"/>
                <a:pathLst>
                  <a:path w="32635" h="3039" extrusionOk="0">
                    <a:moveTo>
                      <a:pt x="1" y="0"/>
                    </a:moveTo>
                    <a:lnTo>
                      <a:pt x="1" y="243"/>
                    </a:lnTo>
                    <a:lnTo>
                      <a:pt x="15818" y="243"/>
                    </a:lnTo>
                    <a:lnTo>
                      <a:pt x="15818" y="2796"/>
                    </a:lnTo>
                    <a:lnTo>
                      <a:pt x="31864" y="2796"/>
                    </a:lnTo>
                    <a:cubicBezTo>
                      <a:pt x="31921" y="2981"/>
                      <a:pt x="32092" y="3038"/>
                      <a:pt x="32221" y="3038"/>
                    </a:cubicBezTo>
                    <a:cubicBezTo>
                      <a:pt x="32449" y="3038"/>
                      <a:pt x="32634" y="2924"/>
                      <a:pt x="32634" y="2682"/>
                    </a:cubicBezTo>
                    <a:cubicBezTo>
                      <a:pt x="32634" y="2496"/>
                      <a:pt x="32449" y="2325"/>
                      <a:pt x="32221" y="2325"/>
                    </a:cubicBezTo>
                    <a:cubicBezTo>
                      <a:pt x="32092" y="2325"/>
                      <a:pt x="31921" y="2439"/>
                      <a:pt x="31864" y="2568"/>
                    </a:cubicBezTo>
                    <a:lnTo>
                      <a:pt x="16046" y="2568"/>
                    </a:lnTo>
                    <a:lnTo>
                      <a:pt x="1604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8"/>
              <p:cNvSpPr/>
              <p:nvPr/>
            </p:nvSpPr>
            <p:spPr>
              <a:xfrm rot="-5400000">
                <a:off x="2568095" y="3965811"/>
                <a:ext cx="504441" cy="186169"/>
              </a:xfrm>
              <a:custGeom>
                <a:avLst/>
                <a:gdLst/>
                <a:ahLst/>
                <a:cxnLst/>
                <a:rect l="l" t="t" r="r" b="b"/>
                <a:pathLst>
                  <a:path w="11597" h="4280" extrusionOk="0">
                    <a:moveTo>
                      <a:pt x="1" y="1"/>
                    </a:moveTo>
                    <a:lnTo>
                      <a:pt x="1" y="243"/>
                    </a:lnTo>
                    <a:lnTo>
                      <a:pt x="11112" y="243"/>
                    </a:lnTo>
                    <a:lnTo>
                      <a:pt x="11112" y="3566"/>
                    </a:lnTo>
                    <a:cubicBezTo>
                      <a:pt x="10940" y="3623"/>
                      <a:pt x="10883" y="3752"/>
                      <a:pt x="10883" y="3923"/>
                    </a:cubicBezTo>
                    <a:cubicBezTo>
                      <a:pt x="10883" y="4108"/>
                      <a:pt x="10997" y="4279"/>
                      <a:pt x="11240" y="4279"/>
                    </a:cubicBezTo>
                    <a:cubicBezTo>
                      <a:pt x="11468" y="4279"/>
                      <a:pt x="11596" y="4108"/>
                      <a:pt x="11596" y="3923"/>
                    </a:cubicBezTo>
                    <a:cubicBezTo>
                      <a:pt x="11596" y="3752"/>
                      <a:pt x="11539" y="3623"/>
                      <a:pt x="11354" y="3566"/>
                    </a:cubicBezTo>
                    <a:lnTo>
                      <a:pt x="1135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8"/>
              <p:cNvSpPr/>
              <p:nvPr/>
            </p:nvSpPr>
            <p:spPr>
              <a:xfrm rot="-5400000">
                <a:off x="2612136" y="4009852"/>
                <a:ext cx="452331" cy="150197"/>
              </a:xfrm>
              <a:custGeom>
                <a:avLst/>
                <a:gdLst/>
                <a:ahLst/>
                <a:cxnLst/>
                <a:rect l="l" t="t" r="r" b="b"/>
                <a:pathLst>
                  <a:path w="10399" h="3453" extrusionOk="0">
                    <a:moveTo>
                      <a:pt x="1" y="1"/>
                    </a:moveTo>
                    <a:lnTo>
                      <a:pt x="1" y="243"/>
                    </a:lnTo>
                    <a:lnTo>
                      <a:pt x="9928" y="243"/>
                    </a:lnTo>
                    <a:lnTo>
                      <a:pt x="9928" y="2739"/>
                    </a:lnTo>
                    <a:cubicBezTo>
                      <a:pt x="9757" y="2796"/>
                      <a:pt x="9628" y="2925"/>
                      <a:pt x="9628" y="3096"/>
                    </a:cubicBezTo>
                    <a:cubicBezTo>
                      <a:pt x="9628" y="3281"/>
                      <a:pt x="9814" y="3452"/>
                      <a:pt x="10042" y="3452"/>
                    </a:cubicBezTo>
                    <a:cubicBezTo>
                      <a:pt x="10227" y="3452"/>
                      <a:pt x="10398" y="3281"/>
                      <a:pt x="10398" y="3096"/>
                    </a:cubicBezTo>
                    <a:cubicBezTo>
                      <a:pt x="10398" y="2925"/>
                      <a:pt x="10284" y="2796"/>
                      <a:pt x="10170" y="2739"/>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8"/>
              <p:cNvSpPr/>
              <p:nvPr/>
            </p:nvSpPr>
            <p:spPr>
              <a:xfrm rot="-5400000">
                <a:off x="2177879" y="3666157"/>
                <a:ext cx="1160818" cy="129101"/>
              </a:xfrm>
              <a:custGeom>
                <a:avLst/>
                <a:gdLst/>
                <a:ahLst/>
                <a:cxnLst/>
                <a:rect l="l" t="t" r="r" b="b"/>
                <a:pathLst>
                  <a:path w="26687" h="2968" extrusionOk="0">
                    <a:moveTo>
                      <a:pt x="1" y="0"/>
                    </a:moveTo>
                    <a:lnTo>
                      <a:pt x="1" y="243"/>
                    </a:lnTo>
                    <a:lnTo>
                      <a:pt x="12310" y="243"/>
                    </a:lnTo>
                    <a:lnTo>
                      <a:pt x="12310" y="2739"/>
                    </a:lnTo>
                    <a:lnTo>
                      <a:pt x="25973" y="2739"/>
                    </a:lnTo>
                    <a:cubicBezTo>
                      <a:pt x="26030" y="2910"/>
                      <a:pt x="26159" y="2967"/>
                      <a:pt x="26330" y="2967"/>
                    </a:cubicBezTo>
                    <a:cubicBezTo>
                      <a:pt x="26572" y="2967"/>
                      <a:pt x="26687" y="2853"/>
                      <a:pt x="26687" y="2611"/>
                    </a:cubicBezTo>
                    <a:cubicBezTo>
                      <a:pt x="26687" y="2439"/>
                      <a:pt x="26572" y="2254"/>
                      <a:pt x="26330" y="2254"/>
                    </a:cubicBezTo>
                    <a:cubicBezTo>
                      <a:pt x="26159" y="2254"/>
                      <a:pt x="26030" y="2382"/>
                      <a:pt x="25973" y="2496"/>
                    </a:cubicBezTo>
                    <a:lnTo>
                      <a:pt x="12538" y="2496"/>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8"/>
              <p:cNvSpPr/>
              <p:nvPr/>
            </p:nvSpPr>
            <p:spPr>
              <a:xfrm rot="-5400000">
                <a:off x="2081076" y="3607849"/>
                <a:ext cx="1271867" cy="134668"/>
              </a:xfrm>
              <a:custGeom>
                <a:avLst/>
                <a:gdLst/>
                <a:ahLst/>
                <a:cxnLst/>
                <a:rect l="l" t="t" r="r" b="b"/>
                <a:pathLst>
                  <a:path w="29240" h="3096" extrusionOk="0">
                    <a:moveTo>
                      <a:pt x="1" y="1"/>
                    </a:moveTo>
                    <a:lnTo>
                      <a:pt x="1" y="243"/>
                    </a:lnTo>
                    <a:lnTo>
                      <a:pt x="13436" y="243"/>
                    </a:lnTo>
                    <a:lnTo>
                      <a:pt x="13436" y="2853"/>
                    </a:lnTo>
                    <a:lnTo>
                      <a:pt x="28526" y="2853"/>
                    </a:lnTo>
                    <a:cubicBezTo>
                      <a:pt x="28526" y="2967"/>
                      <a:pt x="28712" y="3096"/>
                      <a:pt x="28883" y="3096"/>
                    </a:cubicBezTo>
                    <a:cubicBezTo>
                      <a:pt x="29068" y="3096"/>
                      <a:pt x="29240" y="2910"/>
                      <a:pt x="29240" y="2739"/>
                    </a:cubicBezTo>
                    <a:cubicBezTo>
                      <a:pt x="29240" y="2497"/>
                      <a:pt x="29068" y="2326"/>
                      <a:pt x="28883" y="2326"/>
                    </a:cubicBezTo>
                    <a:cubicBezTo>
                      <a:pt x="28712" y="2326"/>
                      <a:pt x="28526" y="2440"/>
                      <a:pt x="28526" y="2611"/>
                    </a:cubicBezTo>
                    <a:lnTo>
                      <a:pt x="13679" y="2611"/>
                    </a:lnTo>
                    <a:lnTo>
                      <a:pt x="1367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8"/>
              <p:cNvSpPr/>
              <p:nvPr/>
            </p:nvSpPr>
            <p:spPr>
              <a:xfrm rot="-5400000">
                <a:off x="2065591" y="3641342"/>
                <a:ext cx="1212319" cy="127230"/>
              </a:xfrm>
              <a:custGeom>
                <a:avLst/>
                <a:gdLst/>
                <a:ahLst/>
                <a:cxnLst/>
                <a:rect l="l" t="t" r="r" b="b"/>
                <a:pathLst>
                  <a:path w="27871" h="2925" extrusionOk="0">
                    <a:moveTo>
                      <a:pt x="1" y="0"/>
                    </a:moveTo>
                    <a:lnTo>
                      <a:pt x="1" y="243"/>
                    </a:lnTo>
                    <a:lnTo>
                      <a:pt x="14563" y="243"/>
                    </a:lnTo>
                    <a:lnTo>
                      <a:pt x="14563" y="2682"/>
                    </a:lnTo>
                    <a:lnTo>
                      <a:pt x="27157" y="2682"/>
                    </a:lnTo>
                    <a:cubicBezTo>
                      <a:pt x="27229" y="2853"/>
                      <a:pt x="27343" y="2924"/>
                      <a:pt x="27514" y="2924"/>
                    </a:cubicBezTo>
                    <a:cubicBezTo>
                      <a:pt x="27756" y="2924"/>
                      <a:pt x="27870" y="2796"/>
                      <a:pt x="27870" y="2567"/>
                    </a:cubicBezTo>
                    <a:cubicBezTo>
                      <a:pt x="27870" y="2382"/>
                      <a:pt x="27756" y="2211"/>
                      <a:pt x="27514" y="2211"/>
                    </a:cubicBezTo>
                    <a:cubicBezTo>
                      <a:pt x="27343" y="2211"/>
                      <a:pt x="27229" y="2325"/>
                      <a:pt x="27157" y="2439"/>
                    </a:cubicBezTo>
                    <a:lnTo>
                      <a:pt x="14806" y="2439"/>
                    </a:lnTo>
                    <a:lnTo>
                      <a:pt x="1480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8"/>
              <p:cNvSpPr/>
              <p:nvPr/>
            </p:nvSpPr>
            <p:spPr>
              <a:xfrm rot="-5400000">
                <a:off x="1972508" y="3742473"/>
                <a:ext cx="1103749" cy="33537"/>
              </a:xfrm>
              <a:custGeom>
                <a:avLst/>
                <a:gdLst/>
                <a:ahLst/>
                <a:cxnLst/>
                <a:rect l="l" t="t" r="r" b="b"/>
                <a:pathLst>
                  <a:path w="25375" h="771" extrusionOk="0">
                    <a:moveTo>
                      <a:pt x="25018" y="1"/>
                    </a:moveTo>
                    <a:cubicBezTo>
                      <a:pt x="24847" y="1"/>
                      <a:pt x="24733" y="115"/>
                      <a:pt x="24661" y="300"/>
                    </a:cubicBezTo>
                    <a:lnTo>
                      <a:pt x="1" y="300"/>
                    </a:lnTo>
                    <a:lnTo>
                      <a:pt x="1" y="528"/>
                    </a:lnTo>
                    <a:lnTo>
                      <a:pt x="24661" y="528"/>
                    </a:lnTo>
                    <a:cubicBezTo>
                      <a:pt x="24733" y="657"/>
                      <a:pt x="24847" y="771"/>
                      <a:pt x="25018" y="771"/>
                    </a:cubicBezTo>
                    <a:cubicBezTo>
                      <a:pt x="25260" y="771"/>
                      <a:pt x="25374" y="600"/>
                      <a:pt x="25374" y="414"/>
                    </a:cubicBezTo>
                    <a:cubicBezTo>
                      <a:pt x="25374" y="172"/>
                      <a:pt x="25260" y="1"/>
                      <a:pt x="2501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8"/>
              <p:cNvSpPr/>
              <p:nvPr/>
            </p:nvSpPr>
            <p:spPr>
              <a:xfrm rot="-5400000">
                <a:off x="2020290" y="3823748"/>
                <a:ext cx="941199" cy="33537"/>
              </a:xfrm>
              <a:custGeom>
                <a:avLst/>
                <a:gdLst/>
                <a:ahLst/>
                <a:cxnLst/>
                <a:rect l="l" t="t" r="r" b="b"/>
                <a:pathLst>
                  <a:path w="21638" h="771" extrusionOk="0">
                    <a:moveTo>
                      <a:pt x="21281" y="0"/>
                    </a:moveTo>
                    <a:cubicBezTo>
                      <a:pt x="21095" y="0"/>
                      <a:pt x="20924" y="114"/>
                      <a:pt x="20924" y="229"/>
                    </a:cubicBezTo>
                    <a:lnTo>
                      <a:pt x="1" y="229"/>
                    </a:lnTo>
                    <a:lnTo>
                      <a:pt x="1" y="471"/>
                    </a:lnTo>
                    <a:lnTo>
                      <a:pt x="20924" y="471"/>
                    </a:lnTo>
                    <a:cubicBezTo>
                      <a:pt x="20924" y="656"/>
                      <a:pt x="21095" y="771"/>
                      <a:pt x="21281" y="771"/>
                    </a:cubicBezTo>
                    <a:cubicBezTo>
                      <a:pt x="21452" y="771"/>
                      <a:pt x="21637" y="585"/>
                      <a:pt x="21637" y="357"/>
                    </a:cubicBezTo>
                    <a:cubicBezTo>
                      <a:pt x="21637" y="172"/>
                      <a:pt x="21452" y="0"/>
                      <a:pt x="2128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28"/>
            <p:cNvGrpSpPr/>
            <p:nvPr/>
          </p:nvGrpSpPr>
          <p:grpSpPr>
            <a:xfrm rot="5400000" flipH="1">
              <a:off x="794342" y="545915"/>
              <a:ext cx="391933" cy="1980617"/>
              <a:chOff x="1015564" y="2912672"/>
              <a:chExt cx="276730" cy="1398445"/>
            </a:xfrm>
          </p:grpSpPr>
          <p:sp>
            <p:nvSpPr>
              <p:cNvPr id="726" name="Google Shape;726;p28"/>
              <p:cNvSpPr/>
              <p:nvPr/>
            </p:nvSpPr>
            <p:spPr>
              <a:xfrm rot="-5400000">
                <a:off x="99601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8"/>
              <p:cNvSpPr/>
              <p:nvPr/>
            </p:nvSpPr>
            <p:spPr>
              <a:xfrm rot="-5400000">
                <a:off x="96127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8"/>
              <p:cNvSpPr/>
              <p:nvPr/>
            </p:nvSpPr>
            <p:spPr>
              <a:xfrm rot="-5400000">
                <a:off x="53600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8"/>
              <p:cNvSpPr/>
              <p:nvPr/>
            </p:nvSpPr>
            <p:spPr>
              <a:xfrm rot="-5400000">
                <a:off x="48698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8"/>
              <p:cNvSpPr/>
              <p:nvPr/>
            </p:nvSpPr>
            <p:spPr>
              <a:xfrm rot="-5400000">
                <a:off x="49350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 name="Google Shape;731;p28"/>
            <p:cNvGrpSpPr/>
            <p:nvPr/>
          </p:nvGrpSpPr>
          <p:grpSpPr>
            <a:xfrm rot="5400000">
              <a:off x="722663" y="-419739"/>
              <a:ext cx="432406" cy="1877736"/>
              <a:chOff x="4792514" y="2979701"/>
              <a:chExt cx="305307" cy="1325804"/>
            </a:xfrm>
          </p:grpSpPr>
          <p:sp>
            <p:nvSpPr>
              <p:cNvPr id="732" name="Google Shape;732;p28"/>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8"/>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8"/>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8"/>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8"/>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28"/>
            <p:cNvGrpSpPr/>
            <p:nvPr/>
          </p:nvGrpSpPr>
          <p:grpSpPr>
            <a:xfrm rot="5400000">
              <a:off x="893185" y="2543561"/>
              <a:ext cx="659052" cy="2445426"/>
              <a:chOff x="4128096" y="2589445"/>
              <a:chExt cx="465334" cy="1726630"/>
            </a:xfrm>
          </p:grpSpPr>
          <p:sp>
            <p:nvSpPr>
              <p:cNvPr id="738" name="Google Shape;738;p28"/>
              <p:cNvSpPr/>
              <p:nvPr/>
            </p:nvSpPr>
            <p:spPr>
              <a:xfrm rot="-5400000">
                <a:off x="4350516" y="3592343"/>
                <a:ext cx="447328" cy="38495"/>
              </a:xfrm>
              <a:custGeom>
                <a:avLst/>
                <a:gdLst/>
                <a:ahLst/>
                <a:cxnLst/>
                <a:rect l="l" t="t" r="r" b="b"/>
                <a:pathLst>
                  <a:path w="10284" h="885" extrusionOk="0">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8"/>
              <p:cNvSpPr/>
              <p:nvPr/>
            </p:nvSpPr>
            <p:spPr>
              <a:xfrm rot="-5400000">
                <a:off x="4258650" y="2857151"/>
                <a:ext cx="602484" cy="67073"/>
              </a:xfrm>
              <a:custGeom>
                <a:avLst/>
                <a:gdLst/>
                <a:ahLst/>
                <a:cxnLst/>
                <a:rect l="l" t="t" r="r" b="b"/>
                <a:pathLst>
                  <a:path w="13851" h="1542" extrusionOk="0">
                    <a:moveTo>
                      <a:pt x="13494" y="1"/>
                    </a:moveTo>
                    <a:cubicBezTo>
                      <a:pt x="13322" y="1"/>
                      <a:pt x="13137" y="58"/>
                      <a:pt x="13137" y="243"/>
                    </a:cubicBezTo>
                    <a:lnTo>
                      <a:pt x="1" y="243"/>
                    </a:lnTo>
                    <a:lnTo>
                      <a:pt x="1" y="1541"/>
                    </a:lnTo>
                    <a:lnTo>
                      <a:pt x="243" y="1541"/>
                    </a:lnTo>
                    <a:lnTo>
                      <a:pt x="243" y="472"/>
                    </a:lnTo>
                    <a:lnTo>
                      <a:pt x="13137" y="472"/>
                    </a:lnTo>
                    <a:cubicBezTo>
                      <a:pt x="13137" y="600"/>
                      <a:pt x="13322" y="714"/>
                      <a:pt x="13494" y="714"/>
                    </a:cubicBezTo>
                    <a:cubicBezTo>
                      <a:pt x="13679" y="714"/>
                      <a:pt x="13850" y="543"/>
                      <a:pt x="13850" y="357"/>
                    </a:cubicBezTo>
                    <a:cubicBezTo>
                      <a:pt x="13850" y="115"/>
                      <a:pt x="13679" y="1"/>
                      <a:pt x="1349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8"/>
              <p:cNvSpPr/>
              <p:nvPr/>
            </p:nvSpPr>
            <p:spPr>
              <a:xfrm rot="-5400000">
                <a:off x="4342753" y="2990231"/>
                <a:ext cx="395827" cy="105525"/>
              </a:xfrm>
              <a:custGeom>
                <a:avLst/>
                <a:gdLst/>
                <a:ahLst/>
                <a:cxnLst/>
                <a:rect l="l" t="t" r="r" b="b"/>
                <a:pathLst>
                  <a:path w="9100" h="2426" extrusionOk="0">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8"/>
              <p:cNvSpPr/>
              <p:nvPr/>
            </p:nvSpPr>
            <p:spPr>
              <a:xfrm rot="-5400000">
                <a:off x="4236967" y="2935946"/>
                <a:ext cx="565859" cy="147065"/>
              </a:xfrm>
              <a:custGeom>
                <a:avLst/>
                <a:gdLst/>
                <a:ahLst/>
                <a:cxnLst/>
                <a:rect l="l" t="t" r="r" b="b"/>
                <a:pathLst>
                  <a:path w="13009" h="3381" extrusionOk="0">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8"/>
              <p:cNvSpPr/>
              <p:nvPr/>
            </p:nvSpPr>
            <p:spPr>
              <a:xfrm rot="-5400000">
                <a:off x="4284728" y="3027769"/>
                <a:ext cx="421317" cy="196087"/>
              </a:xfrm>
              <a:custGeom>
                <a:avLst/>
                <a:gdLst/>
                <a:ahLst/>
                <a:cxnLst/>
                <a:rect l="l" t="t" r="r" b="b"/>
                <a:pathLst>
                  <a:path w="9686" h="4508" extrusionOk="0">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8"/>
              <p:cNvSpPr/>
              <p:nvPr/>
            </p:nvSpPr>
            <p:spPr>
              <a:xfrm rot="-5400000">
                <a:off x="3936988" y="3222875"/>
                <a:ext cx="1067777" cy="245108"/>
              </a:xfrm>
              <a:custGeom>
                <a:avLst/>
                <a:gdLst/>
                <a:ahLst/>
                <a:cxnLst/>
                <a:rect l="l" t="t" r="r" b="b"/>
                <a:pathLst>
                  <a:path w="24548" h="5635" extrusionOk="0">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8"/>
              <p:cNvSpPr/>
              <p:nvPr/>
            </p:nvSpPr>
            <p:spPr>
              <a:xfrm rot="-5400000">
                <a:off x="3583049" y="3406216"/>
                <a:ext cx="1613105" cy="206613"/>
              </a:xfrm>
              <a:custGeom>
                <a:avLst/>
                <a:gdLst/>
                <a:ahLst/>
                <a:cxnLst/>
                <a:rect l="l" t="t" r="r" b="b"/>
                <a:pathLst>
                  <a:path w="37085" h="4750" extrusionOk="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8"/>
              <p:cNvSpPr/>
              <p:nvPr/>
            </p:nvSpPr>
            <p:spPr>
              <a:xfrm rot="-5400000">
                <a:off x="3683572" y="3550758"/>
                <a:ext cx="1318409" cy="212224"/>
              </a:xfrm>
              <a:custGeom>
                <a:avLst/>
                <a:gdLst/>
                <a:ahLst/>
                <a:cxnLst/>
                <a:rect l="l" t="t" r="r" b="b"/>
                <a:pathLst>
                  <a:path w="30310" h="4879" extrusionOk="0">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8"/>
              <p:cNvSpPr/>
              <p:nvPr/>
            </p:nvSpPr>
            <p:spPr>
              <a:xfrm rot="-5400000">
                <a:off x="3890469" y="3910287"/>
                <a:ext cx="679996" cy="131580"/>
              </a:xfrm>
              <a:custGeom>
                <a:avLst/>
                <a:gdLst/>
                <a:ahLst/>
                <a:cxnLst/>
                <a:rect l="l" t="t" r="r" b="b"/>
                <a:pathLst>
                  <a:path w="15633" h="3025" extrusionOk="0">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8"/>
              <p:cNvSpPr/>
              <p:nvPr/>
            </p:nvSpPr>
            <p:spPr>
              <a:xfrm rot="-5400000">
                <a:off x="3593294" y="3509501"/>
                <a:ext cx="1400924" cy="212224"/>
              </a:xfrm>
              <a:custGeom>
                <a:avLst/>
                <a:gdLst/>
                <a:ahLst/>
                <a:cxnLst/>
                <a:rect l="l" t="t" r="r" b="b"/>
                <a:pathLst>
                  <a:path w="32207" h="4879" extrusionOk="0">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8"/>
              <p:cNvSpPr/>
              <p:nvPr/>
            </p:nvSpPr>
            <p:spPr>
              <a:xfrm rot="-5400000">
                <a:off x="3468913" y="3442188"/>
                <a:ext cx="1533069" cy="214704"/>
              </a:xfrm>
              <a:custGeom>
                <a:avLst/>
                <a:gdLst/>
                <a:ahLst/>
                <a:cxnLst/>
                <a:rect l="l" t="t" r="r" b="b"/>
                <a:pathLst>
                  <a:path w="35245" h="4936" extrusionOk="0">
                    <a:moveTo>
                      <a:pt x="34831" y="0"/>
                    </a:moveTo>
                    <a:cubicBezTo>
                      <a:pt x="34702" y="0"/>
                      <a:pt x="34531" y="71"/>
                      <a:pt x="34474" y="243"/>
                    </a:cubicBezTo>
                    <a:lnTo>
                      <a:pt x="16403" y="243"/>
                    </a:lnTo>
                    <a:lnTo>
                      <a:pt x="16403" y="4707"/>
                    </a:lnTo>
                    <a:lnTo>
                      <a:pt x="1" y="4707"/>
                    </a:lnTo>
                    <a:lnTo>
                      <a:pt x="1" y="4935"/>
                    </a:lnTo>
                    <a:lnTo>
                      <a:pt x="16645" y="4935"/>
                    </a:lnTo>
                    <a:lnTo>
                      <a:pt x="16645" y="485"/>
                    </a:lnTo>
                    <a:lnTo>
                      <a:pt x="34474" y="485"/>
                    </a:lnTo>
                    <a:cubicBezTo>
                      <a:pt x="34531" y="599"/>
                      <a:pt x="34702" y="713"/>
                      <a:pt x="34831" y="713"/>
                    </a:cubicBezTo>
                    <a:cubicBezTo>
                      <a:pt x="35059" y="713"/>
                      <a:pt x="35244" y="542"/>
                      <a:pt x="35244" y="357"/>
                    </a:cubicBezTo>
                    <a:cubicBezTo>
                      <a:pt x="35244" y="129"/>
                      <a:pt x="35059" y="0"/>
                      <a:pt x="3483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774"/>
        <p:cNvGrpSpPr/>
        <p:nvPr/>
      </p:nvGrpSpPr>
      <p:grpSpPr>
        <a:xfrm>
          <a:off x="0" y="0"/>
          <a:ext cx="0" cy="0"/>
          <a:chOff x="0" y="0"/>
          <a:chExt cx="0" cy="0"/>
        </a:xfrm>
      </p:grpSpPr>
      <p:sp>
        <p:nvSpPr>
          <p:cNvPr id="775" name="Google Shape;775;p30"/>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0"/>
          <p:cNvSpPr txBox="1">
            <a:spLocks noGrp="1"/>
          </p:cNvSpPr>
          <p:nvPr>
            <p:ph type="title"/>
          </p:nvPr>
        </p:nvSpPr>
        <p:spPr>
          <a:xfrm>
            <a:off x="2347950" y="650900"/>
            <a:ext cx="4448100" cy="97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77" name="Google Shape;777;p30"/>
          <p:cNvSpPr txBox="1">
            <a:spLocks noGrp="1"/>
          </p:cNvSpPr>
          <p:nvPr>
            <p:ph type="subTitle" idx="1"/>
          </p:nvPr>
        </p:nvSpPr>
        <p:spPr>
          <a:xfrm>
            <a:off x="2347900" y="1711862"/>
            <a:ext cx="4448100" cy="1101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8" name="Google Shape;778;p30"/>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300"/>
              </a:spcBef>
              <a:spcAft>
                <a:spcPts val="0"/>
              </a:spcAft>
              <a:buNone/>
            </a:pPr>
            <a:r>
              <a:rPr lang="en" sz="1200">
                <a:solidFill>
                  <a:schemeClr val="dk1"/>
                </a:solidFill>
                <a:latin typeface="Catamaran"/>
                <a:ea typeface="Catamaran"/>
                <a:cs typeface="Catamaran"/>
                <a:sym typeface="Catamaran"/>
              </a:rPr>
              <a:t>CREDITS: This presentation template was created by </a:t>
            </a:r>
            <a:r>
              <a:rPr lang="en" sz="1200" b="1">
                <a:solidFill>
                  <a:schemeClr val="hlink"/>
                </a:solidFill>
                <a:uFill>
                  <a:noFill/>
                </a:uFill>
                <a:latin typeface="Catamaran"/>
                <a:ea typeface="Catamaran"/>
                <a:cs typeface="Catamaran"/>
                <a:sym typeface="Catamaran"/>
                <a:hlinkClick r:id="rId2"/>
              </a:rPr>
              <a:t>Slidesgo</a:t>
            </a:r>
            <a:r>
              <a:rPr lang="en" sz="1200" b="1">
                <a:solidFill>
                  <a:schemeClr val="dk1"/>
                </a:solidFill>
                <a:latin typeface="Catamaran"/>
                <a:ea typeface="Catamaran"/>
                <a:cs typeface="Catamaran"/>
                <a:sym typeface="Catamaran"/>
              </a:rPr>
              <a:t>,</a:t>
            </a:r>
            <a:r>
              <a:rPr lang="en" sz="1200">
                <a:solidFill>
                  <a:schemeClr val="dk1"/>
                </a:solidFill>
                <a:latin typeface="Catamaran"/>
                <a:ea typeface="Catamaran"/>
                <a:cs typeface="Catamaran"/>
                <a:sym typeface="Catamaran"/>
              </a:rPr>
              <a:t> and includes icons by </a:t>
            </a:r>
            <a:r>
              <a:rPr lang="en" sz="1200" b="1">
                <a:solidFill>
                  <a:schemeClr val="dk1"/>
                </a:solidFill>
                <a:uFill>
                  <a:noFill/>
                </a:uFill>
                <a:latin typeface="Catamaran"/>
                <a:ea typeface="Catamaran"/>
                <a:cs typeface="Catamaran"/>
                <a:sym typeface="Catamaran"/>
                <a:hlinkClick r:id="rId3">
                  <a:extLst>
                    <a:ext uri="{A12FA001-AC4F-418D-AE19-62706E023703}">
                      <ahyp:hlinkClr xmlns:ahyp="http://schemas.microsoft.com/office/drawing/2018/hyperlinkcolor" val="tx"/>
                    </a:ext>
                  </a:extLst>
                </a:hlinkClick>
              </a:rPr>
              <a:t>Flaticon</a:t>
            </a:r>
            <a:r>
              <a:rPr lang="en" sz="1200">
                <a:solidFill>
                  <a:schemeClr val="dk1"/>
                </a:solidFill>
                <a:latin typeface="Catamaran"/>
                <a:ea typeface="Catamaran"/>
                <a:cs typeface="Catamaran"/>
                <a:sym typeface="Catamaran"/>
              </a:rPr>
              <a:t>, and infographics &amp; images by </a:t>
            </a:r>
            <a:r>
              <a:rPr lang="en" sz="1200" b="1">
                <a:solidFill>
                  <a:schemeClr val="dk1"/>
                </a:solidFill>
                <a:uFill>
                  <a:noFill/>
                </a:uFill>
                <a:latin typeface="Catamaran"/>
                <a:ea typeface="Catamaran"/>
                <a:cs typeface="Catamaran"/>
                <a:sym typeface="Catamaran"/>
                <a:hlinkClick r:id="rId4">
                  <a:extLst>
                    <a:ext uri="{A12FA001-AC4F-418D-AE19-62706E023703}">
                      <ahyp:hlinkClr xmlns:ahyp="http://schemas.microsoft.com/office/drawing/2018/hyperlinkcolor" val="tx"/>
                    </a:ext>
                  </a:extLst>
                </a:hlinkClick>
              </a:rPr>
              <a:t>Freepik</a:t>
            </a:r>
            <a:r>
              <a:rPr lang="en" sz="1200" b="1">
                <a:solidFill>
                  <a:schemeClr val="dk1"/>
                </a:solidFill>
                <a:latin typeface="Catamaran"/>
                <a:ea typeface="Catamaran"/>
                <a:cs typeface="Catamaran"/>
                <a:sym typeface="Catamaran"/>
              </a:rPr>
              <a:t> </a:t>
            </a:r>
            <a:endParaRPr sz="1200" b="1">
              <a:solidFill>
                <a:schemeClr val="dk1"/>
              </a:solidFill>
              <a:latin typeface="Catamaran"/>
              <a:ea typeface="Catamaran"/>
              <a:cs typeface="Catamaran"/>
              <a:sym typeface="Catamaran"/>
            </a:endParaRPr>
          </a:p>
        </p:txBody>
      </p:sp>
      <p:pic>
        <p:nvPicPr>
          <p:cNvPr id="779" name="Google Shape;779;p30"/>
          <p:cNvPicPr preferRelativeResize="0"/>
          <p:nvPr/>
        </p:nvPicPr>
        <p:blipFill rotWithShape="1">
          <a:blip r:embed="rId5">
            <a:alphaModFix/>
          </a:blip>
          <a:srcRect l="2950" b="3660"/>
          <a:stretch/>
        </p:blipFill>
        <p:spPr>
          <a:xfrm rot="-5400000" flipH="1">
            <a:off x="7316650" y="1020300"/>
            <a:ext cx="2843800" cy="803200"/>
          </a:xfrm>
          <a:prstGeom prst="rect">
            <a:avLst/>
          </a:prstGeom>
          <a:noFill/>
          <a:ln>
            <a:noFill/>
          </a:ln>
        </p:spPr>
      </p:pic>
      <p:pic>
        <p:nvPicPr>
          <p:cNvPr id="780" name="Google Shape;780;p30"/>
          <p:cNvPicPr preferRelativeResize="0"/>
          <p:nvPr/>
        </p:nvPicPr>
        <p:blipFill rotWithShape="1">
          <a:blip r:embed="rId6">
            <a:alphaModFix/>
          </a:blip>
          <a:srcRect l="2922" b="5731"/>
          <a:stretch/>
        </p:blipFill>
        <p:spPr>
          <a:xfrm rot="5400000" flipH="1">
            <a:off x="-1022325" y="3300275"/>
            <a:ext cx="2864025" cy="8193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81"/>
        <p:cNvGrpSpPr/>
        <p:nvPr/>
      </p:nvGrpSpPr>
      <p:grpSpPr>
        <a:xfrm>
          <a:off x="0" y="0"/>
          <a:ext cx="0" cy="0"/>
          <a:chOff x="0" y="0"/>
          <a:chExt cx="0" cy="0"/>
        </a:xfrm>
      </p:grpSpPr>
      <p:sp>
        <p:nvSpPr>
          <p:cNvPr id="782" name="Google Shape;782;p31"/>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3" name="Google Shape;783;p31"/>
          <p:cNvGrpSpPr/>
          <p:nvPr/>
        </p:nvGrpSpPr>
        <p:grpSpPr>
          <a:xfrm rot="5400000">
            <a:off x="1013603" y="2942924"/>
            <a:ext cx="894897" cy="2922106"/>
            <a:chOff x="6961407" y="2871131"/>
            <a:chExt cx="439278" cy="1434374"/>
          </a:xfrm>
        </p:grpSpPr>
        <p:sp>
          <p:nvSpPr>
            <p:cNvPr id="784" name="Google Shape;784;p31"/>
            <p:cNvSpPr/>
            <p:nvPr/>
          </p:nvSpPr>
          <p:spPr>
            <a:xfrm rot="-5400000">
              <a:off x="6647504" y="3552324"/>
              <a:ext cx="1374825" cy="131536"/>
            </a:xfrm>
            <a:custGeom>
              <a:avLst/>
              <a:gdLst/>
              <a:ahLst/>
              <a:cxnLst/>
              <a:rect l="l" t="t" r="r" b="b"/>
              <a:pathLst>
                <a:path w="31607" h="3024" extrusionOk="0">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1"/>
            <p:cNvSpPr/>
            <p:nvPr/>
          </p:nvSpPr>
          <p:spPr>
            <a:xfrm rot="-5400000">
              <a:off x="6677278" y="3618071"/>
              <a:ext cx="1230283" cy="144586"/>
            </a:xfrm>
            <a:custGeom>
              <a:avLst/>
              <a:gdLst/>
              <a:ahLst/>
              <a:cxnLst/>
              <a:rect l="l" t="t" r="r" b="b"/>
              <a:pathLst>
                <a:path w="28284" h="3324" extrusionOk="0">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1"/>
            <p:cNvSpPr/>
            <p:nvPr/>
          </p:nvSpPr>
          <p:spPr>
            <a:xfrm rot="-5400000">
              <a:off x="6529931" y="3512306"/>
              <a:ext cx="1434374" cy="152024"/>
            </a:xfrm>
            <a:custGeom>
              <a:avLst/>
              <a:gdLst/>
              <a:ahLst/>
              <a:cxnLst/>
              <a:rect l="l" t="t" r="r" b="b"/>
              <a:pathLst>
                <a:path w="32976" h="3495" extrusionOk="0">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1"/>
            <p:cNvSpPr/>
            <p:nvPr/>
          </p:nvSpPr>
          <p:spPr>
            <a:xfrm rot="-5400000">
              <a:off x="6645331" y="3671116"/>
              <a:ext cx="1098138" cy="170641"/>
            </a:xfrm>
            <a:custGeom>
              <a:avLst/>
              <a:gdLst/>
              <a:ahLst/>
              <a:cxnLst/>
              <a:rect l="l" t="t" r="r" b="b"/>
              <a:pathLst>
                <a:path w="25246" h="3923" extrusionOk="0">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1"/>
            <p:cNvSpPr/>
            <p:nvPr/>
          </p:nvSpPr>
          <p:spPr>
            <a:xfrm rot="-5400000">
              <a:off x="6506661" y="3582076"/>
              <a:ext cx="1284264" cy="162594"/>
            </a:xfrm>
            <a:custGeom>
              <a:avLst/>
              <a:gdLst/>
              <a:ahLst/>
              <a:cxnLst/>
              <a:rect l="l" t="t" r="r" b="b"/>
              <a:pathLst>
                <a:path w="29525" h="3738" extrusionOk="0">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1"/>
            <p:cNvSpPr/>
            <p:nvPr/>
          </p:nvSpPr>
          <p:spPr>
            <a:xfrm rot="-5400000">
              <a:off x="6617711" y="3742147"/>
              <a:ext cx="953596" cy="173120"/>
            </a:xfrm>
            <a:custGeom>
              <a:avLst/>
              <a:gdLst/>
              <a:ahLst/>
              <a:cxnLst/>
              <a:rect l="l" t="t" r="r" b="b"/>
              <a:pathLst>
                <a:path w="21923" h="3980" extrusionOk="0">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1"/>
            <p:cNvSpPr/>
            <p:nvPr/>
          </p:nvSpPr>
          <p:spPr>
            <a:xfrm rot="-5400000">
              <a:off x="6516884" y="3690342"/>
              <a:ext cx="1059686" cy="170641"/>
            </a:xfrm>
            <a:custGeom>
              <a:avLst/>
              <a:gdLst/>
              <a:ahLst/>
              <a:cxnLst/>
              <a:rect l="l" t="t" r="r" b="b"/>
              <a:pathLst>
                <a:path w="24362" h="3923" extrusionOk="0">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 name="Google Shape;791;p31"/>
          <p:cNvGrpSpPr/>
          <p:nvPr/>
        </p:nvGrpSpPr>
        <p:grpSpPr>
          <a:xfrm rot="-5400000">
            <a:off x="7956785" y="-950085"/>
            <a:ext cx="947978" cy="3517490"/>
            <a:chOff x="4128096" y="2589445"/>
            <a:chExt cx="465334" cy="1726630"/>
          </a:xfrm>
        </p:grpSpPr>
        <p:sp>
          <p:nvSpPr>
            <p:cNvPr id="792" name="Google Shape;792;p31"/>
            <p:cNvSpPr/>
            <p:nvPr/>
          </p:nvSpPr>
          <p:spPr>
            <a:xfrm rot="-5400000">
              <a:off x="4350516" y="3592343"/>
              <a:ext cx="447328" cy="38495"/>
            </a:xfrm>
            <a:custGeom>
              <a:avLst/>
              <a:gdLst/>
              <a:ahLst/>
              <a:cxnLst/>
              <a:rect l="l" t="t" r="r" b="b"/>
              <a:pathLst>
                <a:path w="10284" h="885" extrusionOk="0">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1"/>
            <p:cNvSpPr/>
            <p:nvPr/>
          </p:nvSpPr>
          <p:spPr>
            <a:xfrm rot="-5400000">
              <a:off x="4258650" y="2857151"/>
              <a:ext cx="602484" cy="67073"/>
            </a:xfrm>
            <a:custGeom>
              <a:avLst/>
              <a:gdLst/>
              <a:ahLst/>
              <a:cxnLst/>
              <a:rect l="l" t="t" r="r" b="b"/>
              <a:pathLst>
                <a:path w="13851" h="1542" extrusionOk="0">
                  <a:moveTo>
                    <a:pt x="13494" y="1"/>
                  </a:moveTo>
                  <a:cubicBezTo>
                    <a:pt x="13322" y="1"/>
                    <a:pt x="13137" y="58"/>
                    <a:pt x="13137" y="243"/>
                  </a:cubicBezTo>
                  <a:lnTo>
                    <a:pt x="1" y="243"/>
                  </a:lnTo>
                  <a:lnTo>
                    <a:pt x="1" y="1541"/>
                  </a:lnTo>
                  <a:lnTo>
                    <a:pt x="243" y="1541"/>
                  </a:lnTo>
                  <a:lnTo>
                    <a:pt x="243" y="472"/>
                  </a:lnTo>
                  <a:lnTo>
                    <a:pt x="13137" y="472"/>
                  </a:lnTo>
                  <a:cubicBezTo>
                    <a:pt x="13137" y="600"/>
                    <a:pt x="13322" y="714"/>
                    <a:pt x="13494" y="714"/>
                  </a:cubicBezTo>
                  <a:cubicBezTo>
                    <a:pt x="13679" y="714"/>
                    <a:pt x="13850" y="543"/>
                    <a:pt x="13850" y="357"/>
                  </a:cubicBezTo>
                  <a:cubicBezTo>
                    <a:pt x="13850" y="115"/>
                    <a:pt x="13679" y="1"/>
                    <a:pt x="1349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1"/>
            <p:cNvSpPr/>
            <p:nvPr/>
          </p:nvSpPr>
          <p:spPr>
            <a:xfrm rot="-5400000">
              <a:off x="4342753" y="2990231"/>
              <a:ext cx="395827" cy="105525"/>
            </a:xfrm>
            <a:custGeom>
              <a:avLst/>
              <a:gdLst/>
              <a:ahLst/>
              <a:cxnLst/>
              <a:rect l="l" t="t" r="r" b="b"/>
              <a:pathLst>
                <a:path w="9100" h="2426" extrusionOk="0">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1"/>
            <p:cNvSpPr/>
            <p:nvPr/>
          </p:nvSpPr>
          <p:spPr>
            <a:xfrm rot="-5400000">
              <a:off x="4236967" y="2935946"/>
              <a:ext cx="565859" cy="147065"/>
            </a:xfrm>
            <a:custGeom>
              <a:avLst/>
              <a:gdLst/>
              <a:ahLst/>
              <a:cxnLst/>
              <a:rect l="l" t="t" r="r" b="b"/>
              <a:pathLst>
                <a:path w="13009" h="3381" extrusionOk="0">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1"/>
            <p:cNvSpPr/>
            <p:nvPr/>
          </p:nvSpPr>
          <p:spPr>
            <a:xfrm rot="-5400000">
              <a:off x="4284728" y="3027769"/>
              <a:ext cx="421317" cy="196087"/>
            </a:xfrm>
            <a:custGeom>
              <a:avLst/>
              <a:gdLst/>
              <a:ahLst/>
              <a:cxnLst/>
              <a:rect l="l" t="t" r="r" b="b"/>
              <a:pathLst>
                <a:path w="9686" h="4508" extrusionOk="0">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1"/>
            <p:cNvSpPr/>
            <p:nvPr/>
          </p:nvSpPr>
          <p:spPr>
            <a:xfrm rot="-5400000">
              <a:off x="3936988" y="3222875"/>
              <a:ext cx="1067777" cy="245108"/>
            </a:xfrm>
            <a:custGeom>
              <a:avLst/>
              <a:gdLst/>
              <a:ahLst/>
              <a:cxnLst/>
              <a:rect l="l" t="t" r="r" b="b"/>
              <a:pathLst>
                <a:path w="24548" h="5635" extrusionOk="0">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1"/>
            <p:cNvSpPr/>
            <p:nvPr/>
          </p:nvSpPr>
          <p:spPr>
            <a:xfrm rot="-5400000">
              <a:off x="3583049" y="3406216"/>
              <a:ext cx="1613105" cy="206613"/>
            </a:xfrm>
            <a:custGeom>
              <a:avLst/>
              <a:gdLst/>
              <a:ahLst/>
              <a:cxnLst/>
              <a:rect l="l" t="t" r="r" b="b"/>
              <a:pathLst>
                <a:path w="37085" h="4750" extrusionOk="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1"/>
            <p:cNvSpPr/>
            <p:nvPr/>
          </p:nvSpPr>
          <p:spPr>
            <a:xfrm rot="-5400000">
              <a:off x="3683572" y="3550758"/>
              <a:ext cx="1318409" cy="212224"/>
            </a:xfrm>
            <a:custGeom>
              <a:avLst/>
              <a:gdLst/>
              <a:ahLst/>
              <a:cxnLst/>
              <a:rect l="l" t="t" r="r" b="b"/>
              <a:pathLst>
                <a:path w="30310" h="4879" extrusionOk="0">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1"/>
            <p:cNvSpPr/>
            <p:nvPr/>
          </p:nvSpPr>
          <p:spPr>
            <a:xfrm rot="-5400000">
              <a:off x="3890469" y="3910287"/>
              <a:ext cx="679996" cy="131580"/>
            </a:xfrm>
            <a:custGeom>
              <a:avLst/>
              <a:gdLst/>
              <a:ahLst/>
              <a:cxnLst/>
              <a:rect l="l" t="t" r="r" b="b"/>
              <a:pathLst>
                <a:path w="15633" h="3025" extrusionOk="0">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1"/>
            <p:cNvSpPr/>
            <p:nvPr/>
          </p:nvSpPr>
          <p:spPr>
            <a:xfrm rot="-5400000">
              <a:off x="3593294" y="3509501"/>
              <a:ext cx="1400924" cy="212224"/>
            </a:xfrm>
            <a:custGeom>
              <a:avLst/>
              <a:gdLst/>
              <a:ahLst/>
              <a:cxnLst/>
              <a:rect l="l" t="t" r="r" b="b"/>
              <a:pathLst>
                <a:path w="32207" h="4879" extrusionOk="0">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1"/>
            <p:cNvSpPr/>
            <p:nvPr/>
          </p:nvSpPr>
          <p:spPr>
            <a:xfrm rot="-5400000">
              <a:off x="3468913" y="3442188"/>
              <a:ext cx="1533069" cy="214704"/>
            </a:xfrm>
            <a:custGeom>
              <a:avLst/>
              <a:gdLst/>
              <a:ahLst/>
              <a:cxnLst/>
              <a:rect l="l" t="t" r="r" b="b"/>
              <a:pathLst>
                <a:path w="35245" h="4936" extrusionOk="0">
                  <a:moveTo>
                    <a:pt x="34831" y="0"/>
                  </a:moveTo>
                  <a:cubicBezTo>
                    <a:pt x="34702" y="0"/>
                    <a:pt x="34531" y="71"/>
                    <a:pt x="34474" y="243"/>
                  </a:cubicBezTo>
                  <a:lnTo>
                    <a:pt x="16403" y="243"/>
                  </a:lnTo>
                  <a:lnTo>
                    <a:pt x="16403" y="4707"/>
                  </a:lnTo>
                  <a:lnTo>
                    <a:pt x="1" y="4707"/>
                  </a:lnTo>
                  <a:lnTo>
                    <a:pt x="1" y="4935"/>
                  </a:lnTo>
                  <a:lnTo>
                    <a:pt x="16645" y="4935"/>
                  </a:lnTo>
                  <a:lnTo>
                    <a:pt x="16645" y="485"/>
                  </a:lnTo>
                  <a:lnTo>
                    <a:pt x="34474" y="485"/>
                  </a:lnTo>
                  <a:cubicBezTo>
                    <a:pt x="34531" y="599"/>
                    <a:pt x="34702" y="713"/>
                    <a:pt x="34831" y="713"/>
                  </a:cubicBezTo>
                  <a:cubicBezTo>
                    <a:pt x="35059" y="713"/>
                    <a:pt x="35244" y="542"/>
                    <a:pt x="35244" y="357"/>
                  </a:cubicBezTo>
                  <a:cubicBezTo>
                    <a:pt x="35244" y="129"/>
                    <a:pt x="35059" y="0"/>
                    <a:pt x="3483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03"/>
        <p:cNvGrpSpPr/>
        <p:nvPr/>
      </p:nvGrpSpPr>
      <p:grpSpPr>
        <a:xfrm>
          <a:off x="0" y="0"/>
          <a:ext cx="0" cy="0"/>
          <a:chOff x="0" y="0"/>
          <a:chExt cx="0" cy="0"/>
        </a:xfrm>
      </p:grpSpPr>
      <p:sp>
        <p:nvSpPr>
          <p:cNvPr id="804" name="Google Shape;804;p32"/>
          <p:cNvSpPr/>
          <p:nvPr/>
        </p:nvSpPr>
        <p:spPr>
          <a:xfrm>
            <a:off x="219475" y="181100"/>
            <a:ext cx="8705100" cy="4781100"/>
          </a:xfrm>
          <a:prstGeom prst="roundRect">
            <a:avLst>
              <a:gd name="adj" fmla="val 5732"/>
            </a:avLst>
          </a:prstGeom>
          <a:gradFill>
            <a:gsLst>
              <a:gs pos="0">
                <a:schemeClr val="lt2"/>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5" name="Google Shape;805;p32"/>
          <p:cNvGrpSpPr/>
          <p:nvPr/>
        </p:nvGrpSpPr>
        <p:grpSpPr>
          <a:xfrm rot="10800000">
            <a:off x="402247" y="-1174644"/>
            <a:ext cx="621971" cy="2700928"/>
            <a:chOff x="4792514" y="2979701"/>
            <a:chExt cx="305307" cy="1325804"/>
          </a:xfrm>
        </p:grpSpPr>
        <p:sp>
          <p:nvSpPr>
            <p:cNvPr id="806" name="Google Shape;806;p32"/>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2"/>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2"/>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2"/>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2"/>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2"/>
          <p:cNvGrpSpPr/>
          <p:nvPr/>
        </p:nvGrpSpPr>
        <p:grpSpPr>
          <a:xfrm>
            <a:off x="7456205" y="3275257"/>
            <a:ext cx="974558" cy="3164817"/>
            <a:chOff x="6278982" y="2751992"/>
            <a:chExt cx="478381" cy="1553513"/>
          </a:xfrm>
        </p:grpSpPr>
        <p:sp>
          <p:nvSpPr>
            <p:cNvPr id="812" name="Google Shape;812;p32"/>
            <p:cNvSpPr/>
            <p:nvPr/>
          </p:nvSpPr>
          <p:spPr>
            <a:xfrm rot="-5400000">
              <a:off x="6192439" y="3740581"/>
              <a:ext cx="1059686" cy="70161"/>
            </a:xfrm>
            <a:custGeom>
              <a:avLst/>
              <a:gdLst/>
              <a:ahLst/>
              <a:cxnLst/>
              <a:rect l="l" t="t" r="r" b="b"/>
              <a:pathLst>
                <a:path w="24362" h="1613" extrusionOk="0">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2"/>
            <p:cNvSpPr/>
            <p:nvPr/>
          </p:nvSpPr>
          <p:spPr>
            <a:xfrm rot="-5400000">
              <a:off x="6010359" y="3607522"/>
              <a:ext cx="1325804" cy="70161"/>
            </a:xfrm>
            <a:custGeom>
              <a:avLst/>
              <a:gdLst/>
              <a:ahLst/>
              <a:cxnLst/>
              <a:rect l="l" t="t" r="r" b="b"/>
              <a:pathLst>
                <a:path w="30480" h="1613" extrusionOk="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2"/>
            <p:cNvSpPr/>
            <p:nvPr/>
          </p:nvSpPr>
          <p:spPr>
            <a:xfrm rot="-5400000">
              <a:off x="6022147" y="3665853"/>
              <a:ext cx="1214755" cy="64550"/>
            </a:xfrm>
            <a:custGeom>
              <a:avLst/>
              <a:gdLst/>
              <a:ahLst/>
              <a:cxnLst/>
              <a:rect l="l" t="t" r="r" b="b"/>
              <a:pathLst>
                <a:path w="27927" h="1484" extrusionOk="0">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2"/>
            <p:cNvSpPr/>
            <p:nvPr/>
          </p:nvSpPr>
          <p:spPr>
            <a:xfrm rot="-5400000">
              <a:off x="5843461" y="3619310"/>
              <a:ext cx="1279305" cy="93085"/>
            </a:xfrm>
            <a:custGeom>
              <a:avLst/>
              <a:gdLst/>
              <a:ahLst/>
              <a:cxnLst/>
              <a:rect l="l" t="t" r="r" b="b"/>
              <a:pathLst>
                <a:path w="29411" h="2140" extrusionOk="0">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2"/>
            <p:cNvSpPr/>
            <p:nvPr/>
          </p:nvSpPr>
          <p:spPr>
            <a:xfrm rot="-5400000">
              <a:off x="5753204" y="3565025"/>
              <a:ext cx="1374825" cy="106134"/>
            </a:xfrm>
            <a:custGeom>
              <a:avLst/>
              <a:gdLst/>
              <a:ahLst/>
              <a:cxnLst/>
              <a:rect l="l" t="t" r="r" b="b"/>
              <a:pathLst>
                <a:path w="31607" h="2440" extrusionOk="0">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2"/>
            <p:cNvSpPr/>
            <p:nvPr/>
          </p:nvSpPr>
          <p:spPr>
            <a:xfrm rot="-5400000">
              <a:off x="5618885" y="3466677"/>
              <a:ext cx="1553513" cy="124142"/>
            </a:xfrm>
            <a:custGeom>
              <a:avLst/>
              <a:gdLst/>
              <a:ahLst/>
              <a:cxnLst/>
              <a:rect l="l" t="t" r="r" b="b"/>
              <a:pathLst>
                <a:path w="35715" h="2854" extrusionOk="0">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2"/>
            <p:cNvSpPr/>
            <p:nvPr/>
          </p:nvSpPr>
          <p:spPr>
            <a:xfrm rot="-5400000">
              <a:off x="5790418" y="3674835"/>
              <a:ext cx="1119234" cy="142106"/>
            </a:xfrm>
            <a:custGeom>
              <a:avLst/>
              <a:gdLst/>
              <a:ahLst/>
              <a:cxnLst/>
              <a:rect l="l" t="t" r="r" b="b"/>
              <a:pathLst>
                <a:path w="25731" h="3267" extrusionOk="0">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2"/>
            <p:cNvSpPr/>
            <p:nvPr/>
          </p:nvSpPr>
          <p:spPr>
            <a:xfrm rot="-5400000">
              <a:off x="6430370" y="3978513"/>
              <a:ext cx="620405" cy="33580"/>
            </a:xfrm>
            <a:custGeom>
              <a:avLst/>
              <a:gdLst/>
              <a:ahLst/>
              <a:cxnLst/>
              <a:rect l="l" t="t" r="r" b="b"/>
              <a:pathLst>
                <a:path w="14263" h="772" extrusionOk="0">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2"/>
            <p:cNvSpPr/>
            <p:nvPr/>
          </p:nvSpPr>
          <p:spPr>
            <a:xfrm rot="-5400000">
              <a:off x="5858989" y="3544234"/>
              <a:ext cx="1460429" cy="62114"/>
            </a:xfrm>
            <a:custGeom>
              <a:avLst/>
              <a:gdLst/>
              <a:ahLst/>
              <a:cxnLst/>
              <a:rect l="l" t="t" r="r" b="b"/>
              <a:pathLst>
                <a:path w="33575" h="1428" extrusionOk="0">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82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825"/>
        <p:cNvGrpSpPr/>
        <p:nvPr/>
      </p:nvGrpSpPr>
      <p:grpSpPr>
        <a:xfrm>
          <a:off x="0" y="0"/>
          <a:ext cx="0" cy="0"/>
          <a:chOff x="0" y="0"/>
          <a:chExt cx="0" cy="0"/>
        </a:xfrm>
      </p:grpSpPr>
      <p:sp>
        <p:nvSpPr>
          <p:cNvPr id="826" name="Google Shape;826;p35"/>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2pPr>
            <a:lvl3pPr lvl="2"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3pPr>
            <a:lvl4pPr lvl="3"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4pPr>
            <a:lvl5pPr lvl="4"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5pPr>
            <a:lvl6pPr lvl="5"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6pPr>
            <a:lvl7pPr lvl="6"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7pPr>
            <a:lvl8pPr lvl="7"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8pPr>
            <a:lvl9pPr lvl="8"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1pPr>
            <a:lvl2pPr marL="914400" lvl="1"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2pPr>
            <a:lvl3pPr marL="1371600" lvl="2"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3pPr>
            <a:lvl4pPr marL="1828800" lvl="3"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4pPr>
            <a:lvl5pPr marL="2286000" lvl="4"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5pPr>
            <a:lvl6pPr marL="2743200" lvl="5"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6pPr>
            <a:lvl7pPr marL="3200400" lvl="6"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7pPr>
            <a:lvl8pPr marL="3657600" lvl="7"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8pPr>
            <a:lvl9pPr marL="4114800" lvl="8"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 id="2147483665" r:id="rId14"/>
    <p:sldLayoutId id="2147483667" r:id="rId15"/>
    <p:sldLayoutId id="2147483668" r:id="rId16"/>
    <p:sldLayoutId id="2147483669" r:id="rId17"/>
    <p:sldLayoutId id="2147483670" r:id="rId18"/>
    <p:sldLayoutId id="2147483671" r:id="rId19"/>
    <p:sldLayoutId id="2147483673" r:id="rId20"/>
    <p:sldLayoutId id="2147483674" r:id="rId21"/>
    <p:sldLayoutId id="2147483676" r:id="rId22"/>
    <p:sldLayoutId id="2147483677" r:id="rId23"/>
    <p:sldLayoutId id="2147483678"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821"/>
        <p:cNvGrpSpPr/>
        <p:nvPr/>
      </p:nvGrpSpPr>
      <p:grpSpPr>
        <a:xfrm>
          <a:off x="0" y="0"/>
          <a:ext cx="0" cy="0"/>
          <a:chOff x="0" y="0"/>
          <a:chExt cx="0" cy="0"/>
        </a:xfrm>
      </p:grpSpPr>
      <p:sp>
        <p:nvSpPr>
          <p:cNvPr id="822" name="Google Shape;822;p3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823" name="Google Shape;823;p3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 id="214748368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0.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18.xml"/><Relationship Id="rId5" Type="http://schemas.openxmlformats.org/officeDocument/2006/relationships/image" Target="../media/image24.jpg"/><Relationship Id="rId4" Type="http://schemas.openxmlformats.org/officeDocument/2006/relationships/image" Target="../media/image23.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hyperlink" Target="https://fonts.google.com/specimen/Anton" TargetMode="External"/><Relationship Id="rId2" Type="http://schemas.openxmlformats.org/officeDocument/2006/relationships/notesSlide" Target="../notesSlides/notesSlide28.xml"/><Relationship Id="rId1" Type="http://schemas.openxmlformats.org/officeDocument/2006/relationships/slideLayout" Target="../slideLayouts/slideLayout26.xml"/><Relationship Id="rId4" Type="http://schemas.openxmlformats.org/officeDocument/2006/relationships/hyperlink" Target="https://fonts.google.com/specimen/Catamaran"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29.xml"/><Relationship Id="rId1" Type="http://schemas.openxmlformats.org/officeDocument/2006/relationships/slideLayout" Target="../slideLayouts/slideLayout25.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Shape 830"/>
        <p:cNvGrpSpPr/>
        <p:nvPr/>
      </p:nvGrpSpPr>
      <p:grpSpPr>
        <a:xfrm>
          <a:off x="0" y="0"/>
          <a:ext cx="0" cy="0"/>
          <a:chOff x="0" y="0"/>
          <a:chExt cx="0" cy="0"/>
        </a:xfrm>
      </p:grpSpPr>
      <p:sp>
        <p:nvSpPr>
          <p:cNvPr id="831" name="Google Shape;831;p36"/>
          <p:cNvSpPr txBox="1">
            <a:spLocks noGrp="1"/>
          </p:cNvSpPr>
          <p:nvPr>
            <p:ph type="ctrTitle"/>
          </p:nvPr>
        </p:nvSpPr>
        <p:spPr>
          <a:xfrm>
            <a:off x="713224" y="835700"/>
            <a:ext cx="5970073" cy="171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pc="-150" dirty="0">
                <a:latin typeface="Source Sans Pro SemiBold" panose="020F0502020204030204" pitchFamily="34" charset="0"/>
                <a:ea typeface="Roboto Medium" panose="02000000000000000000" pitchFamily="2" charset="0"/>
                <a:cs typeface="Roboto Medium" panose="02000000000000000000" pitchFamily="2" charset="0"/>
              </a:rPr>
              <a:t>Student Management</a:t>
            </a:r>
            <a:br>
              <a:rPr lang="en" spc="-150" dirty="0">
                <a:latin typeface="Source Sans Pro SemiBold" panose="020F0502020204030204" pitchFamily="34" charset="0"/>
                <a:ea typeface="Roboto Medium" panose="02000000000000000000" pitchFamily="2" charset="0"/>
                <a:cs typeface="Roboto Medium" panose="02000000000000000000" pitchFamily="2" charset="0"/>
              </a:rPr>
            </a:br>
            <a:r>
              <a:rPr lang="en" spc="-150" dirty="0">
                <a:latin typeface="Source Sans Pro SemiBold" panose="020F0502020204030204" pitchFamily="34" charset="0"/>
                <a:ea typeface="Roboto Medium" panose="02000000000000000000" pitchFamily="2" charset="0"/>
                <a:cs typeface="Roboto Medium" panose="02000000000000000000" pitchFamily="2" charset="0"/>
              </a:rPr>
              <a:t>System</a:t>
            </a:r>
            <a:endParaRPr spc="-150" dirty="0">
              <a:latin typeface="Source Sans Pro SemiBold" panose="020F0502020204030204" pitchFamily="34" charset="0"/>
              <a:ea typeface="Roboto Medium" panose="02000000000000000000" pitchFamily="2" charset="0"/>
              <a:cs typeface="Roboto Medium" panose="02000000000000000000" pitchFamily="2" charset="0"/>
            </a:endParaRPr>
          </a:p>
        </p:txBody>
      </p:sp>
      <p:sp>
        <p:nvSpPr>
          <p:cNvPr id="832" name="Google Shape;832;p36"/>
          <p:cNvSpPr txBox="1">
            <a:spLocks noGrp="1"/>
          </p:cNvSpPr>
          <p:nvPr>
            <p:ph type="subTitle" idx="1"/>
          </p:nvPr>
        </p:nvSpPr>
        <p:spPr>
          <a:xfrm>
            <a:off x="713225" y="2554100"/>
            <a:ext cx="5243700" cy="36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Our OOP Project Presentation Begins Here…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Bebas Neue" panose="020B0606020202050201" pitchFamily="34" charset="0"/>
                <a:ea typeface="Source Code Pro" panose="020B0309030403020204" pitchFamily="49" charset="0"/>
              </a:rPr>
              <a:t>Basic Concepts Of OOP</a:t>
            </a:r>
            <a:endParaRPr dirty="0">
              <a:latin typeface="Bebas Neue" panose="020B0606020202050201" pitchFamily="34" charset="0"/>
              <a:ea typeface="Source Code Pro" panose="020B0309030403020204" pitchFamily="49" charset="0"/>
            </a:endParaRPr>
          </a:p>
        </p:txBody>
      </p:sp>
      <p:graphicFrame>
        <p:nvGraphicFramePr>
          <p:cNvPr id="838" name="Google Shape;838;p37"/>
          <p:cNvGraphicFramePr/>
          <p:nvPr>
            <p:extLst>
              <p:ext uri="{D42A27DB-BD31-4B8C-83A1-F6EECF244321}">
                <p14:modId xmlns:p14="http://schemas.microsoft.com/office/powerpoint/2010/main" val="2922618200"/>
              </p:ext>
            </p:extLst>
          </p:nvPr>
        </p:nvGraphicFramePr>
        <p:xfrm>
          <a:off x="720000" y="1670450"/>
          <a:ext cx="7704000" cy="2103000"/>
        </p:xfrm>
        <a:graphic>
          <a:graphicData uri="http://schemas.openxmlformats.org/drawingml/2006/table">
            <a:tbl>
              <a:tblPr>
                <a:noFill/>
                <a:tableStyleId>{6DA3B495-CE20-4AE7-92EA-051A0663E635}</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50500">
                <a:tc>
                  <a:txBody>
                    <a:bodyPr/>
                    <a:lstStyle/>
                    <a:p>
                      <a:pPr marL="0" lvl="0" indent="0" algn="ctr" rtl="0">
                        <a:spcBef>
                          <a:spcPts val="0"/>
                        </a:spcBef>
                        <a:spcAft>
                          <a:spcPts val="0"/>
                        </a:spcAft>
                        <a:buNone/>
                      </a:pPr>
                      <a:r>
                        <a:rPr lang="en" sz="1100" b="1" dirty="0">
                          <a:solidFill>
                            <a:schemeClr val="hlink"/>
                          </a:solidFill>
                          <a:uFill>
                            <a:noFill/>
                          </a:uFill>
                          <a:latin typeface="Catamaran" pitchFamily="2" charset="0"/>
                          <a:ea typeface="Anton"/>
                          <a:cs typeface="Catamaran" pitchFamily="2" charset="0"/>
                          <a:sym typeface="Anton"/>
                        </a:rPr>
                        <a:t>Classes</a:t>
                      </a:r>
                      <a:endParaRPr sz="1100" b="1" dirty="0">
                        <a:solidFill>
                          <a:schemeClr val="dk1"/>
                        </a:solidFill>
                        <a:latin typeface="Catamaran" pitchFamily="2" charset="0"/>
                        <a:ea typeface="Anton"/>
                        <a:cs typeface="Catamaran" pitchFamily="2" charset="0"/>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ctr" rtl="0">
                        <a:spcBef>
                          <a:spcPts val="0"/>
                        </a:spcBef>
                        <a:spcAft>
                          <a:spcPts val="1600"/>
                        </a:spcAft>
                        <a:buNone/>
                      </a:pPr>
                      <a:r>
                        <a:rPr lang="en" sz="1000" dirty="0">
                          <a:solidFill>
                            <a:schemeClr val="dk1"/>
                          </a:solidFill>
                          <a:latin typeface="Catamaran"/>
                          <a:ea typeface="Catamaran"/>
                          <a:cs typeface="Catamaran"/>
                          <a:sym typeface="Catamaran"/>
                        </a:rPr>
                        <a:t>Class is a blueprint of encapsulated attributes &amp; methods relevant to its entity</a:t>
                      </a:r>
                      <a:endParaRPr sz="1000"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50500">
                <a:tc>
                  <a:txBody>
                    <a:bodyPr/>
                    <a:lstStyle/>
                    <a:p>
                      <a:pPr marL="0" lvl="0" indent="0" algn="ctr" rtl="0">
                        <a:spcBef>
                          <a:spcPts val="0"/>
                        </a:spcBef>
                        <a:spcAft>
                          <a:spcPts val="0"/>
                        </a:spcAft>
                        <a:buNone/>
                      </a:pPr>
                      <a:r>
                        <a:rPr lang="en" sz="1100" b="1" dirty="0">
                          <a:solidFill>
                            <a:schemeClr val="hlink"/>
                          </a:solidFill>
                          <a:uFill>
                            <a:noFill/>
                          </a:uFill>
                          <a:latin typeface="Catamaran" pitchFamily="2" charset="0"/>
                          <a:ea typeface="Anton"/>
                          <a:cs typeface="Catamaran" pitchFamily="2" charset="0"/>
                          <a:sym typeface="Anton"/>
                        </a:rPr>
                        <a:t>Inheritance</a:t>
                      </a:r>
                      <a:endParaRPr sz="1100" b="1" dirty="0">
                        <a:solidFill>
                          <a:schemeClr val="dk1"/>
                        </a:solidFill>
                        <a:latin typeface="Catamaran" pitchFamily="2" charset="0"/>
                        <a:ea typeface="Anton"/>
                        <a:cs typeface="Catamaran" pitchFamily="2" charset="0"/>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marR="0" lvl="0" indent="0" algn="ctr" rtl="0">
                        <a:lnSpc>
                          <a:spcPct val="100000"/>
                        </a:lnSpc>
                        <a:spcBef>
                          <a:spcPts val="0"/>
                        </a:spcBef>
                        <a:spcAft>
                          <a:spcPts val="1600"/>
                        </a:spcAft>
                        <a:buNone/>
                      </a:pPr>
                      <a:r>
                        <a:rPr lang="en" sz="1000" dirty="0">
                          <a:solidFill>
                            <a:schemeClr val="dk1"/>
                          </a:solidFill>
                          <a:latin typeface="Catamaran"/>
                          <a:ea typeface="Catamaran"/>
                          <a:cs typeface="Catamaran"/>
                          <a:sym typeface="Catamaran"/>
                        </a:rPr>
                        <a:t>Used to establish relationships between classes.It inherits common attributes &amp; methods</a:t>
                      </a:r>
                      <a:endParaRPr sz="1000"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50500">
                <a:tc>
                  <a:txBody>
                    <a:bodyPr/>
                    <a:lstStyle/>
                    <a:p>
                      <a:pPr marL="0" lvl="0" indent="0" algn="ctr" rtl="0">
                        <a:spcBef>
                          <a:spcPts val="0"/>
                        </a:spcBef>
                        <a:spcAft>
                          <a:spcPts val="0"/>
                        </a:spcAft>
                        <a:buNone/>
                      </a:pPr>
                      <a:r>
                        <a:rPr lang="en" sz="1100" b="1" dirty="0">
                          <a:solidFill>
                            <a:schemeClr val="hlink"/>
                          </a:solidFill>
                          <a:uFill>
                            <a:noFill/>
                          </a:uFill>
                          <a:latin typeface="Catamaran" pitchFamily="2" charset="0"/>
                          <a:ea typeface="Anton"/>
                          <a:cs typeface="Catamaran" pitchFamily="2" charset="0"/>
                          <a:sym typeface="Anton"/>
                        </a:rPr>
                        <a:t>Polymorphism</a:t>
                      </a:r>
                      <a:endParaRPr sz="1100" b="1" dirty="0">
                        <a:solidFill>
                          <a:schemeClr val="dk1"/>
                        </a:solidFill>
                        <a:latin typeface="Catamaran" pitchFamily="2" charset="0"/>
                        <a:ea typeface="Anton"/>
                        <a:cs typeface="Catamaran" pitchFamily="2" charset="0"/>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ctr" rtl="0">
                        <a:spcBef>
                          <a:spcPts val="0"/>
                        </a:spcBef>
                        <a:spcAft>
                          <a:spcPts val="1600"/>
                        </a:spcAft>
                        <a:buNone/>
                      </a:pPr>
                      <a:r>
                        <a:rPr lang="en" sz="1000" dirty="0">
                          <a:solidFill>
                            <a:schemeClr val="dk1"/>
                          </a:solidFill>
                          <a:latin typeface="Catamaran"/>
                          <a:ea typeface="Catamaran"/>
                          <a:cs typeface="Catamaran"/>
                          <a:sym typeface="Catamaran"/>
                        </a:rPr>
                        <a:t>It allows functions to behave differently based on the object which it calls</a:t>
                      </a:r>
                      <a:endParaRPr sz="1000"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350500">
                <a:tc>
                  <a:txBody>
                    <a:bodyPr/>
                    <a:lstStyle/>
                    <a:p>
                      <a:pPr marL="0" lvl="0" indent="0" algn="ctr" rtl="0">
                        <a:spcBef>
                          <a:spcPts val="0"/>
                        </a:spcBef>
                        <a:spcAft>
                          <a:spcPts val="0"/>
                        </a:spcAft>
                        <a:buNone/>
                      </a:pPr>
                      <a:r>
                        <a:rPr lang="en" sz="1100" b="1" dirty="0">
                          <a:solidFill>
                            <a:schemeClr val="hlink"/>
                          </a:solidFill>
                          <a:uFill>
                            <a:noFill/>
                          </a:uFill>
                          <a:latin typeface="Catamaran" pitchFamily="2" charset="0"/>
                          <a:ea typeface="Anton"/>
                          <a:cs typeface="Catamaran" pitchFamily="2" charset="0"/>
                          <a:sym typeface="Anton"/>
                        </a:rPr>
                        <a:t>Encapsulation</a:t>
                      </a:r>
                      <a:endParaRPr sz="1100" b="1" dirty="0">
                        <a:solidFill>
                          <a:schemeClr val="dk1"/>
                        </a:solidFill>
                        <a:latin typeface="Catamaran" pitchFamily="2" charset="0"/>
                        <a:ea typeface="Anton"/>
                        <a:cs typeface="Catamaran" pitchFamily="2" charset="0"/>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ctr" rtl="0">
                        <a:spcBef>
                          <a:spcPts val="0"/>
                        </a:spcBef>
                        <a:spcAft>
                          <a:spcPts val="1600"/>
                        </a:spcAft>
                        <a:buNone/>
                      </a:pPr>
                      <a:r>
                        <a:rPr lang="en" sz="1000" dirty="0">
                          <a:solidFill>
                            <a:schemeClr val="dk1"/>
                          </a:solidFill>
                          <a:latin typeface="Catamaran"/>
                          <a:ea typeface="Catamaran"/>
                          <a:cs typeface="Catamaran"/>
                          <a:sym typeface="Catamaran"/>
                        </a:rPr>
                        <a:t>Restricting direct access to attributes &amp; methods promotes data security and intergrity</a:t>
                      </a:r>
                      <a:endParaRPr sz="1000"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350500">
                <a:tc>
                  <a:txBody>
                    <a:bodyPr/>
                    <a:lstStyle/>
                    <a:p>
                      <a:pPr marL="0" lvl="0" indent="0" algn="ctr" rtl="0">
                        <a:spcBef>
                          <a:spcPts val="0"/>
                        </a:spcBef>
                        <a:spcAft>
                          <a:spcPts val="0"/>
                        </a:spcAft>
                        <a:buNone/>
                      </a:pPr>
                      <a:r>
                        <a:rPr lang="en" sz="1100" b="1" dirty="0">
                          <a:solidFill>
                            <a:schemeClr val="hlink"/>
                          </a:solidFill>
                          <a:uFill>
                            <a:noFill/>
                          </a:uFill>
                          <a:latin typeface="Catamaran" pitchFamily="2" charset="0"/>
                          <a:ea typeface="Anton"/>
                          <a:cs typeface="Catamaran" pitchFamily="2" charset="0"/>
                          <a:sym typeface="Anton"/>
                        </a:rPr>
                        <a:t>Abstraction</a:t>
                      </a:r>
                      <a:endParaRPr sz="1100" b="1" dirty="0">
                        <a:solidFill>
                          <a:schemeClr val="dk1"/>
                        </a:solidFill>
                        <a:latin typeface="Catamaran" pitchFamily="2" charset="0"/>
                        <a:ea typeface="Anton"/>
                        <a:cs typeface="Catamaran" pitchFamily="2" charset="0"/>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000" dirty="0">
                          <a:solidFill>
                            <a:schemeClr val="dk1"/>
                          </a:solidFill>
                          <a:latin typeface="Catamaran"/>
                          <a:ea typeface="Catamaran"/>
                          <a:cs typeface="Catamaran"/>
                          <a:sym typeface="Catamaran"/>
                        </a:rPr>
                        <a:t>It involves simplifying complex systems.Allows to define common methods</a:t>
                      </a:r>
                      <a:endParaRPr sz="1000"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350500">
                <a:tc>
                  <a:txBody>
                    <a:bodyPr/>
                    <a:lstStyle/>
                    <a:p>
                      <a:pPr marL="0" lvl="0" indent="0" algn="ctr" rtl="0">
                        <a:spcBef>
                          <a:spcPts val="0"/>
                        </a:spcBef>
                        <a:spcAft>
                          <a:spcPts val="0"/>
                        </a:spcAft>
                        <a:buNone/>
                      </a:pPr>
                      <a:r>
                        <a:rPr lang="en" sz="1100" b="1" dirty="0">
                          <a:solidFill>
                            <a:schemeClr val="dk1"/>
                          </a:solidFill>
                          <a:latin typeface="Catamaran" pitchFamily="2" charset="0"/>
                          <a:ea typeface="Anton"/>
                          <a:cs typeface="Catamaran" pitchFamily="2" charset="0"/>
                          <a:sym typeface="Anton"/>
                        </a:rPr>
                        <a:t>Association and Aggregation </a:t>
                      </a:r>
                      <a:endParaRPr sz="1100" b="1" dirty="0">
                        <a:solidFill>
                          <a:schemeClr val="dk1"/>
                        </a:solidFill>
                        <a:latin typeface="Catamaran" pitchFamily="2" charset="0"/>
                        <a:ea typeface="Anton"/>
                        <a:cs typeface="Catamaran" pitchFamily="2" charset="0"/>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ctr" rtl="0">
                        <a:spcBef>
                          <a:spcPts val="0"/>
                        </a:spcBef>
                        <a:spcAft>
                          <a:spcPts val="1600"/>
                        </a:spcAft>
                        <a:buNone/>
                      </a:pPr>
                      <a:r>
                        <a:rPr lang="en" sz="1000" dirty="0">
                          <a:solidFill>
                            <a:schemeClr val="dk1"/>
                          </a:solidFill>
                          <a:latin typeface="Catamaran"/>
                          <a:ea typeface="Catamaran"/>
                          <a:cs typeface="Catamaran"/>
                          <a:sym typeface="Catamaran"/>
                        </a:rPr>
                        <a:t>Describes relationship between two or more classes.Allows objects to assiociate with others</a:t>
                      </a:r>
                      <a:endParaRPr sz="1000"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bl>
          </a:graphicData>
        </a:graphic>
      </p:graphicFrame>
      <p:sp>
        <p:nvSpPr>
          <p:cNvPr id="839" name="Google Shape;839;p37"/>
          <p:cNvSpPr txBox="1"/>
          <p:nvPr/>
        </p:nvSpPr>
        <p:spPr>
          <a:xfrm>
            <a:off x="720000" y="1135163"/>
            <a:ext cx="7704000" cy="3435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r>
              <a:rPr lang="en" sz="1200" b="1" dirty="0">
                <a:solidFill>
                  <a:schemeClr val="dk1"/>
                </a:solidFill>
                <a:latin typeface="Catamaran"/>
                <a:ea typeface="Catamaran"/>
                <a:cs typeface="Catamaran"/>
                <a:sym typeface="Catamaran"/>
              </a:rPr>
              <a:t>Let’s have an idea about fundamental principles of OOP before we start</a:t>
            </a:r>
            <a:endParaRPr sz="1200" b="1" dirty="0">
              <a:solidFill>
                <a:schemeClr val="dk1"/>
              </a:solidFill>
              <a:latin typeface="Catamaran"/>
              <a:ea typeface="Catamaran"/>
              <a:cs typeface="Catamaran"/>
              <a:sym typeface="Catamaran"/>
            </a:endParaRPr>
          </a:p>
        </p:txBody>
      </p:sp>
      <p:sp>
        <p:nvSpPr>
          <p:cNvPr id="840" name="Google Shape;840;p37"/>
          <p:cNvSpPr txBox="1"/>
          <p:nvPr/>
        </p:nvSpPr>
        <p:spPr>
          <a:xfrm>
            <a:off x="1053425" y="4061325"/>
            <a:ext cx="3254400" cy="39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dirty="0">
                <a:solidFill>
                  <a:schemeClr val="dk1"/>
                </a:solidFill>
                <a:latin typeface="Catamaran"/>
                <a:ea typeface="Catamaran"/>
                <a:cs typeface="Catamaran"/>
                <a:sym typeface="Catamaran"/>
              </a:rPr>
              <a:t>Module:</a:t>
            </a:r>
            <a:br>
              <a:rPr lang="en" sz="800" b="1" dirty="0">
                <a:solidFill>
                  <a:schemeClr val="dk1"/>
                </a:solidFill>
                <a:latin typeface="Catamaran"/>
                <a:ea typeface="Catamaran"/>
                <a:cs typeface="Catamaran"/>
                <a:sym typeface="Catamaran"/>
              </a:rPr>
            </a:br>
            <a:r>
              <a:rPr lang="en" sz="1000" b="1" dirty="0">
                <a:solidFill>
                  <a:schemeClr val="dk1"/>
                </a:solidFill>
                <a:uFill>
                  <a:noFill/>
                </a:uFill>
                <a:latin typeface="Catamaran"/>
                <a:ea typeface="Catamaran"/>
                <a:cs typeface="Catamaran"/>
                <a:sym typeface="Catamaran"/>
              </a:rPr>
              <a:t>Object Oriented Programming - Java</a:t>
            </a:r>
            <a:endParaRPr sz="1000" b="1" dirty="0">
              <a:solidFill>
                <a:schemeClr val="dk1"/>
              </a:solidFill>
              <a:latin typeface="Catamaran"/>
              <a:ea typeface="Catamaran"/>
              <a:cs typeface="Catamaran"/>
              <a:sym typeface="Catamaran"/>
            </a:endParaRPr>
          </a:p>
        </p:txBody>
      </p:sp>
      <p:sp>
        <p:nvSpPr>
          <p:cNvPr id="841" name="Google Shape;841;p37"/>
          <p:cNvSpPr txBox="1"/>
          <p:nvPr/>
        </p:nvSpPr>
        <p:spPr>
          <a:xfrm>
            <a:off x="4836245" y="4061325"/>
            <a:ext cx="3254400" cy="39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a:solidFill>
                  <a:schemeClr val="dk1"/>
                </a:solidFill>
                <a:latin typeface="Catamaran"/>
                <a:ea typeface="Catamaran"/>
                <a:cs typeface="Catamaran"/>
                <a:sym typeface="Catamaran"/>
              </a:rPr>
              <a:t>Team Members:</a:t>
            </a:r>
            <a:br>
              <a:rPr lang="en" sz="800" b="1" dirty="0">
                <a:solidFill>
                  <a:schemeClr val="dk1"/>
                </a:solidFill>
                <a:latin typeface="Catamaran"/>
                <a:ea typeface="Catamaran"/>
                <a:cs typeface="Catamaran"/>
                <a:sym typeface="Catamaran"/>
              </a:rPr>
            </a:br>
            <a:r>
              <a:rPr lang="en" sz="1000" b="1" dirty="0">
                <a:solidFill>
                  <a:schemeClr val="dk1"/>
                </a:solidFill>
                <a:uFill>
                  <a:noFill/>
                </a:uFill>
                <a:latin typeface="Catamaran"/>
                <a:ea typeface="Catamaran"/>
                <a:cs typeface="Catamaran"/>
                <a:sym typeface="Catamaran"/>
              </a:rPr>
              <a:t>NiKi</a:t>
            </a:r>
            <a:r>
              <a:rPr lang="en" sz="1000" b="1" dirty="0">
                <a:solidFill>
                  <a:schemeClr val="dk1"/>
                </a:solidFill>
                <a:latin typeface="Catamaran"/>
                <a:ea typeface="Catamaran"/>
                <a:cs typeface="Catamaran"/>
                <a:sym typeface="Catamaran"/>
              </a:rPr>
              <a:t> | </a:t>
            </a:r>
            <a:r>
              <a:rPr lang="en" sz="1000" b="1" dirty="0">
                <a:solidFill>
                  <a:schemeClr val="dk1"/>
                </a:solidFill>
                <a:uFill>
                  <a:noFill/>
                </a:uFill>
                <a:latin typeface="Catamaran"/>
                <a:ea typeface="Catamaran"/>
                <a:cs typeface="Catamaran"/>
                <a:sym typeface="Catamaran"/>
              </a:rPr>
              <a:t>Navod</a:t>
            </a:r>
            <a:r>
              <a:rPr lang="en" sz="1000" b="1" dirty="0">
                <a:solidFill>
                  <a:schemeClr val="dk1"/>
                </a:solidFill>
                <a:latin typeface="Catamaran"/>
                <a:ea typeface="Catamaran"/>
                <a:cs typeface="Catamaran"/>
                <a:sym typeface="Catamaran"/>
              </a:rPr>
              <a:t> | </a:t>
            </a:r>
            <a:r>
              <a:rPr lang="en" sz="1000" b="1" dirty="0">
                <a:solidFill>
                  <a:schemeClr val="dk1"/>
                </a:solidFill>
                <a:uFill>
                  <a:noFill/>
                </a:uFill>
                <a:latin typeface="Catamaran"/>
                <a:ea typeface="Catamaran"/>
                <a:cs typeface="Catamaran"/>
                <a:sym typeface="Catamaran"/>
              </a:rPr>
              <a:t>Dilshan</a:t>
            </a:r>
            <a:r>
              <a:rPr lang="en" sz="1000" b="1" dirty="0">
                <a:solidFill>
                  <a:schemeClr val="dk1"/>
                </a:solidFill>
                <a:latin typeface="Catamaran"/>
                <a:ea typeface="Catamaran"/>
                <a:cs typeface="Catamaran"/>
                <a:sym typeface="Catamaran"/>
              </a:rPr>
              <a:t> | </a:t>
            </a:r>
            <a:r>
              <a:rPr lang="en" sz="1000" b="1" dirty="0">
                <a:solidFill>
                  <a:schemeClr val="dk1"/>
                </a:solidFill>
                <a:uFill>
                  <a:noFill/>
                </a:uFill>
                <a:latin typeface="Catamaran"/>
                <a:ea typeface="Catamaran"/>
                <a:cs typeface="Catamaran"/>
                <a:sym typeface="Catamaran"/>
              </a:rPr>
              <a:t>Sasinda </a:t>
            </a:r>
            <a:endParaRPr sz="600" b="1" dirty="0">
              <a:solidFill>
                <a:schemeClr val="dk1"/>
              </a:solidFill>
              <a:latin typeface="Catamaran"/>
              <a:ea typeface="Catamaran"/>
              <a:cs typeface="Catamaran"/>
              <a:sym typeface="Catamar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pc="100" dirty="0">
                <a:latin typeface="Bebas Neue" panose="020B0606020202050201" pitchFamily="34" charset="0"/>
              </a:rPr>
              <a:t>Introduction</a:t>
            </a:r>
            <a:endParaRPr spc="100" dirty="0">
              <a:latin typeface="Bebas Neue" panose="020B0606020202050201" pitchFamily="34" charset="0"/>
            </a:endParaRPr>
          </a:p>
        </p:txBody>
      </p:sp>
      <p:sp>
        <p:nvSpPr>
          <p:cNvPr id="871" name="Google Shape;871;p40"/>
          <p:cNvSpPr txBox="1">
            <a:spLocks noGrp="1"/>
          </p:cNvSpPr>
          <p:nvPr>
            <p:ph type="subTitle" idx="1"/>
          </p:nvPr>
        </p:nvSpPr>
        <p:spPr>
          <a:xfrm>
            <a:off x="4876711" y="1715800"/>
            <a:ext cx="3169200" cy="189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This java project aims to provide an efficient platform to manage student related data such as courses,lectures,reports etc…</a:t>
            </a:r>
          </a:p>
          <a:p>
            <a:pPr marL="0" lvl="0" indent="0" algn="l" rtl="0">
              <a:spcBef>
                <a:spcPts val="0"/>
              </a:spcBef>
              <a:spcAft>
                <a:spcPts val="0"/>
              </a:spcAft>
              <a:buNone/>
            </a:pPr>
            <a:r>
              <a:rPr lang="en" dirty="0"/>
              <a:t>Those are represented as objects with their own properties and behaviors.</a:t>
            </a:r>
          </a:p>
          <a:p>
            <a:pPr marL="0" lvl="0" indent="0" algn="l" rtl="0">
              <a:spcBef>
                <a:spcPts val="0"/>
              </a:spcBef>
              <a:spcAft>
                <a:spcPts val="0"/>
              </a:spcAft>
              <a:buNone/>
            </a:pPr>
            <a:r>
              <a:rPr lang="en" dirty="0"/>
              <a:t>The system allows to create,update,remove &amp; analyze these objects.</a:t>
            </a:r>
            <a:endParaRPr dirty="0"/>
          </a:p>
        </p:txBody>
      </p:sp>
      <p:sp>
        <p:nvSpPr>
          <p:cNvPr id="872" name="Google Shape;872;p40"/>
          <p:cNvSpPr txBox="1">
            <a:spLocks noGrp="1"/>
          </p:cNvSpPr>
          <p:nvPr>
            <p:ph type="subTitle" idx="2"/>
          </p:nvPr>
        </p:nvSpPr>
        <p:spPr>
          <a:xfrm>
            <a:off x="1098100" y="1715800"/>
            <a:ext cx="3169200" cy="189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student management system designed to automate the administrative tasks associated with students in an educational institute.The system implemented with Object Oriented Programming concepts to create structured blueprint of real world entities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Source Sans Pro SemiBold" panose="020B0603030403020204" pitchFamily="34" charset="0"/>
                <a:ea typeface="Source Sans Pro SemiBold" panose="020B0603030403020204" pitchFamily="34" charset="0"/>
              </a:rPr>
              <a:t>Table of contents</a:t>
            </a:r>
            <a:endParaRPr dirty="0">
              <a:latin typeface="Source Sans Pro SemiBold" panose="020B0603030403020204" pitchFamily="34" charset="0"/>
              <a:ea typeface="Source Sans Pro SemiBold" panose="020B0603030403020204" pitchFamily="34" charset="0"/>
            </a:endParaRPr>
          </a:p>
        </p:txBody>
      </p:sp>
      <p:sp>
        <p:nvSpPr>
          <p:cNvPr id="847" name="Google Shape;847;p38"/>
          <p:cNvSpPr txBox="1">
            <a:spLocks noGrp="1"/>
          </p:cNvSpPr>
          <p:nvPr>
            <p:ph type="subTitle" idx="3"/>
          </p:nvPr>
        </p:nvSpPr>
        <p:spPr>
          <a:xfrm>
            <a:off x="1761313" y="3973584"/>
            <a:ext cx="2523900" cy="604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Creating objects for function calling</a:t>
            </a:r>
            <a:endParaRPr sz="1600" dirty="0">
              <a:solidFill>
                <a:srgbClr val="666666"/>
              </a:solidFill>
            </a:endParaRPr>
          </a:p>
        </p:txBody>
      </p:sp>
      <p:sp>
        <p:nvSpPr>
          <p:cNvPr id="848" name="Google Shape;848;p38"/>
          <p:cNvSpPr txBox="1">
            <a:spLocks noGrp="1"/>
          </p:cNvSpPr>
          <p:nvPr>
            <p:ph type="subTitle" idx="1"/>
          </p:nvPr>
        </p:nvSpPr>
        <p:spPr>
          <a:xfrm>
            <a:off x="1761313" y="2277409"/>
            <a:ext cx="2523900" cy="604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atamaran Medium" panose="020B0604020202020204" charset="0"/>
                <a:cs typeface="Catamaran Medium" panose="020B0604020202020204" charset="0"/>
              </a:rPr>
              <a:t>Describe the target area &amp; the purposes of the program</a:t>
            </a:r>
            <a:endParaRPr dirty="0">
              <a:latin typeface="Catamaran Medium" panose="020B0604020202020204" charset="0"/>
              <a:cs typeface="Catamaran Medium" panose="020B0604020202020204" charset="0"/>
            </a:endParaRPr>
          </a:p>
        </p:txBody>
      </p:sp>
      <p:sp>
        <p:nvSpPr>
          <p:cNvPr id="849" name="Google Shape;849;p38"/>
          <p:cNvSpPr txBox="1">
            <a:spLocks noGrp="1"/>
          </p:cNvSpPr>
          <p:nvPr>
            <p:ph type="subTitle" idx="2"/>
          </p:nvPr>
        </p:nvSpPr>
        <p:spPr>
          <a:xfrm>
            <a:off x="4858838" y="2277409"/>
            <a:ext cx="2523900" cy="604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Implementing various concepts into classes</a:t>
            </a:r>
            <a:endParaRPr dirty="0"/>
          </a:p>
        </p:txBody>
      </p:sp>
      <p:sp>
        <p:nvSpPr>
          <p:cNvPr id="850" name="Google Shape;850;p38"/>
          <p:cNvSpPr txBox="1">
            <a:spLocks noGrp="1"/>
          </p:cNvSpPr>
          <p:nvPr>
            <p:ph type="subTitle" idx="4"/>
          </p:nvPr>
        </p:nvSpPr>
        <p:spPr>
          <a:xfrm>
            <a:off x="4858838" y="3973584"/>
            <a:ext cx="2523900" cy="604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Briefly describing summary &amp; the benifits</a:t>
            </a:r>
            <a:endParaRPr dirty="0"/>
          </a:p>
        </p:txBody>
      </p:sp>
      <p:sp>
        <p:nvSpPr>
          <p:cNvPr id="851" name="Google Shape;851;p38"/>
          <p:cNvSpPr txBox="1">
            <a:spLocks noGrp="1"/>
          </p:cNvSpPr>
          <p:nvPr>
            <p:ph type="title" idx="5"/>
          </p:nvPr>
        </p:nvSpPr>
        <p:spPr>
          <a:xfrm>
            <a:off x="2639386" y="1295400"/>
            <a:ext cx="767100" cy="55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52" name="Google Shape;852;p38"/>
          <p:cNvSpPr txBox="1">
            <a:spLocks noGrp="1"/>
          </p:cNvSpPr>
          <p:nvPr>
            <p:ph type="title" idx="7"/>
          </p:nvPr>
        </p:nvSpPr>
        <p:spPr>
          <a:xfrm>
            <a:off x="5736911" y="1295400"/>
            <a:ext cx="767100" cy="55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53" name="Google Shape;853;p38"/>
          <p:cNvSpPr txBox="1">
            <a:spLocks noGrp="1"/>
          </p:cNvSpPr>
          <p:nvPr>
            <p:ph type="title" idx="8"/>
          </p:nvPr>
        </p:nvSpPr>
        <p:spPr>
          <a:xfrm>
            <a:off x="5736911" y="3016825"/>
            <a:ext cx="767100" cy="55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854" name="Google Shape;854;p38"/>
          <p:cNvSpPr txBox="1">
            <a:spLocks noGrp="1"/>
          </p:cNvSpPr>
          <p:nvPr>
            <p:ph type="title" idx="6"/>
          </p:nvPr>
        </p:nvSpPr>
        <p:spPr>
          <a:xfrm>
            <a:off x="2639386" y="3016825"/>
            <a:ext cx="767100" cy="55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855" name="Google Shape;855;p38"/>
          <p:cNvSpPr txBox="1">
            <a:spLocks noGrp="1"/>
          </p:cNvSpPr>
          <p:nvPr>
            <p:ph type="subTitle" idx="9"/>
          </p:nvPr>
        </p:nvSpPr>
        <p:spPr>
          <a:xfrm>
            <a:off x="1761325" y="1851000"/>
            <a:ext cx="2523900" cy="51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latin typeface="Bebas Neue" panose="020B0606020202050201" pitchFamily="34" charset="0"/>
              </a:rPr>
              <a:t>Project Objectives</a:t>
            </a:r>
            <a:endParaRPr sz="2400" dirty="0">
              <a:latin typeface="Bebas Neue" panose="020B0606020202050201" pitchFamily="34" charset="0"/>
            </a:endParaRPr>
          </a:p>
        </p:txBody>
      </p:sp>
      <p:sp>
        <p:nvSpPr>
          <p:cNvPr id="856" name="Google Shape;856;p38"/>
          <p:cNvSpPr txBox="1">
            <a:spLocks noGrp="1"/>
          </p:cNvSpPr>
          <p:nvPr>
            <p:ph type="subTitle" idx="13"/>
          </p:nvPr>
        </p:nvSpPr>
        <p:spPr>
          <a:xfrm>
            <a:off x="4858851" y="1851000"/>
            <a:ext cx="2523900" cy="51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latin typeface="Bebas Neue" panose="020B0606020202050201" pitchFamily="34" charset="0"/>
              </a:rPr>
              <a:t>Applying OOP Concepts</a:t>
            </a:r>
            <a:endParaRPr sz="2400" dirty="0">
              <a:latin typeface="Bebas Neue" panose="020B0606020202050201" pitchFamily="34" charset="0"/>
            </a:endParaRPr>
          </a:p>
        </p:txBody>
      </p:sp>
      <p:sp>
        <p:nvSpPr>
          <p:cNvPr id="857" name="Google Shape;857;p38"/>
          <p:cNvSpPr txBox="1">
            <a:spLocks noGrp="1"/>
          </p:cNvSpPr>
          <p:nvPr>
            <p:ph type="subTitle" idx="14"/>
          </p:nvPr>
        </p:nvSpPr>
        <p:spPr>
          <a:xfrm>
            <a:off x="1761325" y="3547175"/>
            <a:ext cx="2523900" cy="51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latin typeface="Bebas Neue" panose="020B0606020202050201" pitchFamily="34" charset="0"/>
              </a:rPr>
              <a:t>Objects &amp; Methods</a:t>
            </a:r>
            <a:endParaRPr sz="2400" dirty="0">
              <a:latin typeface="Bebas Neue" panose="020B0606020202050201" pitchFamily="34" charset="0"/>
            </a:endParaRPr>
          </a:p>
        </p:txBody>
      </p:sp>
      <p:sp>
        <p:nvSpPr>
          <p:cNvPr id="858" name="Google Shape;858;p38"/>
          <p:cNvSpPr txBox="1">
            <a:spLocks noGrp="1"/>
          </p:cNvSpPr>
          <p:nvPr>
            <p:ph type="subTitle" idx="15"/>
          </p:nvPr>
        </p:nvSpPr>
        <p:spPr>
          <a:xfrm>
            <a:off x="4858777" y="3547175"/>
            <a:ext cx="2523900" cy="51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latin typeface="Bebas Neue" panose="020B0606020202050201" pitchFamily="34" charset="0"/>
              </a:rPr>
              <a:t>Advantages</a:t>
            </a:r>
            <a:endParaRPr sz="2400" dirty="0">
              <a:latin typeface="Bebas Neue" panose="020B0606020202050201"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39"/>
          <p:cNvSpPr txBox="1">
            <a:spLocks noGrp="1"/>
          </p:cNvSpPr>
          <p:nvPr>
            <p:ph type="title"/>
          </p:nvPr>
        </p:nvSpPr>
        <p:spPr>
          <a:xfrm>
            <a:off x="713224" y="2109175"/>
            <a:ext cx="4988766"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500" dirty="0">
                <a:latin typeface="Source Sans Pro SemiBold" panose="020B0603030403020204" pitchFamily="34" charset="0"/>
                <a:ea typeface="Source Sans Pro SemiBold" panose="020B0603030403020204" pitchFamily="34" charset="0"/>
              </a:rPr>
              <a:t>Project Objectives</a:t>
            </a:r>
            <a:endParaRPr sz="4500" dirty="0">
              <a:latin typeface="Source Sans Pro SemiBold" panose="020B0603030403020204" pitchFamily="34" charset="0"/>
              <a:ea typeface="Source Sans Pro SemiBold" panose="020B0603030403020204" pitchFamily="34" charset="0"/>
            </a:endParaRPr>
          </a:p>
        </p:txBody>
      </p:sp>
      <p:sp>
        <p:nvSpPr>
          <p:cNvPr id="864" name="Google Shape;864;p39"/>
          <p:cNvSpPr txBox="1">
            <a:spLocks noGrp="1"/>
          </p:cNvSpPr>
          <p:nvPr>
            <p:ph type="subTitle" idx="1"/>
          </p:nvPr>
        </p:nvSpPr>
        <p:spPr>
          <a:xfrm>
            <a:off x="713225" y="2966593"/>
            <a:ext cx="4121700" cy="36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Let’s talk about the project goals</a:t>
            </a:r>
            <a:endParaRPr dirty="0"/>
          </a:p>
        </p:txBody>
      </p:sp>
      <p:sp>
        <p:nvSpPr>
          <p:cNvPr id="865" name="Google Shape;865;p39"/>
          <p:cNvSpPr txBox="1">
            <a:spLocks noGrp="1"/>
          </p:cNvSpPr>
          <p:nvPr>
            <p:ph type="title" idx="2"/>
          </p:nvPr>
        </p:nvSpPr>
        <p:spPr>
          <a:xfrm>
            <a:off x="713225" y="1155439"/>
            <a:ext cx="1135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Bebas Neue" panose="020B0606020202050201" pitchFamily="34" charset="0"/>
              </a:rPr>
              <a:t>Objectives</a:t>
            </a:r>
            <a:endParaRPr dirty="0">
              <a:latin typeface="Bebas Neue" panose="020B0606020202050201" pitchFamily="34" charset="0"/>
            </a:endParaRPr>
          </a:p>
        </p:txBody>
      </p:sp>
      <p:sp>
        <p:nvSpPr>
          <p:cNvPr id="878" name="Google Shape;878;p41"/>
          <p:cNvSpPr txBox="1">
            <a:spLocks noGrp="1"/>
          </p:cNvSpPr>
          <p:nvPr>
            <p:ph type="subTitle" idx="1"/>
          </p:nvPr>
        </p:nvSpPr>
        <p:spPr>
          <a:xfrm>
            <a:off x="720000" y="1082788"/>
            <a:ext cx="5963298" cy="215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This system based on the students and their connections.So the system should have features to manage their activities &amp; associations.Basically we’ve implemented some key aspects into this system:</a:t>
            </a:r>
            <a:endParaRPr dirty="0"/>
          </a:p>
          <a:p>
            <a:pPr marL="457200" lvl="0" indent="-317500" algn="l" rtl="0">
              <a:spcBef>
                <a:spcPts val="1000"/>
              </a:spcBef>
              <a:spcAft>
                <a:spcPts val="0"/>
              </a:spcAft>
              <a:buSzPts val="1400"/>
              <a:buChar char="●"/>
            </a:pPr>
            <a:r>
              <a:rPr lang="en" b="1" dirty="0"/>
              <a:t>Student Information Management – </a:t>
            </a:r>
            <a:r>
              <a:rPr lang="en" dirty="0"/>
              <a:t>To store and manipulate data relevant to students including personal details, personal records, project involvement &amp; parent information.</a:t>
            </a:r>
            <a:endParaRPr dirty="0"/>
          </a:p>
          <a:p>
            <a:pPr marL="457200" lvl="0" indent="-317500" algn="l" rtl="0">
              <a:spcBef>
                <a:spcPts val="0"/>
              </a:spcBef>
              <a:spcAft>
                <a:spcPts val="0"/>
              </a:spcAft>
              <a:buSzPts val="1400"/>
              <a:buChar char="●"/>
            </a:pPr>
            <a:r>
              <a:rPr lang="en" b="1" dirty="0"/>
              <a:t>Courses &amp; Enrollment Management – </a:t>
            </a:r>
            <a:r>
              <a:rPr lang="en" dirty="0"/>
              <a:t>Facilities to registration,Course enrollment,Ability to select upto 2 courses at the same time,Update or remove selected courses.</a:t>
            </a:r>
            <a:endParaRPr dirty="0"/>
          </a:p>
          <a:p>
            <a:pPr marL="457200" lvl="0" indent="-317500" algn="l" rtl="0">
              <a:spcBef>
                <a:spcPts val="0"/>
              </a:spcBef>
              <a:spcAft>
                <a:spcPts val="0"/>
              </a:spcAft>
              <a:buSzPts val="1400"/>
              <a:buChar char="●"/>
            </a:pPr>
            <a:r>
              <a:rPr lang="en-US" b="1" dirty="0"/>
              <a:t>Grades and Performance Management </a:t>
            </a:r>
            <a:r>
              <a:rPr lang="en-US" dirty="0"/>
              <a:t>– System can provide reports to take feedback &amp; can generate GPA score to maintain student’s performance.</a:t>
            </a:r>
          </a:p>
          <a:p>
            <a:pPr marL="0" lvl="0" indent="0" algn="l" rtl="0">
              <a:spcBef>
                <a:spcPts val="1000"/>
              </a:spcBef>
              <a:spcAft>
                <a:spcPts val="0"/>
              </a:spcAft>
              <a:buNone/>
            </a:pPr>
            <a:r>
              <a:rPr lang="en" dirty="0"/>
              <a:t>These are the main features of the system &amp; there are some additional features as well. (Lecturer management)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005E90-25C9-4912-BDD8-0C9B703A9AD7}"/>
              </a:ext>
            </a:extLst>
          </p:cNvPr>
          <p:cNvSpPr>
            <a:spLocks noGrp="1"/>
          </p:cNvSpPr>
          <p:nvPr>
            <p:ph type="title"/>
          </p:nvPr>
        </p:nvSpPr>
        <p:spPr/>
        <p:txBody>
          <a:bodyPr/>
          <a:lstStyle/>
          <a:p>
            <a:r>
              <a:rPr lang="en-US" dirty="0">
                <a:latin typeface="Bebas Neue" panose="020B0606020202050201" pitchFamily="34" charset="0"/>
              </a:rPr>
              <a:t>Object &amp; Relationship Diagram</a:t>
            </a:r>
          </a:p>
        </p:txBody>
      </p:sp>
      <p:sp>
        <p:nvSpPr>
          <p:cNvPr id="5" name="Rectangle 4">
            <a:extLst>
              <a:ext uri="{FF2B5EF4-FFF2-40B4-BE49-F238E27FC236}">
                <a16:creationId xmlns:a16="http://schemas.microsoft.com/office/drawing/2014/main" id="{17EC9F81-1EB8-7093-D34C-94E01D70896F}"/>
              </a:ext>
            </a:extLst>
          </p:cNvPr>
          <p:cNvSpPr/>
          <p:nvPr/>
        </p:nvSpPr>
        <p:spPr>
          <a:xfrm>
            <a:off x="1646662" y="1226635"/>
            <a:ext cx="936703" cy="3122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Student</a:t>
            </a:r>
          </a:p>
        </p:txBody>
      </p:sp>
      <p:sp>
        <p:nvSpPr>
          <p:cNvPr id="6" name="Rectangle 5">
            <a:extLst>
              <a:ext uri="{FF2B5EF4-FFF2-40B4-BE49-F238E27FC236}">
                <a16:creationId xmlns:a16="http://schemas.microsoft.com/office/drawing/2014/main" id="{BBD4D95F-FDD9-3EDF-BDB2-59369F1CD1DD}"/>
              </a:ext>
            </a:extLst>
          </p:cNvPr>
          <p:cNvSpPr/>
          <p:nvPr/>
        </p:nvSpPr>
        <p:spPr>
          <a:xfrm>
            <a:off x="3821151" y="1290318"/>
            <a:ext cx="936703" cy="3122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Lecturer</a:t>
            </a:r>
          </a:p>
        </p:txBody>
      </p:sp>
      <p:sp>
        <p:nvSpPr>
          <p:cNvPr id="7" name="Rectangle 6">
            <a:extLst>
              <a:ext uri="{FF2B5EF4-FFF2-40B4-BE49-F238E27FC236}">
                <a16:creationId xmlns:a16="http://schemas.microsoft.com/office/drawing/2014/main" id="{348806DD-D1BC-3D52-5B32-BD3E2FD0C8E7}"/>
              </a:ext>
            </a:extLst>
          </p:cNvPr>
          <p:cNvSpPr/>
          <p:nvPr/>
        </p:nvSpPr>
        <p:spPr>
          <a:xfrm>
            <a:off x="1014759" y="1770081"/>
            <a:ext cx="936703" cy="31223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Junior</a:t>
            </a:r>
          </a:p>
        </p:txBody>
      </p:sp>
      <p:sp>
        <p:nvSpPr>
          <p:cNvPr id="8" name="Rectangle 7">
            <a:extLst>
              <a:ext uri="{FF2B5EF4-FFF2-40B4-BE49-F238E27FC236}">
                <a16:creationId xmlns:a16="http://schemas.microsoft.com/office/drawing/2014/main" id="{B215758F-5C02-6FB2-7BD1-6CD25C4AF1A7}"/>
              </a:ext>
            </a:extLst>
          </p:cNvPr>
          <p:cNvSpPr/>
          <p:nvPr/>
        </p:nvSpPr>
        <p:spPr>
          <a:xfrm>
            <a:off x="2300869" y="1770081"/>
            <a:ext cx="936703" cy="31223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Senior</a:t>
            </a:r>
          </a:p>
        </p:txBody>
      </p:sp>
      <p:sp>
        <p:nvSpPr>
          <p:cNvPr id="9" name="Rectangle 8">
            <a:extLst>
              <a:ext uri="{FF2B5EF4-FFF2-40B4-BE49-F238E27FC236}">
                <a16:creationId xmlns:a16="http://schemas.microsoft.com/office/drawing/2014/main" id="{B819E122-3516-ABCE-7B34-A6E47A6F91C3}"/>
              </a:ext>
            </a:extLst>
          </p:cNvPr>
          <p:cNvSpPr/>
          <p:nvPr/>
        </p:nvSpPr>
        <p:spPr>
          <a:xfrm>
            <a:off x="1401334" y="2313527"/>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Source Sans Pro Black" panose="020B0803030403020204" pitchFamily="34" charset="0"/>
                <a:ea typeface="Source Sans Pro Black" panose="020B0803030403020204" pitchFamily="34" charset="0"/>
                <a:cs typeface="Catamaran" pitchFamily="2" charset="0"/>
              </a:rPr>
              <a:t>Parent 1</a:t>
            </a:r>
          </a:p>
        </p:txBody>
      </p:sp>
      <p:sp>
        <p:nvSpPr>
          <p:cNvPr id="10" name="Rectangle 9">
            <a:extLst>
              <a:ext uri="{FF2B5EF4-FFF2-40B4-BE49-F238E27FC236}">
                <a16:creationId xmlns:a16="http://schemas.microsoft.com/office/drawing/2014/main" id="{9D2B145F-2CBB-16D6-D3E3-3FBCF526BBA8}"/>
              </a:ext>
            </a:extLst>
          </p:cNvPr>
          <p:cNvSpPr/>
          <p:nvPr/>
        </p:nvSpPr>
        <p:spPr>
          <a:xfrm>
            <a:off x="1401334" y="2662699"/>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Source Sans Pro Black" panose="020B0803030403020204" pitchFamily="34" charset="0"/>
                <a:ea typeface="Source Sans Pro Black" panose="020B0803030403020204" pitchFamily="34" charset="0"/>
                <a:cs typeface="Catamaran" pitchFamily="2" charset="0"/>
              </a:rPr>
              <a:t>Parent 2</a:t>
            </a:r>
          </a:p>
        </p:txBody>
      </p:sp>
      <p:sp>
        <p:nvSpPr>
          <p:cNvPr id="11" name="Rectangle 10">
            <a:extLst>
              <a:ext uri="{FF2B5EF4-FFF2-40B4-BE49-F238E27FC236}">
                <a16:creationId xmlns:a16="http://schemas.microsoft.com/office/drawing/2014/main" id="{5CEFFD76-0D24-85FD-9D6D-C30A1F270D0A}"/>
              </a:ext>
            </a:extLst>
          </p:cNvPr>
          <p:cNvSpPr/>
          <p:nvPr/>
        </p:nvSpPr>
        <p:spPr>
          <a:xfrm>
            <a:off x="2377067" y="2313527"/>
            <a:ext cx="784305" cy="34917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13200"/>
              </a:spcAft>
            </a:pPr>
            <a:r>
              <a:rPr lang="en-US" sz="1200" dirty="0">
                <a:latin typeface="Source Sans Pro Black" panose="020B0803030403020204" pitchFamily="34" charset="0"/>
                <a:ea typeface="Source Sans Pro Black" panose="020B0803030403020204" pitchFamily="34" charset="0"/>
                <a:cs typeface="Catamaran" pitchFamily="2" charset="0"/>
              </a:rPr>
              <a:t>Batch </a:t>
            </a:r>
            <a:r>
              <a:rPr lang="en-US" sz="1200" dirty="0" err="1">
                <a:latin typeface="Source Sans Pro Black" panose="020B0803030403020204" pitchFamily="34" charset="0"/>
                <a:ea typeface="Source Sans Pro Black" panose="020B0803030403020204" pitchFamily="34" charset="0"/>
                <a:cs typeface="Catamaran" pitchFamily="2" charset="0"/>
              </a:rPr>
              <a:t>Refree</a:t>
            </a:r>
            <a:endParaRPr lang="en-US" sz="1200" dirty="0">
              <a:latin typeface="Source Sans Pro Black" panose="020B0803030403020204" pitchFamily="34" charset="0"/>
              <a:ea typeface="Source Sans Pro Black" panose="020B0803030403020204" pitchFamily="34" charset="0"/>
              <a:cs typeface="Catamaran" pitchFamily="2" charset="0"/>
            </a:endParaRPr>
          </a:p>
        </p:txBody>
      </p:sp>
      <p:cxnSp>
        <p:nvCxnSpPr>
          <p:cNvPr id="13" name="Straight Connector 12">
            <a:extLst>
              <a:ext uri="{FF2B5EF4-FFF2-40B4-BE49-F238E27FC236}">
                <a16:creationId xmlns:a16="http://schemas.microsoft.com/office/drawing/2014/main" id="{15A6DB16-7D1B-BBE2-3F02-409F417D4A0C}"/>
              </a:ext>
            </a:extLst>
          </p:cNvPr>
          <p:cNvCxnSpPr>
            <a:cxnSpLocks/>
            <a:stCxn id="5" idx="2"/>
          </p:cNvCxnSpPr>
          <p:nvPr/>
        </p:nvCxnSpPr>
        <p:spPr>
          <a:xfrm>
            <a:off x="2115014" y="1538869"/>
            <a:ext cx="0" cy="113251"/>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7FECBEF2-43C5-406B-8143-BAECD7762D6C}"/>
              </a:ext>
            </a:extLst>
          </p:cNvPr>
          <p:cNvCxnSpPr>
            <a:cxnSpLocks/>
            <a:stCxn id="7" idx="0"/>
          </p:cNvCxnSpPr>
          <p:nvPr/>
        </p:nvCxnSpPr>
        <p:spPr>
          <a:xfrm flipV="1">
            <a:off x="1483111" y="1652120"/>
            <a:ext cx="0" cy="117961"/>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E856CA27-C9B1-0EF7-D9A7-5FF9009B0819}"/>
              </a:ext>
            </a:extLst>
          </p:cNvPr>
          <p:cNvCxnSpPr/>
          <p:nvPr/>
        </p:nvCxnSpPr>
        <p:spPr>
          <a:xfrm>
            <a:off x="1486829" y="1652120"/>
            <a:ext cx="628185"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C4B8C78F-51FF-AC5D-4A08-440FB890ACB1}"/>
              </a:ext>
            </a:extLst>
          </p:cNvPr>
          <p:cNvCxnSpPr>
            <a:cxnSpLocks/>
            <a:stCxn id="8" idx="0"/>
          </p:cNvCxnSpPr>
          <p:nvPr/>
        </p:nvCxnSpPr>
        <p:spPr>
          <a:xfrm flipV="1">
            <a:off x="2769221" y="1652120"/>
            <a:ext cx="1861" cy="117961"/>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9C7B8AB1-A52D-4B23-AFF8-F6024EED30D0}"/>
              </a:ext>
            </a:extLst>
          </p:cNvPr>
          <p:cNvCxnSpPr/>
          <p:nvPr/>
        </p:nvCxnSpPr>
        <p:spPr>
          <a:xfrm>
            <a:off x="2044390" y="1652120"/>
            <a:ext cx="730404" cy="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14B2708A-8026-2ABE-B0F2-824A22734F63}"/>
              </a:ext>
            </a:extLst>
          </p:cNvPr>
          <p:cNvCxnSpPr/>
          <p:nvPr/>
        </p:nvCxnSpPr>
        <p:spPr>
          <a:xfrm>
            <a:off x="1248937" y="2070786"/>
            <a:ext cx="0" cy="720359"/>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B3EA93DF-131D-8CE9-E6EA-ACECD93E3600}"/>
              </a:ext>
            </a:extLst>
          </p:cNvPr>
          <p:cNvCxnSpPr>
            <a:endCxn id="9" idx="1"/>
          </p:cNvCxnSpPr>
          <p:nvPr/>
        </p:nvCxnSpPr>
        <p:spPr>
          <a:xfrm>
            <a:off x="1248937" y="2430966"/>
            <a:ext cx="152397" cy="522"/>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E607D64D-FFB6-5638-FF7F-DCCC841CF2E8}"/>
              </a:ext>
            </a:extLst>
          </p:cNvPr>
          <p:cNvCxnSpPr>
            <a:cxnSpLocks/>
            <a:stCxn id="10" idx="1"/>
          </p:cNvCxnSpPr>
          <p:nvPr/>
        </p:nvCxnSpPr>
        <p:spPr>
          <a:xfrm flipH="1" flipV="1">
            <a:off x="1248937" y="2780139"/>
            <a:ext cx="152397" cy="521"/>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AAFB11C7-4F3D-848B-CFC3-3F168995253E}"/>
              </a:ext>
            </a:extLst>
          </p:cNvPr>
          <p:cNvCxnSpPr>
            <a:cxnSpLocks/>
            <a:stCxn id="8" idx="2"/>
            <a:endCxn id="11" idx="0"/>
          </p:cNvCxnSpPr>
          <p:nvPr/>
        </p:nvCxnSpPr>
        <p:spPr>
          <a:xfrm flipH="1">
            <a:off x="2769220" y="2082315"/>
            <a:ext cx="1" cy="231212"/>
          </a:xfrm>
          <a:prstGeom prst="line">
            <a:avLst/>
          </a:prstGeom>
        </p:spPr>
        <p:style>
          <a:lnRef idx="2">
            <a:schemeClr val="dk1"/>
          </a:lnRef>
          <a:fillRef idx="0">
            <a:schemeClr val="dk1"/>
          </a:fillRef>
          <a:effectRef idx="1">
            <a:schemeClr val="dk1"/>
          </a:effectRef>
          <a:fontRef idx="minor">
            <a:schemeClr val="tx1"/>
          </a:fontRef>
        </p:style>
      </p:cxnSp>
      <p:sp>
        <p:nvSpPr>
          <p:cNvPr id="33" name="Rectangle 32">
            <a:extLst>
              <a:ext uri="{FF2B5EF4-FFF2-40B4-BE49-F238E27FC236}">
                <a16:creationId xmlns:a16="http://schemas.microsoft.com/office/drawing/2014/main" id="{C16C2FA6-B1D1-3859-F6FA-EBC4BDCE9A4A}"/>
              </a:ext>
            </a:extLst>
          </p:cNvPr>
          <p:cNvSpPr/>
          <p:nvPr/>
        </p:nvSpPr>
        <p:spPr>
          <a:xfrm>
            <a:off x="3821151" y="1844423"/>
            <a:ext cx="936703" cy="31223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Dean</a:t>
            </a:r>
          </a:p>
        </p:txBody>
      </p:sp>
      <p:cxnSp>
        <p:nvCxnSpPr>
          <p:cNvPr id="35" name="Straight Connector 34">
            <a:extLst>
              <a:ext uri="{FF2B5EF4-FFF2-40B4-BE49-F238E27FC236}">
                <a16:creationId xmlns:a16="http://schemas.microsoft.com/office/drawing/2014/main" id="{E84AF1AC-3D14-E0B5-7CC3-F6096DFDFBA6}"/>
              </a:ext>
            </a:extLst>
          </p:cNvPr>
          <p:cNvCxnSpPr>
            <a:stCxn id="6" idx="2"/>
            <a:endCxn id="33" idx="0"/>
          </p:cNvCxnSpPr>
          <p:nvPr/>
        </p:nvCxnSpPr>
        <p:spPr>
          <a:xfrm>
            <a:off x="4289503" y="1602552"/>
            <a:ext cx="0" cy="241871"/>
          </a:xfrm>
          <a:prstGeom prst="line">
            <a:avLst/>
          </a:prstGeom>
        </p:spPr>
        <p:style>
          <a:lnRef idx="2">
            <a:schemeClr val="dk1"/>
          </a:lnRef>
          <a:fillRef idx="0">
            <a:schemeClr val="dk1"/>
          </a:fillRef>
          <a:effectRef idx="1">
            <a:schemeClr val="dk1"/>
          </a:effectRef>
          <a:fontRef idx="minor">
            <a:schemeClr val="tx1"/>
          </a:fontRef>
        </p:style>
      </p:cxnSp>
      <p:sp>
        <p:nvSpPr>
          <p:cNvPr id="36" name="Rectangle 35">
            <a:extLst>
              <a:ext uri="{FF2B5EF4-FFF2-40B4-BE49-F238E27FC236}">
                <a16:creationId xmlns:a16="http://schemas.microsoft.com/office/drawing/2014/main" id="{2EE18D00-32A4-5021-3122-08174A2FF9BE}"/>
              </a:ext>
            </a:extLst>
          </p:cNvPr>
          <p:cNvSpPr/>
          <p:nvPr/>
        </p:nvSpPr>
        <p:spPr>
          <a:xfrm>
            <a:off x="5767042" y="1290318"/>
            <a:ext cx="936703" cy="3122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Projects</a:t>
            </a:r>
          </a:p>
        </p:txBody>
      </p:sp>
      <p:sp>
        <p:nvSpPr>
          <p:cNvPr id="37" name="Rectangle 36">
            <a:extLst>
              <a:ext uri="{FF2B5EF4-FFF2-40B4-BE49-F238E27FC236}">
                <a16:creationId xmlns:a16="http://schemas.microsoft.com/office/drawing/2014/main" id="{63E65507-8758-71C9-888E-D00711511C33}"/>
              </a:ext>
            </a:extLst>
          </p:cNvPr>
          <p:cNvSpPr/>
          <p:nvPr/>
        </p:nvSpPr>
        <p:spPr>
          <a:xfrm>
            <a:off x="1646661" y="3202203"/>
            <a:ext cx="936703" cy="3122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Source Sans Pro Black" panose="020B0803030403020204" pitchFamily="34" charset="0"/>
                <a:ea typeface="Source Sans Pro Black" panose="020B0803030403020204" pitchFamily="34" charset="0"/>
                <a:cs typeface="Catamaran" pitchFamily="2" charset="0"/>
              </a:rPr>
              <a:t>Student Registration</a:t>
            </a:r>
          </a:p>
        </p:txBody>
      </p:sp>
      <p:sp>
        <p:nvSpPr>
          <p:cNvPr id="38" name="Rectangle 37">
            <a:extLst>
              <a:ext uri="{FF2B5EF4-FFF2-40B4-BE49-F238E27FC236}">
                <a16:creationId xmlns:a16="http://schemas.microsoft.com/office/drawing/2014/main" id="{34E140AD-2F13-0D1E-D3DB-9AB6E4D3C955}"/>
              </a:ext>
            </a:extLst>
          </p:cNvPr>
          <p:cNvSpPr/>
          <p:nvPr/>
        </p:nvSpPr>
        <p:spPr>
          <a:xfrm>
            <a:off x="1722859" y="3700059"/>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Source Sans Pro Black" panose="020B0803030403020204" pitchFamily="34" charset="0"/>
                <a:ea typeface="Source Sans Pro Black" panose="020B0803030403020204" pitchFamily="34" charset="0"/>
                <a:cs typeface="Catamaran" pitchFamily="2" charset="0"/>
              </a:rPr>
              <a:t>Student</a:t>
            </a:r>
          </a:p>
        </p:txBody>
      </p:sp>
      <p:sp>
        <p:nvSpPr>
          <p:cNvPr id="39" name="Rectangle 38">
            <a:extLst>
              <a:ext uri="{FF2B5EF4-FFF2-40B4-BE49-F238E27FC236}">
                <a16:creationId xmlns:a16="http://schemas.microsoft.com/office/drawing/2014/main" id="{BF25B917-B64F-095D-1439-C72440431EEB}"/>
              </a:ext>
            </a:extLst>
          </p:cNvPr>
          <p:cNvSpPr/>
          <p:nvPr/>
        </p:nvSpPr>
        <p:spPr>
          <a:xfrm>
            <a:off x="3821151" y="3226512"/>
            <a:ext cx="936703" cy="3122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Reports</a:t>
            </a:r>
          </a:p>
        </p:txBody>
      </p:sp>
      <p:sp>
        <p:nvSpPr>
          <p:cNvPr id="40" name="Rectangle 39">
            <a:extLst>
              <a:ext uri="{FF2B5EF4-FFF2-40B4-BE49-F238E27FC236}">
                <a16:creationId xmlns:a16="http://schemas.microsoft.com/office/drawing/2014/main" id="{51F2A5BF-3E7C-F8BB-6E3B-BC0B408CDD38}"/>
              </a:ext>
            </a:extLst>
          </p:cNvPr>
          <p:cNvSpPr/>
          <p:nvPr/>
        </p:nvSpPr>
        <p:spPr>
          <a:xfrm>
            <a:off x="5767041" y="3222360"/>
            <a:ext cx="936703" cy="3122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Source Sans Pro Black" panose="020B0803030403020204" pitchFamily="34" charset="0"/>
                <a:ea typeface="Source Sans Pro Black" panose="020B0803030403020204" pitchFamily="34" charset="0"/>
                <a:cs typeface="Catamaran" pitchFamily="2" charset="0"/>
              </a:rPr>
              <a:t>Courses</a:t>
            </a:r>
          </a:p>
        </p:txBody>
      </p:sp>
      <p:sp>
        <p:nvSpPr>
          <p:cNvPr id="41" name="Rectangle 40">
            <a:extLst>
              <a:ext uri="{FF2B5EF4-FFF2-40B4-BE49-F238E27FC236}">
                <a16:creationId xmlns:a16="http://schemas.microsoft.com/office/drawing/2014/main" id="{1A35B22C-1A3B-214A-C0F2-076D67A7DC64}"/>
              </a:ext>
            </a:extLst>
          </p:cNvPr>
          <p:cNvSpPr/>
          <p:nvPr/>
        </p:nvSpPr>
        <p:spPr>
          <a:xfrm>
            <a:off x="3897349" y="3700058"/>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Source Sans Pro Black" panose="020B0803030403020204" pitchFamily="34" charset="0"/>
                <a:ea typeface="Source Sans Pro Black" panose="020B0803030403020204" pitchFamily="34" charset="0"/>
                <a:cs typeface="Catamaran" pitchFamily="2" charset="0"/>
              </a:rPr>
              <a:t>Student</a:t>
            </a:r>
          </a:p>
        </p:txBody>
      </p:sp>
      <p:cxnSp>
        <p:nvCxnSpPr>
          <p:cNvPr id="43" name="Straight Connector 42">
            <a:extLst>
              <a:ext uri="{FF2B5EF4-FFF2-40B4-BE49-F238E27FC236}">
                <a16:creationId xmlns:a16="http://schemas.microsoft.com/office/drawing/2014/main" id="{340DAFE8-343B-801A-A961-CADBE8178D0F}"/>
              </a:ext>
            </a:extLst>
          </p:cNvPr>
          <p:cNvCxnSpPr>
            <a:stCxn id="37" idx="2"/>
            <a:endCxn id="38" idx="0"/>
          </p:cNvCxnSpPr>
          <p:nvPr/>
        </p:nvCxnSpPr>
        <p:spPr>
          <a:xfrm flipH="1">
            <a:off x="2115012" y="3514437"/>
            <a:ext cx="1" cy="185622"/>
          </a:xfrm>
          <a:prstGeom prst="line">
            <a:avLst/>
          </a:prstGeom>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71BAA785-A722-19B2-C4A5-3B334EFDA418}"/>
              </a:ext>
            </a:extLst>
          </p:cNvPr>
          <p:cNvCxnSpPr>
            <a:stCxn id="39" idx="2"/>
            <a:endCxn id="41" idx="0"/>
          </p:cNvCxnSpPr>
          <p:nvPr/>
        </p:nvCxnSpPr>
        <p:spPr>
          <a:xfrm flipH="1">
            <a:off x="4289502" y="3538746"/>
            <a:ext cx="1" cy="161312"/>
          </a:xfrm>
          <a:prstGeom prst="line">
            <a:avLst/>
          </a:prstGeom>
        </p:spPr>
        <p:style>
          <a:lnRef idx="2">
            <a:schemeClr val="dk1"/>
          </a:lnRef>
          <a:fillRef idx="0">
            <a:schemeClr val="dk1"/>
          </a:fillRef>
          <a:effectRef idx="1">
            <a:schemeClr val="dk1"/>
          </a:effectRef>
          <a:fontRef idx="minor">
            <a:schemeClr val="tx1"/>
          </a:fontRef>
        </p:style>
      </p:cxnSp>
      <p:sp>
        <p:nvSpPr>
          <p:cNvPr id="46" name="Rectangle 45">
            <a:extLst>
              <a:ext uri="{FF2B5EF4-FFF2-40B4-BE49-F238E27FC236}">
                <a16:creationId xmlns:a16="http://schemas.microsoft.com/office/drawing/2014/main" id="{DC77AAF8-360B-F8CA-A504-137269B1C2AF}"/>
              </a:ext>
            </a:extLst>
          </p:cNvPr>
          <p:cNvSpPr/>
          <p:nvPr/>
        </p:nvSpPr>
        <p:spPr>
          <a:xfrm>
            <a:off x="6272562" y="2444675"/>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Source Sans Pro Black" panose="020B0803030403020204" pitchFamily="34" charset="0"/>
                <a:ea typeface="Source Sans Pro Black" panose="020B0803030403020204" pitchFamily="34" charset="0"/>
                <a:cs typeface="Catamaran" pitchFamily="2" charset="0"/>
              </a:rPr>
              <a:t>Student 3</a:t>
            </a:r>
          </a:p>
        </p:txBody>
      </p:sp>
      <p:sp>
        <p:nvSpPr>
          <p:cNvPr id="47" name="Rectangle 46">
            <a:extLst>
              <a:ext uri="{FF2B5EF4-FFF2-40B4-BE49-F238E27FC236}">
                <a16:creationId xmlns:a16="http://schemas.microsoft.com/office/drawing/2014/main" id="{8D467520-6E84-80E0-34EE-5C8FD6315373}"/>
              </a:ext>
            </a:extLst>
          </p:cNvPr>
          <p:cNvSpPr/>
          <p:nvPr/>
        </p:nvSpPr>
        <p:spPr>
          <a:xfrm>
            <a:off x="6272562" y="2105951"/>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Source Sans Pro Black" panose="020B0803030403020204" pitchFamily="34" charset="0"/>
                <a:ea typeface="Source Sans Pro Black" panose="020B0803030403020204" pitchFamily="34" charset="0"/>
                <a:cs typeface="Catamaran" pitchFamily="2" charset="0"/>
              </a:rPr>
              <a:t>Student 2</a:t>
            </a:r>
          </a:p>
        </p:txBody>
      </p:sp>
      <p:sp>
        <p:nvSpPr>
          <p:cNvPr id="48" name="Rectangle 47">
            <a:extLst>
              <a:ext uri="{FF2B5EF4-FFF2-40B4-BE49-F238E27FC236}">
                <a16:creationId xmlns:a16="http://schemas.microsoft.com/office/drawing/2014/main" id="{27D5F4CC-D5CA-35EA-23B6-7B36BA18982B}"/>
              </a:ext>
            </a:extLst>
          </p:cNvPr>
          <p:cNvSpPr/>
          <p:nvPr/>
        </p:nvSpPr>
        <p:spPr>
          <a:xfrm>
            <a:off x="6272563" y="1736291"/>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Source Sans Pro Black" panose="020B0803030403020204" pitchFamily="34" charset="0"/>
                <a:ea typeface="Source Sans Pro Black" panose="020B0803030403020204" pitchFamily="34" charset="0"/>
                <a:cs typeface="Catamaran" pitchFamily="2" charset="0"/>
              </a:rPr>
              <a:t>Student 1</a:t>
            </a:r>
          </a:p>
        </p:txBody>
      </p:sp>
      <p:sp>
        <p:nvSpPr>
          <p:cNvPr id="49" name="Rectangle 48">
            <a:extLst>
              <a:ext uri="{FF2B5EF4-FFF2-40B4-BE49-F238E27FC236}">
                <a16:creationId xmlns:a16="http://schemas.microsoft.com/office/drawing/2014/main" id="{88FDBF1B-8730-4395-CFD9-0BCBBD1314AC}"/>
              </a:ext>
            </a:extLst>
          </p:cNvPr>
          <p:cNvSpPr/>
          <p:nvPr/>
        </p:nvSpPr>
        <p:spPr>
          <a:xfrm>
            <a:off x="6274419" y="2801629"/>
            <a:ext cx="784305" cy="235921"/>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Source Sans Pro Black" panose="020B0803030403020204" pitchFamily="34" charset="0"/>
                <a:ea typeface="Source Sans Pro Black" panose="020B0803030403020204" pitchFamily="34" charset="0"/>
                <a:cs typeface="Catamaran" pitchFamily="2" charset="0"/>
              </a:rPr>
              <a:t>Student 4</a:t>
            </a:r>
          </a:p>
        </p:txBody>
      </p:sp>
      <p:cxnSp>
        <p:nvCxnSpPr>
          <p:cNvPr id="51" name="Straight Connector 50">
            <a:extLst>
              <a:ext uri="{FF2B5EF4-FFF2-40B4-BE49-F238E27FC236}">
                <a16:creationId xmlns:a16="http://schemas.microsoft.com/office/drawing/2014/main" id="{912B3F46-1F0F-C6D3-09A7-498EFE5F0568}"/>
              </a:ext>
            </a:extLst>
          </p:cNvPr>
          <p:cNvCxnSpPr/>
          <p:nvPr/>
        </p:nvCxnSpPr>
        <p:spPr>
          <a:xfrm>
            <a:off x="6006790" y="1602552"/>
            <a:ext cx="0" cy="1317037"/>
          </a:xfrm>
          <a:prstGeom prst="line">
            <a:avLst/>
          </a:prstGeom>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6AF9BF60-B8C2-5703-8136-5A6755B0CDE5}"/>
              </a:ext>
            </a:extLst>
          </p:cNvPr>
          <p:cNvCxnSpPr>
            <a:stCxn id="48" idx="1"/>
          </p:cNvCxnSpPr>
          <p:nvPr/>
        </p:nvCxnSpPr>
        <p:spPr>
          <a:xfrm flipH="1" flipV="1">
            <a:off x="5991922" y="1854251"/>
            <a:ext cx="280641" cy="1"/>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Connector 54">
            <a:extLst>
              <a:ext uri="{FF2B5EF4-FFF2-40B4-BE49-F238E27FC236}">
                <a16:creationId xmlns:a16="http://schemas.microsoft.com/office/drawing/2014/main" id="{827512EF-6366-6B75-A4F4-7042CB7AAE66}"/>
              </a:ext>
            </a:extLst>
          </p:cNvPr>
          <p:cNvCxnSpPr>
            <a:stCxn id="47" idx="1"/>
          </p:cNvCxnSpPr>
          <p:nvPr/>
        </p:nvCxnSpPr>
        <p:spPr>
          <a:xfrm flipH="1" flipV="1">
            <a:off x="6006790" y="2223911"/>
            <a:ext cx="265772" cy="1"/>
          </a:xfrm>
          <a:prstGeom prst="line">
            <a:avLst/>
          </a:prstGeom>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54CFD055-1D1D-C487-D6B0-D6BB04EED4B1}"/>
              </a:ext>
            </a:extLst>
          </p:cNvPr>
          <p:cNvCxnSpPr>
            <a:stCxn id="46" idx="1"/>
          </p:cNvCxnSpPr>
          <p:nvPr/>
        </p:nvCxnSpPr>
        <p:spPr>
          <a:xfrm flipH="1" flipV="1">
            <a:off x="5991922" y="2562635"/>
            <a:ext cx="280640" cy="1"/>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Connector 58">
            <a:extLst>
              <a:ext uri="{FF2B5EF4-FFF2-40B4-BE49-F238E27FC236}">
                <a16:creationId xmlns:a16="http://schemas.microsoft.com/office/drawing/2014/main" id="{CCD86703-83AE-F3C9-9B9B-5729A9A0590E}"/>
              </a:ext>
            </a:extLst>
          </p:cNvPr>
          <p:cNvCxnSpPr>
            <a:stCxn id="49" idx="1"/>
          </p:cNvCxnSpPr>
          <p:nvPr/>
        </p:nvCxnSpPr>
        <p:spPr>
          <a:xfrm flipH="1" flipV="1">
            <a:off x="5991922" y="2919589"/>
            <a:ext cx="282497" cy="1"/>
          </a:xfrm>
          <a:prstGeom prst="line">
            <a:avLst/>
          </a:prstGeom>
        </p:spPr>
        <p:style>
          <a:lnRef idx="2">
            <a:schemeClr val="dk1"/>
          </a:lnRef>
          <a:fillRef idx="0">
            <a:schemeClr val="dk1"/>
          </a:fillRef>
          <a:effectRef idx="1">
            <a:schemeClr val="dk1"/>
          </a:effectRef>
          <a:fontRef idx="minor">
            <a:schemeClr val="tx1"/>
          </a:fontRef>
        </p:style>
      </p:cxnSp>
      <p:sp>
        <p:nvSpPr>
          <p:cNvPr id="60" name="Google Shape;1496;p63">
            <a:extLst>
              <a:ext uri="{FF2B5EF4-FFF2-40B4-BE49-F238E27FC236}">
                <a16:creationId xmlns:a16="http://schemas.microsoft.com/office/drawing/2014/main" id="{47E35DA7-B7B0-3213-70C2-20B522900952}"/>
              </a:ext>
            </a:extLst>
          </p:cNvPr>
          <p:cNvSpPr txBox="1"/>
          <p:nvPr/>
        </p:nvSpPr>
        <p:spPr>
          <a:xfrm>
            <a:off x="-535686" y="4323364"/>
            <a:ext cx="7717500" cy="24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dirty="0">
                <a:solidFill>
                  <a:schemeClr val="dk1"/>
                </a:solidFill>
                <a:latin typeface="Catamaran"/>
                <a:ea typeface="Catamaran"/>
                <a:cs typeface="Catamaran"/>
                <a:sym typeface="Catamaran"/>
              </a:rPr>
              <a:t>This diagram shows the levels of relationships &amp; how the entities are connected each other</a:t>
            </a:r>
            <a:endParaRPr sz="1000" b="1" dirty="0">
              <a:solidFill>
                <a:schemeClr val="dk1"/>
              </a:solidFill>
              <a:latin typeface="Catamaran"/>
              <a:ea typeface="Catamaran"/>
              <a:cs typeface="Catamaran"/>
              <a:sym typeface="Catamaran"/>
            </a:endParaRPr>
          </a:p>
        </p:txBody>
      </p:sp>
      <p:sp>
        <p:nvSpPr>
          <p:cNvPr id="64" name="Google Shape;1500;p63">
            <a:extLst>
              <a:ext uri="{FF2B5EF4-FFF2-40B4-BE49-F238E27FC236}">
                <a16:creationId xmlns:a16="http://schemas.microsoft.com/office/drawing/2014/main" id="{CCD8A4DB-4EF7-D5CD-49DD-DC950E17DEFE}"/>
              </a:ext>
            </a:extLst>
          </p:cNvPr>
          <p:cNvSpPr txBox="1"/>
          <p:nvPr/>
        </p:nvSpPr>
        <p:spPr>
          <a:xfrm flipH="1">
            <a:off x="6399870" y="3019997"/>
            <a:ext cx="2143200" cy="423798"/>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dirty="0">
                <a:solidFill>
                  <a:schemeClr val="dk1"/>
                </a:solidFill>
                <a:latin typeface="Catamaran"/>
                <a:ea typeface="Catamaran"/>
                <a:cs typeface="Catamaran"/>
                <a:sym typeface="Catamaran"/>
              </a:rPr>
              <a:t>Basic Entities</a:t>
            </a:r>
            <a:endParaRPr dirty="0">
              <a:solidFill>
                <a:schemeClr val="dk1"/>
              </a:solidFill>
              <a:latin typeface="Catamaran"/>
              <a:ea typeface="Catamaran"/>
              <a:cs typeface="Catamaran"/>
              <a:sym typeface="Catamaran"/>
            </a:endParaRPr>
          </a:p>
        </p:txBody>
      </p:sp>
      <p:sp>
        <p:nvSpPr>
          <p:cNvPr id="65" name="Google Shape;1501;p63">
            <a:extLst>
              <a:ext uri="{FF2B5EF4-FFF2-40B4-BE49-F238E27FC236}">
                <a16:creationId xmlns:a16="http://schemas.microsoft.com/office/drawing/2014/main" id="{CB3F7823-AB10-147E-3A4A-BE621D7C737A}"/>
              </a:ext>
            </a:extLst>
          </p:cNvPr>
          <p:cNvSpPr txBox="1"/>
          <p:nvPr/>
        </p:nvSpPr>
        <p:spPr>
          <a:xfrm flipH="1">
            <a:off x="6399870" y="3972764"/>
            <a:ext cx="2143200" cy="373559"/>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dirty="0">
                <a:solidFill>
                  <a:schemeClr val="dk1"/>
                </a:solidFill>
                <a:latin typeface="Catamaran"/>
                <a:ea typeface="Catamaran"/>
                <a:cs typeface="Catamaran"/>
                <a:sym typeface="Catamaran"/>
              </a:rPr>
              <a:t>Association</a:t>
            </a:r>
            <a:endParaRPr dirty="0">
              <a:solidFill>
                <a:schemeClr val="dk1"/>
              </a:solidFill>
              <a:latin typeface="Catamaran"/>
              <a:ea typeface="Catamaran"/>
              <a:cs typeface="Catamaran"/>
              <a:sym typeface="Catamaran"/>
            </a:endParaRPr>
          </a:p>
        </p:txBody>
      </p:sp>
      <p:sp>
        <p:nvSpPr>
          <p:cNvPr id="66" name="Google Shape;1502;p63">
            <a:extLst>
              <a:ext uri="{FF2B5EF4-FFF2-40B4-BE49-F238E27FC236}">
                <a16:creationId xmlns:a16="http://schemas.microsoft.com/office/drawing/2014/main" id="{3445A20D-F7B6-4631-BF61-2FD8F13AEAB4}"/>
              </a:ext>
            </a:extLst>
          </p:cNvPr>
          <p:cNvSpPr txBox="1"/>
          <p:nvPr/>
        </p:nvSpPr>
        <p:spPr>
          <a:xfrm flipH="1">
            <a:off x="6997978" y="3387100"/>
            <a:ext cx="1592483"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dirty="0">
                <a:solidFill>
                  <a:schemeClr val="dk1"/>
                </a:solidFill>
                <a:latin typeface="Catamaran"/>
                <a:ea typeface="Catamaran"/>
                <a:cs typeface="Catamaran"/>
                <a:sym typeface="Catamaran"/>
              </a:rPr>
              <a:t>Derived Entities</a:t>
            </a:r>
          </a:p>
          <a:p>
            <a:pPr marL="0" lvl="0" indent="0" algn="r" rtl="0">
              <a:lnSpc>
                <a:spcPct val="115000"/>
              </a:lnSpc>
              <a:spcBef>
                <a:spcPts val="0"/>
              </a:spcBef>
              <a:spcAft>
                <a:spcPts val="0"/>
              </a:spcAft>
              <a:buNone/>
            </a:pPr>
            <a:r>
              <a:rPr lang="en" dirty="0">
                <a:solidFill>
                  <a:schemeClr val="dk1"/>
                </a:solidFill>
                <a:latin typeface="Catamaran"/>
                <a:ea typeface="Catamaran"/>
                <a:cs typeface="Catamaran"/>
                <a:sym typeface="Catamaran"/>
              </a:rPr>
              <a:t>(Inheritance)</a:t>
            </a:r>
            <a:endParaRPr dirty="0">
              <a:solidFill>
                <a:schemeClr val="dk1"/>
              </a:solidFill>
              <a:latin typeface="Catamaran"/>
              <a:ea typeface="Catamaran"/>
              <a:cs typeface="Catamaran"/>
              <a:sym typeface="Catamaran"/>
            </a:endParaRPr>
          </a:p>
        </p:txBody>
      </p:sp>
      <p:sp>
        <p:nvSpPr>
          <p:cNvPr id="67" name="Google Shape;1503;p63">
            <a:extLst>
              <a:ext uri="{FF2B5EF4-FFF2-40B4-BE49-F238E27FC236}">
                <a16:creationId xmlns:a16="http://schemas.microsoft.com/office/drawing/2014/main" id="{590518AD-C4F0-28F2-5044-D3766D468FF8}"/>
              </a:ext>
            </a:extLst>
          </p:cNvPr>
          <p:cNvSpPr/>
          <p:nvPr/>
        </p:nvSpPr>
        <p:spPr>
          <a:xfrm>
            <a:off x="8637852" y="3108303"/>
            <a:ext cx="187800" cy="18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04;p63">
            <a:extLst>
              <a:ext uri="{FF2B5EF4-FFF2-40B4-BE49-F238E27FC236}">
                <a16:creationId xmlns:a16="http://schemas.microsoft.com/office/drawing/2014/main" id="{471021F2-D619-AE66-5CA6-D6BB09E1584A}"/>
              </a:ext>
            </a:extLst>
          </p:cNvPr>
          <p:cNvSpPr/>
          <p:nvPr/>
        </p:nvSpPr>
        <p:spPr>
          <a:xfrm>
            <a:off x="8649350" y="4095487"/>
            <a:ext cx="187800" cy="187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05;p63">
            <a:extLst>
              <a:ext uri="{FF2B5EF4-FFF2-40B4-BE49-F238E27FC236}">
                <a16:creationId xmlns:a16="http://schemas.microsoft.com/office/drawing/2014/main" id="{132D503B-4889-A0E0-1176-94DAD51E69C1}"/>
              </a:ext>
            </a:extLst>
          </p:cNvPr>
          <p:cNvSpPr/>
          <p:nvPr/>
        </p:nvSpPr>
        <p:spPr>
          <a:xfrm>
            <a:off x="8649350" y="3542178"/>
            <a:ext cx="187800" cy="187800"/>
          </a:xfrm>
          <a:prstGeom prst="ellipse">
            <a:avLst/>
          </a:pr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0265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42"/>
          <p:cNvSpPr txBox="1">
            <a:spLocks noGrp="1"/>
          </p:cNvSpPr>
          <p:nvPr>
            <p:ph type="title"/>
          </p:nvPr>
        </p:nvSpPr>
        <p:spPr>
          <a:xfrm>
            <a:off x="1063113" y="3343800"/>
            <a:ext cx="48315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—Albert Schweitzer</a:t>
            </a:r>
            <a:endParaRPr dirty="0"/>
          </a:p>
        </p:txBody>
      </p:sp>
      <p:sp>
        <p:nvSpPr>
          <p:cNvPr id="884" name="Google Shape;884;p42"/>
          <p:cNvSpPr txBox="1">
            <a:spLocks noGrp="1"/>
          </p:cNvSpPr>
          <p:nvPr>
            <p:ph type="subTitle" idx="1"/>
          </p:nvPr>
        </p:nvSpPr>
        <p:spPr>
          <a:xfrm>
            <a:off x="1063125" y="1342850"/>
            <a:ext cx="5474100" cy="181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“Success is not the key to happiness.Happiness is the key to success.If you love what you are doing,you will be successful.”</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39"/>
          <p:cNvSpPr txBox="1">
            <a:spLocks noGrp="1"/>
          </p:cNvSpPr>
          <p:nvPr>
            <p:ph type="title"/>
          </p:nvPr>
        </p:nvSpPr>
        <p:spPr>
          <a:xfrm>
            <a:off x="713224" y="2109175"/>
            <a:ext cx="6081586"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500" dirty="0">
                <a:latin typeface="Source Sans Pro SemiBold" panose="020B0603030403020204" pitchFamily="34" charset="0"/>
                <a:ea typeface="Source Sans Pro SemiBold" panose="020B0603030403020204" pitchFamily="34" charset="0"/>
              </a:rPr>
              <a:t>Applying OOP Concepts</a:t>
            </a:r>
            <a:endParaRPr sz="4500" dirty="0">
              <a:latin typeface="Source Sans Pro SemiBold" panose="020B0603030403020204" pitchFamily="34" charset="0"/>
              <a:ea typeface="Source Sans Pro SemiBold" panose="020B0603030403020204" pitchFamily="34" charset="0"/>
            </a:endParaRPr>
          </a:p>
        </p:txBody>
      </p:sp>
      <p:sp>
        <p:nvSpPr>
          <p:cNvPr id="864" name="Google Shape;864;p39"/>
          <p:cNvSpPr txBox="1">
            <a:spLocks noGrp="1"/>
          </p:cNvSpPr>
          <p:nvPr>
            <p:ph type="subTitle" idx="1"/>
          </p:nvPr>
        </p:nvSpPr>
        <p:spPr>
          <a:xfrm>
            <a:off x="713225" y="2966593"/>
            <a:ext cx="4121700" cy="36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Dispersing concepts through the relationships</a:t>
            </a:r>
            <a:endParaRPr dirty="0"/>
          </a:p>
        </p:txBody>
      </p:sp>
      <p:sp>
        <p:nvSpPr>
          <p:cNvPr id="865" name="Google Shape;865;p39"/>
          <p:cNvSpPr txBox="1">
            <a:spLocks noGrp="1"/>
          </p:cNvSpPr>
          <p:nvPr>
            <p:ph type="title" idx="2"/>
          </p:nvPr>
        </p:nvSpPr>
        <p:spPr>
          <a:xfrm>
            <a:off x="713225" y="1155439"/>
            <a:ext cx="1135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1627394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p47"/>
          <p:cNvSpPr txBox="1">
            <a:spLocks noGrp="1"/>
          </p:cNvSpPr>
          <p:nvPr>
            <p:ph type="subTitle" idx="2"/>
          </p:nvPr>
        </p:nvSpPr>
        <p:spPr>
          <a:xfrm>
            <a:off x="3578947" y="1946457"/>
            <a:ext cx="1986000" cy="64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Internal implementations are collapsed</a:t>
            </a:r>
            <a:endParaRPr dirty="0"/>
          </a:p>
        </p:txBody>
      </p:sp>
      <p:sp>
        <p:nvSpPr>
          <p:cNvPr id="962" name="Google Shape;962;p47"/>
          <p:cNvSpPr txBox="1">
            <a:spLocks noGrp="1"/>
          </p:cNvSpPr>
          <p:nvPr>
            <p:ph type="subTitle" idx="5"/>
          </p:nvPr>
        </p:nvSpPr>
        <p:spPr>
          <a:xfrm>
            <a:off x="6056725" y="1946457"/>
            <a:ext cx="1986000" cy="64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Deriving sub classes from super classes.Attributes inherits</a:t>
            </a:r>
            <a:endParaRPr dirty="0"/>
          </a:p>
        </p:txBody>
      </p:sp>
      <p:sp>
        <p:nvSpPr>
          <p:cNvPr id="963" name="Google Shape;963;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Bebas Neue" panose="020B0606020202050201" pitchFamily="34" charset="0"/>
              </a:rPr>
              <a:t>Applied Concepts</a:t>
            </a:r>
            <a:endParaRPr dirty="0">
              <a:latin typeface="Bebas Neue" panose="020B0606020202050201" pitchFamily="34" charset="0"/>
            </a:endParaRPr>
          </a:p>
        </p:txBody>
      </p:sp>
      <p:sp>
        <p:nvSpPr>
          <p:cNvPr id="964" name="Google Shape;964;p47"/>
          <p:cNvSpPr txBox="1">
            <a:spLocks noGrp="1"/>
          </p:cNvSpPr>
          <p:nvPr>
            <p:ph type="subTitle" idx="1"/>
          </p:nvPr>
        </p:nvSpPr>
        <p:spPr>
          <a:xfrm>
            <a:off x="1101175" y="1946457"/>
            <a:ext cx="1986000" cy="64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Everything inside the classes.System compressed</a:t>
            </a:r>
            <a:endParaRPr dirty="0"/>
          </a:p>
        </p:txBody>
      </p:sp>
      <p:sp>
        <p:nvSpPr>
          <p:cNvPr id="965" name="Google Shape;965;p47"/>
          <p:cNvSpPr txBox="1">
            <a:spLocks noGrp="1"/>
          </p:cNvSpPr>
          <p:nvPr>
            <p:ph type="subTitle" idx="3"/>
          </p:nvPr>
        </p:nvSpPr>
        <p:spPr>
          <a:xfrm>
            <a:off x="1101175" y="3483332"/>
            <a:ext cx="1986000" cy="64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One class can have another class as attribute</a:t>
            </a:r>
            <a:endParaRPr dirty="0"/>
          </a:p>
        </p:txBody>
      </p:sp>
      <p:sp>
        <p:nvSpPr>
          <p:cNvPr id="966" name="Google Shape;966;p47"/>
          <p:cNvSpPr txBox="1">
            <a:spLocks noGrp="1"/>
          </p:cNvSpPr>
          <p:nvPr>
            <p:ph type="subTitle" idx="4"/>
          </p:nvPr>
        </p:nvSpPr>
        <p:spPr>
          <a:xfrm>
            <a:off x="3578947" y="3483332"/>
            <a:ext cx="1986000" cy="64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One class can implement another class object</a:t>
            </a:r>
            <a:endParaRPr dirty="0"/>
          </a:p>
        </p:txBody>
      </p:sp>
      <p:sp>
        <p:nvSpPr>
          <p:cNvPr id="967" name="Google Shape;967;p47"/>
          <p:cNvSpPr txBox="1">
            <a:spLocks noGrp="1"/>
          </p:cNvSpPr>
          <p:nvPr>
            <p:ph type="subTitle" idx="6"/>
          </p:nvPr>
        </p:nvSpPr>
        <p:spPr>
          <a:xfrm>
            <a:off x="6056725" y="3483332"/>
            <a:ext cx="1986000" cy="64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Variant use in functions.Behave by following object</a:t>
            </a:r>
            <a:endParaRPr dirty="0"/>
          </a:p>
        </p:txBody>
      </p:sp>
      <p:sp>
        <p:nvSpPr>
          <p:cNvPr id="968" name="Google Shape;968;p47"/>
          <p:cNvSpPr txBox="1">
            <a:spLocks noGrp="1"/>
          </p:cNvSpPr>
          <p:nvPr>
            <p:ph type="subTitle" idx="7"/>
          </p:nvPr>
        </p:nvSpPr>
        <p:spPr>
          <a:xfrm>
            <a:off x="1101175" y="1536976"/>
            <a:ext cx="1986000" cy="50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Abstraction</a:t>
            </a:r>
            <a:endParaRPr dirty="0"/>
          </a:p>
        </p:txBody>
      </p:sp>
      <p:sp>
        <p:nvSpPr>
          <p:cNvPr id="969" name="Google Shape;969;p47"/>
          <p:cNvSpPr txBox="1">
            <a:spLocks noGrp="1"/>
          </p:cNvSpPr>
          <p:nvPr>
            <p:ph type="subTitle" idx="8"/>
          </p:nvPr>
        </p:nvSpPr>
        <p:spPr>
          <a:xfrm>
            <a:off x="3578947" y="1536976"/>
            <a:ext cx="1986000" cy="50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Encapsulation</a:t>
            </a:r>
            <a:endParaRPr dirty="0"/>
          </a:p>
        </p:txBody>
      </p:sp>
      <p:sp>
        <p:nvSpPr>
          <p:cNvPr id="970" name="Google Shape;970;p47"/>
          <p:cNvSpPr txBox="1">
            <a:spLocks noGrp="1"/>
          </p:cNvSpPr>
          <p:nvPr>
            <p:ph type="subTitle" idx="9"/>
          </p:nvPr>
        </p:nvSpPr>
        <p:spPr>
          <a:xfrm>
            <a:off x="1101175" y="3073851"/>
            <a:ext cx="1986000" cy="50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Aggregation</a:t>
            </a:r>
            <a:endParaRPr dirty="0"/>
          </a:p>
        </p:txBody>
      </p:sp>
      <p:sp>
        <p:nvSpPr>
          <p:cNvPr id="971" name="Google Shape;971;p47"/>
          <p:cNvSpPr txBox="1">
            <a:spLocks noGrp="1"/>
          </p:cNvSpPr>
          <p:nvPr>
            <p:ph type="subTitle" idx="13"/>
          </p:nvPr>
        </p:nvSpPr>
        <p:spPr>
          <a:xfrm>
            <a:off x="3578947" y="3073851"/>
            <a:ext cx="1986000" cy="50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Composition</a:t>
            </a:r>
            <a:endParaRPr dirty="0"/>
          </a:p>
        </p:txBody>
      </p:sp>
      <p:sp>
        <p:nvSpPr>
          <p:cNvPr id="972" name="Google Shape;972;p47"/>
          <p:cNvSpPr txBox="1">
            <a:spLocks noGrp="1"/>
          </p:cNvSpPr>
          <p:nvPr>
            <p:ph type="subTitle" idx="14"/>
          </p:nvPr>
        </p:nvSpPr>
        <p:spPr>
          <a:xfrm>
            <a:off x="6056725" y="1536976"/>
            <a:ext cx="1986000" cy="50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Inheritance</a:t>
            </a:r>
            <a:endParaRPr dirty="0"/>
          </a:p>
        </p:txBody>
      </p:sp>
      <p:sp>
        <p:nvSpPr>
          <p:cNvPr id="973" name="Google Shape;973;p47"/>
          <p:cNvSpPr txBox="1">
            <a:spLocks noGrp="1"/>
          </p:cNvSpPr>
          <p:nvPr>
            <p:ph type="subTitle" idx="15"/>
          </p:nvPr>
        </p:nvSpPr>
        <p:spPr>
          <a:xfrm>
            <a:off x="6056725" y="3073851"/>
            <a:ext cx="1986000" cy="50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Polymorphism</a:t>
            </a:r>
            <a:endParaRPr dirty="0"/>
          </a:p>
        </p:txBody>
      </p:sp>
      <p:grpSp>
        <p:nvGrpSpPr>
          <p:cNvPr id="974" name="Google Shape;974;p47"/>
          <p:cNvGrpSpPr/>
          <p:nvPr/>
        </p:nvGrpSpPr>
        <p:grpSpPr>
          <a:xfrm rot="-5400000" flipH="1">
            <a:off x="8572622" y="222590"/>
            <a:ext cx="252845" cy="1843132"/>
            <a:chOff x="8755272" y="1650740"/>
            <a:chExt cx="252845" cy="1843132"/>
          </a:xfrm>
        </p:grpSpPr>
        <p:sp>
          <p:nvSpPr>
            <p:cNvPr id="975" name="Google Shape;975;p47"/>
            <p:cNvSpPr/>
            <p:nvPr/>
          </p:nvSpPr>
          <p:spPr>
            <a:xfrm rot="-5400000">
              <a:off x="8119314" y="2430964"/>
              <a:ext cx="1669025" cy="108577"/>
            </a:xfrm>
            <a:custGeom>
              <a:avLst/>
              <a:gdLst/>
              <a:ahLst/>
              <a:cxnLst/>
              <a:rect l="l" t="t" r="r" b="b"/>
              <a:pathLst>
                <a:path w="19968" h="1299" extrusionOk="0">
                  <a:moveTo>
                    <a:pt x="19554" y="0"/>
                  </a:moveTo>
                  <a:cubicBezTo>
                    <a:pt x="19426" y="0"/>
                    <a:pt x="19255" y="114"/>
                    <a:pt x="19198" y="229"/>
                  </a:cubicBezTo>
                  <a:lnTo>
                    <a:pt x="0" y="229"/>
                  </a:lnTo>
                  <a:lnTo>
                    <a:pt x="0" y="1298"/>
                  </a:lnTo>
                  <a:lnTo>
                    <a:pt x="228" y="1298"/>
                  </a:lnTo>
                  <a:lnTo>
                    <a:pt x="228" y="471"/>
                  </a:lnTo>
                  <a:lnTo>
                    <a:pt x="19198" y="471"/>
                  </a:lnTo>
                  <a:cubicBezTo>
                    <a:pt x="19255" y="642"/>
                    <a:pt x="19426" y="770"/>
                    <a:pt x="19554" y="770"/>
                  </a:cubicBezTo>
                  <a:cubicBezTo>
                    <a:pt x="19783" y="770"/>
                    <a:pt x="19968" y="585"/>
                    <a:pt x="19968" y="357"/>
                  </a:cubicBezTo>
                  <a:cubicBezTo>
                    <a:pt x="19968" y="171"/>
                    <a:pt x="19783" y="0"/>
                    <a:pt x="1955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7"/>
            <p:cNvSpPr/>
            <p:nvPr/>
          </p:nvSpPr>
          <p:spPr>
            <a:xfrm rot="-5400000">
              <a:off x="8168713" y="2555505"/>
              <a:ext cx="1495085" cy="183720"/>
            </a:xfrm>
            <a:custGeom>
              <a:avLst/>
              <a:gdLst/>
              <a:ahLst/>
              <a:cxnLst/>
              <a:rect l="l" t="t" r="r" b="b"/>
              <a:pathLst>
                <a:path w="17887" h="2198" extrusionOk="0">
                  <a:moveTo>
                    <a:pt x="17472" y="1"/>
                  </a:moveTo>
                  <a:cubicBezTo>
                    <a:pt x="17358" y="1"/>
                    <a:pt x="17173" y="115"/>
                    <a:pt x="17116" y="243"/>
                  </a:cubicBezTo>
                  <a:lnTo>
                    <a:pt x="0" y="243"/>
                  </a:lnTo>
                  <a:lnTo>
                    <a:pt x="0" y="2197"/>
                  </a:lnTo>
                  <a:lnTo>
                    <a:pt x="243" y="2197"/>
                  </a:lnTo>
                  <a:lnTo>
                    <a:pt x="243" y="471"/>
                  </a:lnTo>
                  <a:lnTo>
                    <a:pt x="17116" y="471"/>
                  </a:lnTo>
                  <a:cubicBezTo>
                    <a:pt x="17173" y="657"/>
                    <a:pt x="17358" y="714"/>
                    <a:pt x="17472" y="714"/>
                  </a:cubicBezTo>
                  <a:cubicBezTo>
                    <a:pt x="17715" y="714"/>
                    <a:pt x="17886" y="600"/>
                    <a:pt x="17886" y="357"/>
                  </a:cubicBezTo>
                  <a:cubicBezTo>
                    <a:pt x="17886" y="186"/>
                    <a:pt x="17715" y="1"/>
                    <a:pt x="1747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7"/>
            <p:cNvSpPr/>
            <p:nvPr/>
          </p:nvSpPr>
          <p:spPr>
            <a:xfrm rot="-5400000">
              <a:off x="8151454" y="2637209"/>
              <a:ext cx="1460481" cy="252845"/>
            </a:xfrm>
            <a:custGeom>
              <a:avLst/>
              <a:gdLst/>
              <a:ahLst/>
              <a:cxnLst/>
              <a:rect l="l" t="t" r="r" b="b"/>
              <a:pathLst>
                <a:path w="17473" h="3025" extrusionOk="0">
                  <a:moveTo>
                    <a:pt x="17116" y="0"/>
                  </a:moveTo>
                  <a:cubicBezTo>
                    <a:pt x="16931" y="0"/>
                    <a:pt x="16817" y="58"/>
                    <a:pt x="16759" y="229"/>
                  </a:cubicBezTo>
                  <a:lnTo>
                    <a:pt x="1" y="229"/>
                  </a:lnTo>
                  <a:lnTo>
                    <a:pt x="1" y="3024"/>
                  </a:lnTo>
                  <a:lnTo>
                    <a:pt x="243" y="3024"/>
                  </a:lnTo>
                  <a:lnTo>
                    <a:pt x="243" y="471"/>
                  </a:lnTo>
                  <a:lnTo>
                    <a:pt x="16759" y="471"/>
                  </a:lnTo>
                  <a:cubicBezTo>
                    <a:pt x="16817" y="585"/>
                    <a:pt x="16931" y="714"/>
                    <a:pt x="17116" y="714"/>
                  </a:cubicBezTo>
                  <a:cubicBezTo>
                    <a:pt x="17287" y="714"/>
                    <a:pt x="17473" y="528"/>
                    <a:pt x="17473" y="357"/>
                  </a:cubicBezTo>
                  <a:cubicBezTo>
                    <a:pt x="17473" y="115"/>
                    <a:pt x="17287" y="0"/>
                    <a:pt x="171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8" name="Google Shape;978;p47"/>
          <p:cNvGrpSpPr/>
          <p:nvPr/>
        </p:nvGrpSpPr>
        <p:grpSpPr>
          <a:xfrm rot="5400000">
            <a:off x="701913" y="3264951"/>
            <a:ext cx="531765" cy="2687258"/>
            <a:chOff x="7448688" y="2466101"/>
            <a:chExt cx="531765" cy="2687258"/>
          </a:xfrm>
        </p:grpSpPr>
        <p:sp>
          <p:nvSpPr>
            <p:cNvPr id="979" name="Google Shape;979;p47"/>
            <p:cNvSpPr/>
            <p:nvPr/>
          </p:nvSpPr>
          <p:spPr>
            <a:xfrm rot="-5400000">
              <a:off x="7411113" y="4584020"/>
              <a:ext cx="875135" cy="263544"/>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7"/>
            <p:cNvSpPr/>
            <p:nvPr/>
          </p:nvSpPr>
          <p:spPr>
            <a:xfrm rot="-5400000">
              <a:off x="7344372" y="4517277"/>
              <a:ext cx="944260" cy="327904"/>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7"/>
            <p:cNvSpPr/>
            <p:nvPr/>
          </p:nvSpPr>
          <p:spPr>
            <a:xfrm rot="-5400000">
              <a:off x="6527164" y="3943215"/>
              <a:ext cx="2131668" cy="288619"/>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7"/>
            <p:cNvSpPr/>
            <p:nvPr/>
          </p:nvSpPr>
          <p:spPr>
            <a:xfrm rot="-5400000">
              <a:off x="6432961" y="3630858"/>
              <a:ext cx="2687258" cy="357744"/>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7"/>
            <p:cNvSpPr/>
            <p:nvPr/>
          </p:nvSpPr>
          <p:spPr>
            <a:xfrm rot="-5400000">
              <a:off x="6445500" y="3732832"/>
              <a:ext cx="2503622" cy="337433"/>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84;p60">
            <a:extLst>
              <a:ext uri="{FF2B5EF4-FFF2-40B4-BE49-F238E27FC236}">
                <a16:creationId xmlns:a16="http://schemas.microsoft.com/office/drawing/2014/main" id="{2C048552-D1BA-C49F-7C7A-B1DE6417CD0A}"/>
              </a:ext>
            </a:extLst>
          </p:cNvPr>
          <p:cNvSpPr txBox="1">
            <a:spLocks noGrp="1"/>
          </p:cNvSpPr>
          <p:nvPr>
            <p:ph type="subTitle" idx="1"/>
          </p:nvPr>
        </p:nvSpPr>
        <p:spPr>
          <a:xfrm>
            <a:off x="634880" y="1251831"/>
            <a:ext cx="7914388"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Abstraction concept allows you to model real-world entities &amp; their characteristics in a simplified way. User can create classes to represent objects where everything is written. Its easy to find errors &amp; make changes in a particular part or object. So the abstraction hide the complexity of attributes and properties that are relevant to an object. Creating a blueprint for objects plays a part of code reusability. </a:t>
            </a:r>
            <a:endParaRPr dirty="0"/>
          </a:p>
        </p:txBody>
      </p:sp>
      <p:sp>
        <p:nvSpPr>
          <p:cNvPr id="16" name="Google Shape;1146;p53">
            <a:extLst>
              <a:ext uri="{FF2B5EF4-FFF2-40B4-BE49-F238E27FC236}">
                <a16:creationId xmlns:a16="http://schemas.microsoft.com/office/drawing/2014/main" id="{2EE7CAED-2DC5-919F-0EA6-01580B38DFE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omic Sans MS" panose="030F0702030302020204" pitchFamily="66" charset="0"/>
              </a:rPr>
              <a:t>Abstraction</a:t>
            </a:r>
            <a:endParaRPr dirty="0">
              <a:latin typeface="Comic Sans MS" panose="030F0702030302020204" pitchFamily="66" charset="0"/>
            </a:endParaRPr>
          </a:p>
        </p:txBody>
      </p:sp>
      <p:pic>
        <p:nvPicPr>
          <p:cNvPr id="3" name="Picture 2">
            <a:extLst>
              <a:ext uri="{FF2B5EF4-FFF2-40B4-BE49-F238E27FC236}">
                <a16:creationId xmlns:a16="http://schemas.microsoft.com/office/drawing/2014/main" id="{EE3E7899-E0EB-ADCA-709F-F18DDE924A6B}"/>
              </a:ext>
            </a:extLst>
          </p:cNvPr>
          <p:cNvPicPr>
            <a:picLocks noChangeAspect="1"/>
          </p:cNvPicPr>
          <p:nvPr/>
        </p:nvPicPr>
        <p:blipFill>
          <a:blip r:embed="rId2"/>
          <a:stretch>
            <a:fillRect/>
          </a:stretch>
        </p:blipFill>
        <p:spPr>
          <a:xfrm>
            <a:off x="634880" y="2571750"/>
            <a:ext cx="2680749" cy="2289666"/>
          </a:xfrm>
          <a:prstGeom prst="rect">
            <a:avLst/>
          </a:prstGeom>
        </p:spPr>
      </p:pic>
      <p:sp>
        <p:nvSpPr>
          <p:cNvPr id="6" name="TextBox 5">
            <a:extLst>
              <a:ext uri="{FF2B5EF4-FFF2-40B4-BE49-F238E27FC236}">
                <a16:creationId xmlns:a16="http://schemas.microsoft.com/office/drawing/2014/main" id="{C3237D07-029F-65FB-E368-0D4B02A0CD60}"/>
              </a:ext>
            </a:extLst>
          </p:cNvPr>
          <p:cNvSpPr txBox="1"/>
          <p:nvPr/>
        </p:nvSpPr>
        <p:spPr>
          <a:xfrm>
            <a:off x="3668753" y="2882138"/>
            <a:ext cx="4319239" cy="1384995"/>
          </a:xfrm>
          <a:prstGeom prst="rect">
            <a:avLst/>
          </a:prstGeom>
          <a:noFill/>
        </p:spPr>
        <p:txBody>
          <a:bodyPr wrap="square" rtlCol="0">
            <a:spAutoFit/>
          </a:bodyPr>
          <a:lstStyle/>
          <a:p>
            <a:r>
              <a:rPr kumimoji="0" lang="en-US" sz="1400" b="0" i="0" u="none" strike="noStrike" kern="0" cap="none" spc="0" normalizeH="0" baseline="0" noProof="0" dirty="0">
                <a:ln>
                  <a:noFill/>
                </a:ln>
                <a:solidFill>
                  <a:srgbClr val="FAFAFA"/>
                </a:solidFill>
                <a:effectLst/>
                <a:uLnTx/>
                <a:uFillTx/>
                <a:latin typeface="Catamaran"/>
                <a:cs typeface="Catamaran"/>
                <a:sym typeface="Catamaran"/>
              </a:rPr>
              <a:t>Each class has specified variables &amp; </a:t>
            </a:r>
            <a:r>
              <a:rPr lang="en-US" dirty="0">
                <a:solidFill>
                  <a:srgbClr val="FAFAFA"/>
                </a:solidFill>
                <a:latin typeface="Catamaran"/>
                <a:cs typeface="Catamaran"/>
                <a:sym typeface="Catamaran"/>
              </a:rPr>
              <a:t>methods. Nothing outside the classes. This helps in designing the system more manageable, maintainable and extensible.</a:t>
            </a:r>
          </a:p>
          <a:p>
            <a:endParaRPr kumimoji="0" lang="en-US" sz="1400" b="0" i="0" u="none" strike="noStrike" kern="0" cap="none" spc="0" normalizeH="0" baseline="0" noProof="0" dirty="0">
              <a:ln>
                <a:noFill/>
              </a:ln>
              <a:solidFill>
                <a:srgbClr val="FAFAFA"/>
              </a:solidFill>
              <a:effectLst/>
              <a:uLnTx/>
              <a:uFillTx/>
              <a:latin typeface="Catamaran"/>
              <a:cs typeface="Catamaran"/>
              <a:sym typeface="Catamaran"/>
            </a:endParaRPr>
          </a:p>
          <a:p>
            <a:r>
              <a:rPr kumimoji="0" lang="en-US" sz="1400" b="0" i="0" u="none" strike="noStrike" kern="0" cap="none" spc="0" normalizeH="0" baseline="0" noProof="0" dirty="0">
                <a:ln>
                  <a:noFill/>
                </a:ln>
                <a:solidFill>
                  <a:srgbClr val="FAFAFA"/>
                </a:solidFill>
                <a:effectLst/>
                <a:uLnTx/>
                <a:uFillTx/>
                <a:latin typeface="Catamaran"/>
                <a:cs typeface="Catamaran"/>
                <a:sym typeface="Catamaran"/>
              </a:rPr>
              <a:t>Hiding the complex internal implementation about how an object works is the major task of abstraction.</a:t>
            </a:r>
            <a:endParaRPr lang="en-US" dirty="0"/>
          </a:p>
        </p:txBody>
      </p:sp>
    </p:spTree>
    <p:extLst>
      <p:ext uri="{BB962C8B-B14F-4D97-AF65-F5344CB8AC3E}">
        <p14:creationId xmlns:p14="http://schemas.microsoft.com/office/powerpoint/2010/main" val="2989408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84;p60">
            <a:extLst>
              <a:ext uri="{FF2B5EF4-FFF2-40B4-BE49-F238E27FC236}">
                <a16:creationId xmlns:a16="http://schemas.microsoft.com/office/drawing/2014/main" id="{2C048552-D1BA-C49F-7C7A-B1DE6417CD0A}"/>
              </a:ext>
            </a:extLst>
          </p:cNvPr>
          <p:cNvSpPr txBox="1">
            <a:spLocks noGrp="1"/>
          </p:cNvSpPr>
          <p:nvPr>
            <p:ph type="subTitle" idx="1"/>
          </p:nvPr>
        </p:nvSpPr>
        <p:spPr>
          <a:xfrm>
            <a:off x="634880" y="1251830"/>
            <a:ext cx="7914388" cy="13199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encapsulation refers to the concept of building data and the methods into a single unit. The key aspect of encapsulation is to hide the internal implementation of an object from outside. It expose only necessary interfaces what interacting with it. Encapsulation provides controlled access to the internal state of an object.</a:t>
            </a:r>
            <a:endParaRPr dirty="0"/>
          </a:p>
        </p:txBody>
      </p:sp>
      <p:sp>
        <p:nvSpPr>
          <p:cNvPr id="16" name="Google Shape;1146;p53">
            <a:extLst>
              <a:ext uri="{FF2B5EF4-FFF2-40B4-BE49-F238E27FC236}">
                <a16:creationId xmlns:a16="http://schemas.microsoft.com/office/drawing/2014/main" id="{2EE7CAED-2DC5-919F-0EA6-01580B38DFE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omic Sans MS" panose="030F0702030302020204" pitchFamily="66" charset="0"/>
              </a:rPr>
              <a:t>Encapsulation</a:t>
            </a:r>
            <a:endParaRPr dirty="0">
              <a:latin typeface="Comic Sans MS" panose="030F0702030302020204" pitchFamily="66" charset="0"/>
            </a:endParaRPr>
          </a:p>
        </p:txBody>
      </p:sp>
      <p:pic>
        <p:nvPicPr>
          <p:cNvPr id="3" name="Picture 2">
            <a:extLst>
              <a:ext uri="{FF2B5EF4-FFF2-40B4-BE49-F238E27FC236}">
                <a16:creationId xmlns:a16="http://schemas.microsoft.com/office/drawing/2014/main" id="{DB719D2F-93B8-30D8-2423-79416F7DC041}"/>
              </a:ext>
            </a:extLst>
          </p:cNvPr>
          <p:cNvPicPr>
            <a:picLocks noChangeAspect="1"/>
          </p:cNvPicPr>
          <p:nvPr/>
        </p:nvPicPr>
        <p:blipFill>
          <a:blip r:embed="rId2"/>
          <a:srcRect/>
          <a:stretch/>
        </p:blipFill>
        <p:spPr>
          <a:xfrm>
            <a:off x="736459" y="2478945"/>
            <a:ext cx="3591968" cy="2333429"/>
          </a:xfrm>
          <a:prstGeom prst="rect">
            <a:avLst/>
          </a:prstGeom>
        </p:spPr>
      </p:pic>
      <p:sp>
        <p:nvSpPr>
          <p:cNvPr id="5" name="TextBox 4">
            <a:extLst>
              <a:ext uri="{FF2B5EF4-FFF2-40B4-BE49-F238E27FC236}">
                <a16:creationId xmlns:a16="http://schemas.microsoft.com/office/drawing/2014/main" id="{B91754F1-2578-0741-2FEB-54CE1E174D04}"/>
              </a:ext>
            </a:extLst>
          </p:cNvPr>
          <p:cNvSpPr txBox="1"/>
          <p:nvPr/>
        </p:nvSpPr>
        <p:spPr>
          <a:xfrm>
            <a:off x="4572000" y="2648222"/>
            <a:ext cx="3523785" cy="2031325"/>
          </a:xfrm>
          <a:prstGeom prst="rect">
            <a:avLst/>
          </a:prstGeom>
          <a:noFill/>
        </p:spPr>
        <p:txBody>
          <a:bodyPr wrap="square" rtlCol="0">
            <a:spAutoFit/>
          </a:bodyPr>
          <a:lstStyle/>
          <a:p>
            <a:r>
              <a:rPr lang="en-US" dirty="0">
                <a:solidFill>
                  <a:srgbClr val="FAFAFA"/>
                </a:solidFill>
                <a:latin typeface="Catamaran"/>
                <a:cs typeface="Catamaran"/>
                <a:sym typeface="Catamaran"/>
              </a:rPr>
              <a:t>It can restrict the direct access by defining the attributes of a class as private or protected.</a:t>
            </a:r>
          </a:p>
          <a:p>
            <a:endParaRPr lang="en-US" dirty="0">
              <a:solidFill>
                <a:srgbClr val="FAFAFA"/>
              </a:solidFill>
              <a:latin typeface="Catamaran"/>
              <a:cs typeface="Catamaran"/>
              <a:sym typeface="Catamaran"/>
            </a:endParaRPr>
          </a:p>
          <a:p>
            <a:r>
              <a:rPr lang="en-US" dirty="0">
                <a:solidFill>
                  <a:srgbClr val="FAFAFA"/>
                </a:solidFill>
                <a:latin typeface="Catamaran"/>
                <a:cs typeface="Catamaran"/>
                <a:sym typeface="Catamaran"/>
              </a:rPr>
              <a:t>Instead of allowing direct access into the data, User can define public getter &amp; setter methods to allow safe access to an object’s attributes. It prevents unauthorized modification &amp; use.</a:t>
            </a:r>
            <a:endParaRPr lang="en-US" dirty="0"/>
          </a:p>
        </p:txBody>
      </p:sp>
    </p:spTree>
    <p:extLst>
      <p:ext uri="{BB962C8B-B14F-4D97-AF65-F5344CB8AC3E}">
        <p14:creationId xmlns:p14="http://schemas.microsoft.com/office/powerpoint/2010/main" val="2342506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84;p60">
            <a:extLst>
              <a:ext uri="{FF2B5EF4-FFF2-40B4-BE49-F238E27FC236}">
                <a16:creationId xmlns:a16="http://schemas.microsoft.com/office/drawing/2014/main" id="{2C048552-D1BA-C49F-7C7A-B1DE6417CD0A}"/>
              </a:ext>
            </a:extLst>
          </p:cNvPr>
          <p:cNvSpPr txBox="1">
            <a:spLocks noGrp="1"/>
          </p:cNvSpPr>
          <p:nvPr>
            <p:ph type="subTitle" idx="1"/>
          </p:nvPr>
        </p:nvSpPr>
        <p:spPr>
          <a:xfrm>
            <a:off x="634880" y="1251830"/>
            <a:ext cx="7914388" cy="13199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Inheritance allows you to create new classes based on existing classes. Base class define as parent class &amp; Derived class define as child class. Inheritance allows to build a “IS-A” relationship. Derived class shares the attributes and behaviors of base class then it also can expand &amp; specialize.</a:t>
            </a:r>
            <a:endParaRPr dirty="0"/>
          </a:p>
        </p:txBody>
      </p:sp>
      <p:sp>
        <p:nvSpPr>
          <p:cNvPr id="16" name="Google Shape;1146;p53">
            <a:extLst>
              <a:ext uri="{FF2B5EF4-FFF2-40B4-BE49-F238E27FC236}">
                <a16:creationId xmlns:a16="http://schemas.microsoft.com/office/drawing/2014/main" id="{2EE7CAED-2DC5-919F-0EA6-01580B38DFE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omic Sans MS" panose="030F0702030302020204" pitchFamily="66" charset="0"/>
              </a:rPr>
              <a:t>Inheritance</a:t>
            </a:r>
            <a:endParaRPr dirty="0">
              <a:latin typeface="Comic Sans MS" panose="030F0702030302020204" pitchFamily="66" charset="0"/>
            </a:endParaRPr>
          </a:p>
        </p:txBody>
      </p:sp>
      <p:sp>
        <p:nvSpPr>
          <p:cNvPr id="5" name="TextBox 4">
            <a:extLst>
              <a:ext uri="{FF2B5EF4-FFF2-40B4-BE49-F238E27FC236}">
                <a16:creationId xmlns:a16="http://schemas.microsoft.com/office/drawing/2014/main" id="{B91754F1-2578-0741-2FEB-54CE1E174D04}"/>
              </a:ext>
            </a:extLst>
          </p:cNvPr>
          <p:cNvSpPr txBox="1"/>
          <p:nvPr/>
        </p:nvSpPr>
        <p:spPr>
          <a:xfrm>
            <a:off x="3181815" y="2410576"/>
            <a:ext cx="4958575" cy="2246769"/>
          </a:xfrm>
          <a:prstGeom prst="rect">
            <a:avLst/>
          </a:prstGeom>
          <a:noFill/>
        </p:spPr>
        <p:txBody>
          <a:bodyPr wrap="square" rtlCol="0">
            <a:spAutoFit/>
          </a:bodyPr>
          <a:lstStyle/>
          <a:p>
            <a:r>
              <a:rPr lang="en-US" dirty="0">
                <a:solidFill>
                  <a:srgbClr val="FAFAFA"/>
                </a:solidFill>
                <a:latin typeface="Catamaran"/>
                <a:cs typeface="Catamaran"/>
                <a:sym typeface="Catamaran"/>
              </a:rPr>
              <a:t>By the following example Lecture class acts as parent class.</a:t>
            </a:r>
          </a:p>
          <a:p>
            <a:r>
              <a:rPr lang="en-US" dirty="0">
                <a:solidFill>
                  <a:srgbClr val="FAFAFA"/>
                </a:solidFill>
                <a:latin typeface="Catamaran"/>
                <a:cs typeface="Catamaran"/>
                <a:sym typeface="Catamaran"/>
              </a:rPr>
              <a:t>It provides the common attributes and methods that are shared by one or more derived classes. It serves as template for another class.</a:t>
            </a:r>
          </a:p>
          <a:p>
            <a:endParaRPr lang="en-US" dirty="0">
              <a:solidFill>
                <a:srgbClr val="FAFAFA"/>
              </a:solidFill>
              <a:latin typeface="Catamaran"/>
              <a:cs typeface="Catamaran"/>
              <a:sym typeface="Catamaran"/>
            </a:endParaRPr>
          </a:p>
          <a:p>
            <a:r>
              <a:rPr lang="en-US" dirty="0">
                <a:solidFill>
                  <a:srgbClr val="FAFAFA"/>
                </a:solidFill>
                <a:latin typeface="Catamaran"/>
                <a:cs typeface="Catamaran"/>
                <a:sym typeface="Catamaran"/>
              </a:rPr>
              <a:t>Dean class is the derived class in this scenario, but it can be more sub classes there. Dean class owns the attributes of the Lecture class &amp; can use every function as well. In the dean class can define more attributes &amp; methods which is specialized only to dean class.</a:t>
            </a:r>
          </a:p>
        </p:txBody>
      </p:sp>
      <p:pic>
        <p:nvPicPr>
          <p:cNvPr id="4" name="Picture 3">
            <a:extLst>
              <a:ext uri="{FF2B5EF4-FFF2-40B4-BE49-F238E27FC236}">
                <a16:creationId xmlns:a16="http://schemas.microsoft.com/office/drawing/2014/main" id="{158B120C-92F1-C1E4-9F4B-43A1A702229A}"/>
              </a:ext>
            </a:extLst>
          </p:cNvPr>
          <p:cNvPicPr>
            <a:picLocks noChangeAspect="1"/>
          </p:cNvPicPr>
          <p:nvPr/>
        </p:nvPicPr>
        <p:blipFill>
          <a:blip r:embed="rId2"/>
          <a:stretch>
            <a:fillRect/>
          </a:stretch>
        </p:blipFill>
        <p:spPr>
          <a:xfrm>
            <a:off x="720000" y="2200508"/>
            <a:ext cx="2172882" cy="2571750"/>
          </a:xfrm>
          <a:prstGeom prst="rect">
            <a:avLst/>
          </a:prstGeom>
        </p:spPr>
      </p:pic>
    </p:spTree>
    <p:extLst>
      <p:ext uri="{BB962C8B-B14F-4D97-AF65-F5344CB8AC3E}">
        <p14:creationId xmlns:p14="http://schemas.microsoft.com/office/powerpoint/2010/main" val="552099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84;p60">
            <a:extLst>
              <a:ext uri="{FF2B5EF4-FFF2-40B4-BE49-F238E27FC236}">
                <a16:creationId xmlns:a16="http://schemas.microsoft.com/office/drawing/2014/main" id="{2C048552-D1BA-C49F-7C7A-B1DE6417CD0A}"/>
              </a:ext>
            </a:extLst>
          </p:cNvPr>
          <p:cNvSpPr txBox="1">
            <a:spLocks noGrp="1"/>
          </p:cNvSpPr>
          <p:nvPr>
            <p:ph type="subTitle" idx="1"/>
          </p:nvPr>
        </p:nvSpPr>
        <p:spPr>
          <a:xfrm>
            <a:off x="634880" y="1251831"/>
            <a:ext cx="7914388" cy="7851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Aggregation represents a “HAS-A” relationship between the objects. It allows one class to contain or manage another class. It is loosely coupled relationship which means the objects can exist independently.</a:t>
            </a:r>
          </a:p>
          <a:p>
            <a:pPr marL="0" lvl="0" indent="0" algn="l" rtl="0">
              <a:spcBef>
                <a:spcPts val="0"/>
              </a:spcBef>
              <a:spcAft>
                <a:spcPts val="0"/>
              </a:spcAft>
              <a:buNone/>
            </a:pPr>
            <a:r>
              <a:rPr lang="en-US" dirty="0"/>
              <a:t>Aggregation can involve one to one or one to many relationships.</a:t>
            </a:r>
            <a:endParaRPr dirty="0"/>
          </a:p>
        </p:txBody>
      </p:sp>
      <p:sp>
        <p:nvSpPr>
          <p:cNvPr id="16" name="Google Shape;1146;p53">
            <a:extLst>
              <a:ext uri="{FF2B5EF4-FFF2-40B4-BE49-F238E27FC236}">
                <a16:creationId xmlns:a16="http://schemas.microsoft.com/office/drawing/2014/main" id="{2EE7CAED-2DC5-919F-0EA6-01580B38DFE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omic Sans MS" panose="030F0702030302020204" pitchFamily="66" charset="0"/>
              </a:rPr>
              <a:t>Aggregation</a:t>
            </a:r>
            <a:endParaRPr dirty="0">
              <a:latin typeface="Comic Sans MS" panose="030F0702030302020204" pitchFamily="66" charset="0"/>
            </a:endParaRPr>
          </a:p>
        </p:txBody>
      </p:sp>
      <p:sp>
        <p:nvSpPr>
          <p:cNvPr id="5" name="TextBox 4">
            <a:extLst>
              <a:ext uri="{FF2B5EF4-FFF2-40B4-BE49-F238E27FC236}">
                <a16:creationId xmlns:a16="http://schemas.microsoft.com/office/drawing/2014/main" id="{B91754F1-2578-0741-2FEB-54CE1E174D04}"/>
              </a:ext>
            </a:extLst>
          </p:cNvPr>
          <p:cNvSpPr txBox="1"/>
          <p:nvPr/>
        </p:nvSpPr>
        <p:spPr>
          <a:xfrm>
            <a:off x="4379824" y="2271063"/>
            <a:ext cx="4044176" cy="1384995"/>
          </a:xfrm>
          <a:prstGeom prst="rect">
            <a:avLst/>
          </a:prstGeom>
          <a:noFill/>
        </p:spPr>
        <p:txBody>
          <a:bodyPr wrap="square" rtlCol="0">
            <a:spAutoFit/>
          </a:bodyPr>
          <a:lstStyle/>
          <a:p>
            <a:r>
              <a:rPr lang="en-US" dirty="0">
                <a:solidFill>
                  <a:srgbClr val="FAFAFA"/>
                </a:solidFill>
                <a:latin typeface="Catamaran"/>
                <a:cs typeface="Catamaran"/>
                <a:sym typeface="Catamaran"/>
              </a:rPr>
              <a:t>Look at these red lines in the examples. There is a class as an attribute in Senior_Student &amp; Reports classes. It references as “Senior Student has Batch Referee” and “Reports has Student”. These classes can manage only existing objects in attributed classes.                                                    </a:t>
            </a:r>
            <a:r>
              <a:rPr lang="en-US" dirty="0">
                <a:solidFill>
                  <a:schemeClr val="accent1"/>
                </a:solidFill>
                <a:latin typeface="Catamaran"/>
                <a:cs typeface="Catamaran"/>
                <a:sym typeface="Catamaran"/>
              </a:rPr>
              <a:t>(Line </a:t>
            </a:r>
            <a:r>
              <a:rPr lang="en-US" dirty="0">
                <a:solidFill>
                  <a:schemeClr val="accent1"/>
                </a:solidFill>
                <a:latin typeface="Aptos" panose="020B0004020202020204" pitchFamily="34" charset="0"/>
                <a:cs typeface="Catamaran"/>
                <a:sym typeface="Catamaran"/>
              </a:rPr>
              <a:t>162,341</a:t>
            </a:r>
            <a:r>
              <a:rPr lang="en-US" dirty="0">
                <a:solidFill>
                  <a:schemeClr val="accent1"/>
                </a:solidFill>
                <a:latin typeface="Catamaran"/>
                <a:cs typeface="Catamaran"/>
                <a:sym typeface="Catamaran"/>
              </a:rPr>
              <a:t>)</a:t>
            </a:r>
            <a:endParaRPr lang="en-US" dirty="0">
              <a:solidFill>
                <a:schemeClr val="accent1"/>
              </a:solidFill>
            </a:endParaRPr>
          </a:p>
        </p:txBody>
      </p:sp>
      <p:pic>
        <p:nvPicPr>
          <p:cNvPr id="4" name="Picture 3" descr="A screen shot of a computer&#10;&#10;Description automatically generated">
            <a:extLst>
              <a:ext uri="{FF2B5EF4-FFF2-40B4-BE49-F238E27FC236}">
                <a16:creationId xmlns:a16="http://schemas.microsoft.com/office/drawing/2014/main" id="{43CB0BB3-6945-A9FD-EDEE-B78AB3A83835}"/>
              </a:ext>
            </a:extLst>
          </p:cNvPr>
          <p:cNvPicPr>
            <a:picLocks noChangeAspect="1"/>
          </p:cNvPicPr>
          <p:nvPr/>
        </p:nvPicPr>
        <p:blipFill rotWithShape="1">
          <a:blip r:embed="rId2"/>
          <a:srcRect t="17375" r="7131" b="18294"/>
          <a:stretch/>
        </p:blipFill>
        <p:spPr>
          <a:xfrm>
            <a:off x="454124" y="2341757"/>
            <a:ext cx="3582617" cy="453482"/>
          </a:xfrm>
          <a:prstGeom prst="rect">
            <a:avLst/>
          </a:prstGeom>
        </p:spPr>
      </p:pic>
      <p:cxnSp>
        <p:nvCxnSpPr>
          <p:cNvPr id="7" name="Straight Connector 6">
            <a:extLst>
              <a:ext uri="{FF2B5EF4-FFF2-40B4-BE49-F238E27FC236}">
                <a16:creationId xmlns:a16="http://schemas.microsoft.com/office/drawing/2014/main" id="{B13277B3-1CDE-ED68-9F7C-FDA755ED3072}"/>
              </a:ext>
            </a:extLst>
          </p:cNvPr>
          <p:cNvCxnSpPr>
            <a:cxnSpLocks/>
          </p:cNvCxnSpPr>
          <p:nvPr/>
        </p:nvCxnSpPr>
        <p:spPr>
          <a:xfrm>
            <a:off x="1895708" y="2743200"/>
            <a:ext cx="1471960" cy="0"/>
          </a:xfrm>
          <a:prstGeom prst="line">
            <a:avLst/>
          </a:prstGeom>
        </p:spPr>
        <p:style>
          <a:lnRef idx="1">
            <a:schemeClr val="accent4"/>
          </a:lnRef>
          <a:fillRef idx="0">
            <a:schemeClr val="accent4"/>
          </a:fillRef>
          <a:effectRef idx="0">
            <a:schemeClr val="accent4"/>
          </a:effectRef>
          <a:fontRef idx="minor">
            <a:schemeClr val="tx1"/>
          </a:fontRef>
        </p:style>
      </p:cxnSp>
      <p:pic>
        <p:nvPicPr>
          <p:cNvPr id="9" name="Picture 8" descr="A computer code with text&#10;&#10;Description automatically generated with medium confidence">
            <a:extLst>
              <a:ext uri="{FF2B5EF4-FFF2-40B4-BE49-F238E27FC236}">
                <a16:creationId xmlns:a16="http://schemas.microsoft.com/office/drawing/2014/main" id="{162705D0-3F25-EEEF-B7B2-4164EAA78DEC}"/>
              </a:ext>
            </a:extLst>
          </p:cNvPr>
          <p:cNvPicPr>
            <a:picLocks noChangeAspect="1"/>
          </p:cNvPicPr>
          <p:nvPr/>
        </p:nvPicPr>
        <p:blipFill>
          <a:blip r:embed="rId3"/>
          <a:stretch>
            <a:fillRect/>
          </a:stretch>
        </p:blipFill>
        <p:spPr>
          <a:xfrm>
            <a:off x="454124" y="2856483"/>
            <a:ext cx="3674143" cy="680397"/>
          </a:xfrm>
          <a:prstGeom prst="rect">
            <a:avLst/>
          </a:prstGeom>
        </p:spPr>
      </p:pic>
      <p:pic>
        <p:nvPicPr>
          <p:cNvPr id="11" name="Picture 10" descr="A screen shot of a computer&#10;&#10;Description automatically generated">
            <a:extLst>
              <a:ext uri="{FF2B5EF4-FFF2-40B4-BE49-F238E27FC236}">
                <a16:creationId xmlns:a16="http://schemas.microsoft.com/office/drawing/2014/main" id="{24C59605-A138-2D83-F791-271F7AA0BE9C}"/>
              </a:ext>
            </a:extLst>
          </p:cNvPr>
          <p:cNvPicPr>
            <a:picLocks noChangeAspect="1"/>
          </p:cNvPicPr>
          <p:nvPr/>
        </p:nvPicPr>
        <p:blipFill>
          <a:blip r:embed="rId4"/>
          <a:stretch>
            <a:fillRect/>
          </a:stretch>
        </p:blipFill>
        <p:spPr>
          <a:xfrm>
            <a:off x="454124" y="3739962"/>
            <a:ext cx="4407808" cy="635077"/>
          </a:xfrm>
          <a:prstGeom prst="rect">
            <a:avLst/>
          </a:prstGeom>
        </p:spPr>
      </p:pic>
      <p:cxnSp>
        <p:nvCxnSpPr>
          <p:cNvPr id="12" name="Straight Connector 11">
            <a:extLst>
              <a:ext uri="{FF2B5EF4-FFF2-40B4-BE49-F238E27FC236}">
                <a16:creationId xmlns:a16="http://schemas.microsoft.com/office/drawing/2014/main" id="{0BFAEEDC-2713-3B2A-FF66-B245169E0805}"/>
              </a:ext>
            </a:extLst>
          </p:cNvPr>
          <p:cNvCxnSpPr>
            <a:cxnSpLocks/>
          </p:cNvCxnSpPr>
          <p:nvPr/>
        </p:nvCxnSpPr>
        <p:spPr>
          <a:xfrm>
            <a:off x="1895708" y="3438293"/>
            <a:ext cx="1204331" cy="0"/>
          </a:xfrm>
          <a:prstGeom prst="line">
            <a:avLst/>
          </a:prstGeom>
        </p:spPr>
        <p:style>
          <a:lnRef idx="1">
            <a:schemeClr val="accent4"/>
          </a:lnRef>
          <a:fillRef idx="0">
            <a:schemeClr val="accent4"/>
          </a:fillRef>
          <a:effectRef idx="0">
            <a:schemeClr val="accent4"/>
          </a:effectRef>
          <a:fontRef idx="minor">
            <a:schemeClr val="tx1"/>
          </a:fontRef>
        </p:style>
      </p:cxnSp>
      <p:sp>
        <p:nvSpPr>
          <p:cNvPr id="18" name="TextBox 17">
            <a:extLst>
              <a:ext uri="{FF2B5EF4-FFF2-40B4-BE49-F238E27FC236}">
                <a16:creationId xmlns:a16="http://schemas.microsoft.com/office/drawing/2014/main" id="{CF86300D-90F9-960F-7879-1971B6CCF84C}"/>
              </a:ext>
            </a:extLst>
          </p:cNvPr>
          <p:cNvSpPr txBox="1"/>
          <p:nvPr/>
        </p:nvSpPr>
        <p:spPr>
          <a:xfrm>
            <a:off x="5025483" y="3739962"/>
            <a:ext cx="3263590" cy="954107"/>
          </a:xfrm>
          <a:prstGeom prst="rect">
            <a:avLst/>
          </a:prstGeom>
          <a:noFill/>
        </p:spPr>
        <p:txBody>
          <a:bodyPr wrap="square" rtlCol="0">
            <a:spAutoFit/>
          </a:bodyPr>
          <a:lstStyle/>
          <a:p>
            <a:r>
              <a:rPr lang="en-US" dirty="0">
                <a:solidFill>
                  <a:srgbClr val="FAFAFA"/>
                </a:solidFill>
                <a:latin typeface="Catamaran"/>
                <a:cs typeface="Catamaran"/>
                <a:sym typeface="Catamaran"/>
              </a:rPr>
              <a:t>There are 4 members as students in projects. In differ way we can say “Project can have ID, Category and 4 Students.</a:t>
            </a:r>
          </a:p>
          <a:p>
            <a:r>
              <a:rPr lang="en-US" dirty="0">
                <a:solidFill>
                  <a:srgbClr val="FAFAFA"/>
                </a:solidFill>
                <a:latin typeface="Catamaran"/>
                <a:cs typeface="Catamaran"/>
                <a:sym typeface="Catamaran"/>
              </a:rPr>
              <a:t>                                                        </a:t>
            </a:r>
            <a:r>
              <a:rPr kumimoji="0" lang="en-US" sz="1400" b="0" i="0" u="none" strike="noStrike" kern="0" cap="none" spc="0" normalizeH="0" baseline="0" noProof="0" dirty="0">
                <a:ln>
                  <a:noFill/>
                </a:ln>
                <a:solidFill>
                  <a:srgbClr val="00C3DA"/>
                </a:solidFill>
                <a:effectLst/>
                <a:uLnTx/>
                <a:uFillTx/>
                <a:latin typeface="Catamaran"/>
                <a:cs typeface="Catamaran"/>
                <a:sym typeface="Catamaran"/>
              </a:rPr>
              <a:t>(Line </a:t>
            </a:r>
            <a:r>
              <a:rPr lang="en-US" dirty="0">
                <a:solidFill>
                  <a:srgbClr val="00C3DA"/>
                </a:solidFill>
                <a:latin typeface="Aptos" panose="020B0004020202020204" pitchFamily="34" charset="0"/>
                <a:cs typeface="Catamaran"/>
                <a:sym typeface="Catamaran"/>
              </a:rPr>
              <a:t>375</a:t>
            </a:r>
            <a:r>
              <a:rPr kumimoji="0" lang="en-US" sz="1400" b="0" i="0" u="none" strike="noStrike" kern="0" cap="none" spc="0" normalizeH="0" baseline="0" noProof="0" dirty="0">
                <a:ln>
                  <a:noFill/>
                </a:ln>
                <a:solidFill>
                  <a:srgbClr val="00C3DA"/>
                </a:solidFill>
                <a:effectLst/>
                <a:uLnTx/>
                <a:uFillTx/>
                <a:latin typeface="Catamaran"/>
                <a:cs typeface="Catamaran"/>
                <a:sym typeface="Catamaran"/>
              </a:rPr>
              <a:t>)</a:t>
            </a:r>
            <a:endParaRPr lang="en-US" dirty="0"/>
          </a:p>
        </p:txBody>
      </p:sp>
    </p:spTree>
    <p:extLst>
      <p:ext uri="{BB962C8B-B14F-4D97-AF65-F5344CB8AC3E}">
        <p14:creationId xmlns:p14="http://schemas.microsoft.com/office/powerpoint/2010/main" val="839231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84;p60">
            <a:extLst>
              <a:ext uri="{FF2B5EF4-FFF2-40B4-BE49-F238E27FC236}">
                <a16:creationId xmlns:a16="http://schemas.microsoft.com/office/drawing/2014/main" id="{2C048552-D1BA-C49F-7C7A-B1DE6417CD0A}"/>
              </a:ext>
            </a:extLst>
          </p:cNvPr>
          <p:cNvSpPr txBox="1">
            <a:spLocks noGrp="1"/>
          </p:cNvSpPr>
          <p:nvPr>
            <p:ph type="subTitle" idx="1"/>
          </p:nvPr>
        </p:nvSpPr>
        <p:spPr>
          <a:xfrm>
            <a:off x="634880" y="1251830"/>
            <a:ext cx="7914388" cy="13199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Composition is a “HAS-A” relationship which represents a stronger ownership where the parts are tightly bound together. In the composition, the whole object is responsible for the existence of its parts. When the whole object is destroyed, it’s parts are also typically destroyed. They don’t have a meaningful existence outside of it.</a:t>
            </a:r>
            <a:endParaRPr dirty="0"/>
          </a:p>
        </p:txBody>
      </p:sp>
      <p:sp>
        <p:nvSpPr>
          <p:cNvPr id="16" name="Google Shape;1146;p53">
            <a:extLst>
              <a:ext uri="{FF2B5EF4-FFF2-40B4-BE49-F238E27FC236}">
                <a16:creationId xmlns:a16="http://schemas.microsoft.com/office/drawing/2014/main" id="{2EE7CAED-2DC5-919F-0EA6-01580B38DFE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omic Sans MS" panose="030F0702030302020204" pitchFamily="66" charset="0"/>
              </a:rPr>
              <a:t>Composition</a:t>
            </a:r>
            <a:endParaRPr dirty="0">
              <a:latin typeface="Comic Sans MS" panose="030F0702030302020204" pitchFamily="66" charset="0"/>
            </a:endParaRPr>
          </a:p>
        </p:txBody>
      </p:sp>
      <p:sp>
        <p:nvSpPr>
          <p:cNvPr id="5" name="TextBox 4">
            <a:extLst>
              <a:ext uri="{FF2B5EF4-FFF2-40B4-BE49-F238E27FC236}">
                <a16:creationId xmlns:a16="http://schemas.microsoft.com/office/drawing/2014/main" id="{B91754F1-2578-0741-2FEB-54CE1E174D04}"/>
              </a:ext>
            </a:extLst>
          </p:cNvPr>
          <p:cNvSpPr txBox="1"/>
          <p:nvPr/>
        </p:nvSpPr>
        <p:spPr>
          <a:xfrm>
            <a:off x="4880517" y="2780260"/>
            <a:ext cx="3523785" cy="954107"/>
          </a:xfrm>
          <a:prstGeom prst="rect">
            <a:avLst/>
          </a:prstGeom>
          <a:noFill/>
        </p:spPr>
        <p:txBody>
          <a:bodyPr wrap="square" rtlCol="0">
            <a:spAutoFit/>
          </a:bodyPr>
          <a:lstStyle/>
          <a:p>
            <a:r>
              <a:rPr lang="en-US" dirty="0">
                <a:solidFill>
                  <a:srgbClr val="FAFAFA"/>
                </a:solidFill>
                <a:latin typeface="Catamaran"/>
                <a:cs typeface="Catamaran"/>
                <a:sym typeface="Catamaran"/>
              </a:rPr>
              <a:t>“A Junior Student has two Parents” </a:t>
            </a:r>
          </a:p>
          <a:p>
            <a:r>
              <a:rPr lang="en-US" dirty="0">
                <a:solidFill>
                  <a:srgbClr val="FAFAFA"/>
                </a:solidFill>
                <a:latin typeface="Catamaran"/>
                <a:cs typeface="Catamaran"/>
                <a:sym typeface="Catamaran"/>
              </a:rPr>
              <a:t>Yeah, you got that right way. When user creating a Junior Student object, two Parent objects must be created &amp; assigned.</a:t>
            </a:r>
          </a:p>
        </p:txBody>
      </p:sp>
      <p:pic>
        <p:nvPicPr>
          <p:cNvPr id="4" name="Picture 3">
            <a:extLst>
              <a:ext uri="{FF2B5EF4-FFF2-40B4-BE49-F238E27FC236}">
                <a16:creationId xmlns:a16="http://schemas.microsoft.com/office/drawing/2014/main" id="{67A143BF-231B-6E8D-C087-F04545ECF7D4}"/>
              </a:ext>
            </a:extLst>
          </p:cNvPr>
          <p:cNvPicPr>
            <a:picLocks noChangeAspect="1"/>
          </p:cNvPicPr>
          <p:nvPr/>
        </p:nvPicPr>
        <p:blipFill>
          <a:blip r:embed="rId2"/>
          <a:stretch>
            <a:fillRect/>
          </a:stretch>
        </p:blipFill>
        <p:spPr>
          <a:xfrm>
            <a:off x="361532" y="2571749"/>
            <a:ext cx="4374019" cy="1371130"/>
          </a:xfrm>
          <a:prstGeom prst="rect">
            <a:avLst/>
          </a:prstGeom>
        </p:spPr>
      </p:pic>
      <p:sp>
        <p:nvSpPr>
          <p:cNvPr id="6" name="TextBox 5">
            <a:extLst>
              <a:ext uri="{FF2B5EF4-FFF2-40B4-BE49-F238E27FC236}">
                <a16:creationId xmlns:a16="http://schemas.microsoft.com/office/drawing/2014/main" id="{AB32CBD6-0076-9EF6-A5FD-E9B5719444EA}"/>
              </a:ext>
            </a:extLst>
          </p:cNvPr>
          <p:cNvSpPr txBox="1"/>
          <p:nvPr/>
        </p:nvSpPr>
        <p:spPr>
          <a:xfrm>
            <a:off x="520390" y="4021873"/>
            <a:ext cx="7664605" cy="523220"/>
          </a:xfrm>
          <a:prstGeom prst="rect">
            <a:avLst/>
          </a:prstGeom>
          <a:noFill/>
        </p:spPr>
        <p:txBody>
          <a:bodyPr wrap="square" rtlCol="0">
            <a:spAutoFit/>
          </a:bodyPr>
          <a:lstStyle/>
          <a:p>
            <a:r>
              <a:rPr lang="en-US" dirty="0">
                <a:solidFill>
                  <a:srgbClr val="FAFAFA"/>
                </a:solidFill>
                <a:latin typeface="Catamaran"/>
                <a:cs typeface="Catamaran"/>
                <a:sym typeface="Catamaran"/>
              </a:rPr>
              <a:t>Those two parents can’t exist without that Junior Student object. If any Junior Object is deleted, the objects that relevant to its parents must be deleted.</a:t>
            </a:r>
            <a:endParaRPr lang="en-US" dirty="0"/>
          </a:p>
        </p:txBody>
      </p:sp>
    </p:spTree>
    <p:extLst>
      <p:ext uri="{BB962C8B-B14F-4D97-AF65-F5344CB8AC3E}">
        <p14:creationId xmlns:p14="http://schemas.microsoft.com/office/powerpoint/2010/main" val="1945103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84;p60">
            <a:extLst>
              <a:ext uri="{FF2B5EF4-FFF2-40B4-BE49-F238E27FC236}">
                <a16:creationId xmlns:a16="http://schemas.microsoft.com/office/drawing/2014/main" id="{2C048552-D1BA-C49F-7C7A-B1DE6417CD0A}"/>
              </a:ext>
            </a:extLst>
          </p:cNvPr>
          <p:cNvSpPr txBox="1">
            <a:spLocks noGrp="1"/>
          </p:cNvSpPr>
          <p:nvPr>
            <p:ph type="subTitle" idx="1"/>
          </p:nvPr>
        </p:nvSpPr>
        <p:spPr>
          <a:xfrm>
            <a:off x="634880" y="1251830"/>
            <a:ext cx="7914388" cy="13199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concept calls “one-size-fits-many”, because it allows different objects to respond to same function in a specific way. Polymorphism relies on method overriding, where a method has the same name, return type and parameters in both base class &amp; derived class. The actual implementation may differ when the object is called by the derived class object.</a:t>
            </a:r>
            <a:endParaRPr dirty="0"/>
          </a:p>
        </p:txBody>
      </p:sp>
      <p:sp>
        <p:nvSpPr>
          <p:cNvPr id="16" name="Google Shape;1146;p53">
            <a:extLst>
              <a:ext uri="{FF2B5EF4-FFF2-40B4-BE49-F238E27FC236}">
                <a16:creationId xmlns:a16="http://schemas.microsoft.com/office/drawing/2014/main" id="{2EE7CAED-2DC5-919F-0EA6-01580B38DFE5}"/>
              </a:ext>
            </a:extLst>
          </p:cNvPr>
          <p:cNvSpPr txBox="1">
            <a:spLocks noGrp="1"/>
          </p:cNvSpPr>
          <p:nvPr>
            <p:ph type="title"/>
          </p:nvPr>
        </p:nvSpPr>
        <p:spPr>
          <a:xfrm>
            <a:off x="720000" y="43080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Comic Sans MS" panose="030F0702030302020204" pitchFamily="66" charset="0"/>
              </a:rPr>
              <a:t>Polymorphism</a:t>
            </a:r>
            <a:endParaRPr dirty="0">
              <a:latin typeface="Comic Sans MS" panose="030F0702030302020204" pitchFamily="66" charset="0"/>
            </a:endParaRPr>
          </a:p>
        </p:txBody>
      </p:sp>
      <p:pic>
        <p:nvPicPr>
          <p:cNvPr id="3" name="Picture 2">
            <a:extLst>
              <a:ext uri="{FF2B5EF4-FFF2-40B4-BE49-F238E27FC236}">
                <a16:creationId xmlns:a16="http://schemas.microsoft.com/office/drawing/2014/main" id="{DB719D2F-93B8-30D8-2423-79416F7DC041}"/>
              </a:ext>
            </a:extLst>
          </p:cNvPr>
          <p:cNvPicPr>
            <a:picLocks noChangeAspect="1"/>
          </p:cNvPicPr>
          <p:nvPr/>
        </p:nvPicPr>
        <p:blipFill rotWithShape="1">
          <a:blip r:embed="rId2"/>
          <a:srcRect l="1898" t="4159" b="-1"/>
          <a:stretch/>
        </p:blipFill>
        <p:spPr>
          <a:xfrm>
            <a:off x="720000" y="2571749"/>
            <a:ext cx="3523785" cy="1981040"/>
          </a:xfrm>
          <a:prstGeom prst="rect">
            <a:avLst/>
          </a:prstGeom>
        </p:spPr>
      </p:pic>
      <p:sp>
        <p:nvSpPr>
          <p:cNvPr id="5" name="TextBox 4">
            <a:extLst>
              <a:ext uri="{FF2B5EF4-FFF2-40B4-BE49-F238E27FC236}">
                <a16:creationId xmlns:a16="http://schemas.microsoft.com/office/drawing/2014/main" id="{B91754F1-2578-0741-2FEB-54CE1E174D04}"/>
              </a:ext>
            </a:extLst>
          </p:cNvPr>
          <p:cNvSpPr txBox="1"/>
          <p:nvPr/>
        </p:nvSpPr>
        <p:spPr>
          <a:xfrm>
            <a:off x="4572000" y="2571749"/>
            <a:ext cx="3523785" cy="2031325"/>
          </a:xfrm>
          <a:prstGeom prst="rect">
            <a:avLst/>
          </a:prstGeom>
          <a:noFill/>
        </p:spPr>
        <p:txBody>
          <a:bodyPr wrap="square" rtlCol="0">
            <a:spAutoFit/>
          </a:bodyPr>
          <a:lstStyle/>
          <a:p>
            <a:r>
              <a:rPr lang="en-US" dirty="0">
                <a:solidFill>
                  <a:srgbClr val="FAFAFA"/>
                </a:solidFill>
                <a:latin typeface="Catamaran"/>
                <a:cs typeface="Catamaran"/>
                <a:sym typeface="Catamaran"/>
              </a:rPr>
              <a:t>This is a perfect example for to explain this concept.</a:t>
            </a:r>
          </a:p>
          <a:p>
            <a:endParaRPr lang="en-US" dirty="0">
              <a:solidFill>
                <a:srgbClr val="FAFAFA"/>
              </a:solidFill>
              <a:latin typeface="Catamaran"/>
              <a:cs typeface="Catamaran"/>
              <a:sym typeface="Catamaran"/>
            </a:endParaRPr>
          </a:p>
          <a:p>
            <a:r>
              <a:rPr lang="en-US" dirty="0">
                <a:solidFill>
                  <a:srgbClr val="FAFAFA"/>
                </a:solidFill>
                <a:latin typeface="Catamaran"/>
                <a:cs typeface="Catamaran"/>
                <a:sym typeface="Catamaran"/>
              </a:rPr>
              <a:t>As you can see, there is a same method which is called by the different objects, but the way it responds is not the same.</a:t>
            </a:r>
          </a:p>
          <a:p>
            <a:endParaRPr lang="en-US" dirty="0">
              <a:solidFill>
                <a:srgbClr val="FAFAFA"/>
              </a:solidFill>
              <a:latin typeface="Catamaran"/>
              <a:cs typeface="Catamaran"/>
              <a:sym typeface="Catamaran"/>
            </a:endParaRPr>
          </a:p>
          <a:p>
            <a:r>
              <a:rPr lang="en-US" dirty="0">
                <a:solidFill>
                  <a:srgbClr val="FAFAFA"/>
                </a:solidFill>
                <a:latin typeface="Catamaran"/>
                <a:cs typeface="Catamaran"/>
                <a:sym typeface="Catamaran"/>
              </a:rPr>
              <a:t>Method overloading is also there. In that case the formal parameters should be different.</a:t>
            </a:r>
          </a:p>
        </p:txBody>
      </p:sp>
    </p:spTree>
    <p:extLst>
      <p:ext uri="{BB962C8B-B14F-4D97-AF65-F5344CB8AC3E}">
        <p14:creationId xmlns:p14="http://schemas.microsoft.com/office/powerpoint/2010/main" val="3873744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Bebas Neue" panose="020B0606020202050201" pitchFamily="34" charset="0"/>
              </a:rPr>
              <a:t>More About Polymorphism</a:t>
            </a:r>
            <a:endParaRPr sz="3200" dirty="0">
              <a:latin typeface="Bebas Neue" panose="020B0606020202050201" pitchFamily="34" charset="0"/>
            </a:endParaRPr>
          </a:p>
        </p:txBody>
      </p:sp>
      <p:sp>
        <p:nvSpPr>
          <p:cNvPr id="1384" name="Google Shape;1384;p60"/>
          <p:cNvSpPr txBox="1">
            <a:spLocks noGrp="1"/>
          </p:cNvSpPr>
          <p:nvPr>
            <p:ph type="subTitle" idx="1"/>
          </p:nvPr>
        </p:nvSpPr>
        <p:spPr>
          <a:xfrm>
            <a:off x="2307563" y="1943207"/>
            <a:ext cx="47670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Ability to implement multiple methods with the same name in the same class but have different parameters.</a:t>
            </a:r>
          </a:p>
          <a:p>
            <a:pPr marL="0" lvl="0" indent="0" algn="l" rtl="0">
              <a:spcBef>
                <a:spcPts val="0"/>
              </a:spcBef>
              <a:spcAft>
                <a:spcPts val="0"/>
              </a:spcAft>
              <a:buNone/>
            </a:pPr>
            <a:r>
              <a:rPr lang="en" dirty="0"/>
              <a:t>The compiler detemines the correct method based on the arguments passed during a method call.</a:t>
            </a:r>
            <a:endParaRPr dirty="0"/>
          </a:p>
        </p:txBody>
      </p:sp>
      <p:sp>
        <p:nvSpPr>
          <p:cNvPr id="1385" name="Google Shape;1385;p60"/>
          <p:cNvSpPr txBox="1">
            <a:spLocks noGrp="1"/>
          </p:cNvSpPr>
          <p:nvPr>
            <p:ph type="subTitle" idx="2"/>
          </p:nvPr>
        </p:nvSpPr>
        <p:spPr>
          <a:xfrm>
            <a:off x="2300840" y="3607604"/>
            <a:ext cx="4767000" cy="64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 occurs when a subclass provides a special implementation for a method that is already defined in its superclass.</a:t>
            </a:r>
          </a:p>
          <a:p>
            <a:pPr marL="0" lvl="0" indent="0" algn="l" rtl="0">
              <a:spcBef>
                <a:spcPts val="0"/>
              </a:spcBef>
              <a:spcAft>
                <a:spcPts val="0"/>
              </a:spcAft>
              <a:buNone/>
            </a:pPr>
            <a:r>
              <a:rPr lang="en-US" dirty="0"/>
              <a:t>Subclass method must have the same name, return type &amp; parameters as the method in the superclass.</a:t>
            </a:r>
            <a:endParaRPr dirty="0"/>
          </a:p>
        </p:txBody>
      </p:sp>
      <p:sp>
        <p:nvSpPr>
          <p:cNvPr id="1386" name="Google Shape;1386;p60"/>
          <p:cNvSpPr txBox="1">
            <a:spLocks noGrp="1"/>
          </p:cNvSpPr>
          <p:nvPr>
            <p:ph type="subTitle" idx="3"/>
          </p:nvPr>
        </p:nvSpPr>
        <p:spPr>
          <a:xfrm>
            <a:off x="2307563" y="1556950"/>
            <a:ext cx="47670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is Method Overloading?</a:t>
            </a:r>
            <a:endParaRPr dirty="0"/>
          </a:p>
        </p:txBody>
      </p:sp>
      <p:sp>
        <p:nvSpPr>
          <p:cNvPr id="1387" name="Google Shape;1387;p60"/>
          <p:cNvSpPr txBox="1">
            <a:spLocks noGrp="1"/>
          </p:cNvSpPr>
          <p:nvPr>
            <p:ph type="subTitle" idx="4"/>
          </p:nvPr>
        </p:nvSpPr>
        <p:spPr>
          <a:xfrm>
            <a:off x="2300840" y="3224422"/>
            <a:ext cx="4767000" cy="48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What is Method Overriding?</a:t>
            </a:r>
          </a:p>
        </p:txBody>
      </p:sp>
      <p:cxnSp>
        <p:nvCxnSpPr>
          <p:cNvPr id="1388" name="Google Shape;1388;p60"/>
          <p:cNvCxnSpPr>
            <a:cxnSpLocks/>
            <a:stCxn id="1386" idx="1"/>
            <a:endCxn id="1387" idx="1"/>
          </p:cNvCxnSpPr>
          <p:nvPr/>
        </p:nvCxnSpPr>
        <p:spPr>
          <a:xfrm rot="10800000" flipV="1">
            <a:off x="2300841" y="1801150"/>
            <a:ext cx="6723" cy="1667472"/>
          </a:xfrm>
          <a:prstGeom prst="bentConnector3">
            <a:avLst>
              <a:gd name="adj1" fmla="val 3500268"/>
            </a:avLst>
          </a:prstGeom>
          <a:noFill/>
          <a:ln w="9525" cap="flat" cmpd="sng">
            <a:solidFill>
              <a:schemeClr val="dk1"/>
            </a:solidFill>
            <a:prstDash val="solid"/>
            <a:round/>
            <a:headEnd type="none" w="med" len="med"/>
            <a:tailEnd type="oval" w="med" len="med"/>
          </a:ln>
        </p:spPr>
      </p:cxnSp>
      <p:grpSp>
        <p:nvGrpSpPr>
          <p:cNvPr id="1389" name="Google Shape;1389;p60"/>
          <p:cNvGrpSpPr/>
          <p:nvPr/>
        </p:nvGrpSpPr>
        <p:grpSpPr>
          <a:xfrm>
            <a:off x="7738344" y="2561920"/>
            <a:ext cx="1149364" cy="2581575"/>
            <a:chOff x="1390914" y="2488356"/>
            <a:chExt cx="811526" cy="1822760"/>
          </a:xfrm>
        </p:grpSpPr>
        <p:sp>
          <p:nvSpPr>
            <p:cNvPr id="1390" name="Google Shape;1390;p60"/>
            <p:cNvSpPr/>
            <p:nvPr/>
          </p:nvSpPr>
          <p:spPr>
            <a:xfrm rot="-5400000">
              <a:off x="1739909" y="2894384"/>
              <a:ext cx="868558" cy="56503"/>
            </a:xfrm>
            <a:custGeom>
              <a:avLst/>
              <a:gdLst/>
              <a:ahLst/>
              <a:cxnLst/>
              <a:rect l="l" t="t" r="r" b="b"/>
              <a:pathLst>
                <a:path w="19968" h="1299" extrusionOk="0">
                  <a:moveTo>
                    <a:pt x="19554" y="0"/>
                  </a:moveTo>
                  <a:cubicBezTo>
                    <a:pt x="19426" y="0"/>
                    <a:pt x="19255" y="114"/>
                    <a:pt x="19198" y="229"/>
                  </a:cubicBezTo>
                  <a:lnTo>
                    <a:pt x="0" y="229"/>
                  </a:lnTo>
                  <a:lnTo>
                    <a:pt x="0" y="1298"/>
                  </a:lnTo>
                  <a:lnTo>
                    <a:pt x="228" y="1298"/>
                  </a:lnTo>
                  <a:lnTo>
                    <a:pt x="228" y="471"/>
                  </a:lnTo>
                  <a:lnTo>
                    <a:pt x="19198" y="471"/>
                  </a:lnTo>
                  <a:cubicBezTo>
                    <a:pt x="19255" y="642"/>
                    <a:pt x="19426" y="770"/>
                    <a:pt x="19554" y="770"/>
                  </a:cubicBezTo>
                  <a:cubicBezTo>
                    <a:pt x="19783" y="770"/>
                    <a:pt x="19968" y="585"/>
                    <a:pt x="19968" y="357"/>
                  </a:cubicBezTo>
                  <a:cubicBezTo>
                    <a:pt x="19968" y="171"/>
                    <a:pt x="19783" y="0"/>
                    <a:pt x="1955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60"/>
            <p:cNvSpPr/>
            <p:nvPr/>
          </p:nvSpPr>
          <p:spPr>
            <a:xfrm rot="-5400000">
              <a:off x="1765616" y="2959195"/>
              <a:ext cx="778040" cy="95608"/>
            </a:xfrm>
            <a:custGeom>
              <a:avLst/>
              <a:gdLst/>
              <a:ahLst/>
              <a:cxnLst/>
              <a:rect l="l" t="t" r="r" b="b"/>
              <a:pathLst>
                <a:path w="17887" h="2198" extrusionOk="0">
                  <a:moveTo>
                    <a:pt x="17472" y="1"/>
                  </a:moveTo>
                  <a:cubicBezTo>
                    <a:pt x="17358" y="1"/>
                    <a:pt x="17173" y="115"/>
                    <a:pt x="17116" y="243"/>
                  </a:cubicBezTo>
                  <a:lnTo>
                    <a:pt x="0" y="243"/>
                  </a:lnTo>
                  <a:lnTo>
                    <a:pt x="0" y="2197"/>
                  </a:lnTo>
                  <a:lnTo>
                    <a:pt x="243" y="2197"/>
                  </a:lnTo>
                  <a:lnTo>
                    <a:pt x="243" y="471"/>
                  </a:lnTo>
                  <a:lnTo>
                    <a:pt x="17116" y="471"/>
                  </a:lnTo>
                  <a:cubicBezTo>
                    <a:pt x="17173" y="657"/>
                    <a:pt x="17358" y="714"/>
                    <a:pt x="17472" y="714"/>
                  </a:cubicBezTo>
                  <a:cubicBezTo>
                    <a:pt x="17715" y="714"/>
                    <a:pt x="17886" y="600"/>
                    <a:pt x="17886" y="357"/>
                  </a:cubicBezTo>
                  <a:cubicBezTo>
                    <a:pt x="17886" y="186"/>
                    <a:pt x="17715" y="1"/>
                    <a:pt x="1747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60"/>
            <p:cNvSpPr/>
            <p:nvPr/>
          </p:nvSpPr>
          <p:spPr>
            <a:xfrm rot="-5400000">
              <a:off x="1756634" y="3001714"/>
              <a:ext cx="760032" cy="131580"/>
            </a:xfrm>
            <a:custGeom>
              <a:avLst/>
              <a:gdLst/>
              <a:ahLst/>
              <a:cxnLst/>
              <a:rect l="l" t="t" r="r" b="b"/>
              <a:pathLst>
                <a:path w="17473" h="3025" extrusionOk="0">
                  <a:moveTo>
                    <a:pt x="17116" y="0"/>
                  </a:moveTo>
                  <a:cubicBezTo>
                    <a:pt x="16931" y="0"/>
                    <a:pt x="16817" y="58"/>
                    <a:pt x="16759" y="229"/>
                  </a:cubicBezTo>
                  <a:lnTo>
                    <a:pt x="1" y="229"/>
                  </a:lnTo>
                  <a:lnTo>
                    <a:pt x="1" y="3024"/>
                  </a:lnTo>
                  <a:lnTo>
                    <a:pt x="243" y="3024"/>
                  </a:lnTo>
                  <a:lnTo>
                    <a:pt x="243" y="471"/>
                  </a:lnTo>
                  <a:lnTo>
                    <a:pt x="16759" y="471"/>
                  </a:lnTo>
                  <a:cubicBezTo>
                    <a:pt x="16817" y="585"/>
                    <a:pt x="16931" y="714"/>
                    <a:pt x="17116" y="714"/>
                  </a:cubicBezTo>
                  <a:cubicBezTo>
                    <a:pt x="17287" y="714"/>
                    <a:pt x="17473" y="528"/>
                    <a:pt x="17473" y="357"/>
                  </a:cubicBezTo>
                  <a:cubicBezTo>
                    <a:pt x="17473" y="115"/>
                    <a:pt x="17287" y="0"/>
                    <a:pt x="171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60"/>
            <p:cNvSpPr/>
            <p:nvPr/>
          </p:nvSpPr>
          <p:spPr>
            <a:xfrm rot="-5400000">
              <a:off x="1370420" y="3504542"/>
              <a:ext cx="1460472" cy="152676"/>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60"/>
            <p:cNvSpPr/>
            <p:nvPr/>
          </p:nvSpPr>
          <p:spPr>
            <a:xfrm rot="-5400000">
              <a:off x="1428446" y="3604151"/>
              <a:ext cx="1253859" cy="160071"/>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60"/>
            <p:cNvSpPr/>
            <p:nvPr/>
          </p:nvSpPr>
          <p:spPr>
            <a:xfrm rot="-5400000">
              <a:off x="1332600" y="3552324"/>
              <a:ext cx="1354991" cy="162594"/>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60"/>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60"/>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60"/>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60"/>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60"/>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60"/>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60"/>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60"/>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60"/>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60"/>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60"/>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60"/>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60"/>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60"/>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0" name="Google Shape;1410;p60"/>
          <p:cNvGrpSpPr/>
          <p:nvPr/>
        </p:nvGrpSpPr>
        <p:grpSpPr>
          <a:xfrm rot="10800000">
            <a:off x="328441" y="-2"/>
            <a:ext cx="1301538" cy="2163076"/>
            <a:chOff x="2758672" y="2562182"/>
            <a:chExt cx="1575712" cy="2618736"/>
          </a:xfrm>
        </p:grpSpPr>
        <p:grpSp>
          <p:nvGrpSpPr>
            <p:cNvPr id="1411" name="Google Shape;1411;p60"/>
            <p:cNvGrpSpPr/>
            <p:nvPr/>
          </p:nvGrpSpPr>
          <p:grpSpPr>
            <a:xfrm>
              <a:off x="2758672" y="2562182"/>
              <a:ext cx="801990" cy="2618736"/>
              <a:chOff x="6961407" y="2871131"/>
              <a:chExt cx="439278" cy="1434374"/>
            </a:xfrm>
          </p:grpSpPr>
          <p:sp>
            <p:nvSpPr>
              <p:cNvPr id="1412" name="Google Shape;1412;p60"/>
              <p:cNvSpPr/>
              <p:nvPr/>
            </p:nvSpPr>
            <p:spPr>
              <a:xfrm rot="-5400000">
                <a:off x="6647504" y="3552324"/>
                <a:ext cx="1374825" cy="131536"/>
              </a:xfrm>
              <a:custGeom>
                <a:avLst/>
                <a:gdLst/>
                <a:ahLst/>
                <a:cxnLst/>
                <a:rect l="l" t="t" r="r" b="b"/>
                <a:pathLst>
                  <a:path w="31607" h="3024" extrusionOk="0">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60"/>
              <p:cNvSpPr/>
              <p:nvPr/>
            </p:nvSpPr>
            <p:spPr>
              <a:xfrm rot="-5400000">
                <a:off x="6677278" y="3618071"/>
                <a:ext cx="1230283" cy="144586"/>
              </a:xfrm>
              <a:custGeom>
                <a:avLst/>
                <a:gdLst/>
                <a:ahLst/>
                <a:cxnLst/>
                <a:rect l="l" t="t" r="r" b="b"/>
                <a:pathLst>
                  <a:path w="28284" h="3324" extrusionOk="0">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60"/>
              <p:cNvSpPr/>
              <p:nvPr/>
            </p:nvSpPr>
            <p:spPr>
              <a:xfrm rot="-5400000">
                <a:off x="6529931" y="3512306"/>
                <a:ext cx="1434374" cy="152024"/>
              </a:xfrm>
              <a:custGeom>
                <a:avLst/>
                <a:gdLst/>
                <a:ahLst/>
                <a:cxnLst/>
                <a:rect l="l" t="t" r="r" b="b"/>
                <a:pathLst>
                  <a:path w="32976" h="3495" extrusionOk="0">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60"/>
              <p:cNvSpPr/>
              <p:nvPr/>
            </p:nvSpPr>
            <p:spPr>
              <a:xfrm rot="-5400000">
                <a:off x="6645331" y="3671116"/>
                <a:ext cx="1098138" cy="170641"/>
              </a:xfrm>
              <a:custGeom>
                <a:avLst/>
                <a:gdLst/>
                <a:ahLst/>
                <a:cxnLst/>
                <a:rect l="l" t="t" r="r" b="b"/>
                <a:pathLst>
                  <a:path w="25246" h="3923" extrusionOk="0">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60"/>
              <p:cNvSpPr/>
              <p:nvPr/>
            </p:nvSpPr>
            <p:spPr>
              <a:xfrm rot="-5400000">
                <a:off x="6506661" y="3582076"/>
                <a:ext cx="1284264" cy="162594"/>
              </a:xfrm>
              <a:custGeom>
                <a:avLst/>
                <a:gdLst/>
                <a:ahLst/>
                <a:cxnLst/>
                <a:rect l="l" t="t" r="r" b="b"/>
                <a:pathLst>
                  <a:path w="29525" h="3738" extrusionOk="0">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60"/>
              <p:cNvSpPr/>
              <p:nvPr/>
            </p:nvSpPr>
            <p:spPr>
              <a:xfrm rot="-5400000">
                <a:off x="6617711" y="3742147"/>
                <a:ext cx="953596" cy="173120"/>
              </a:xfrm>
              <a:custGeom>
                <a:avLst/>
                <a:gdLst/>
                <a:ahLst/>
                <a:cxnLst/>
                <a:rect l="l" t="t" r="r" b="b"/>
                <a:pathLst>
                  <a:path w="21923" h="3980" extrusionOk="0">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60"/>
              <p:cNvSpPr/>
              <p:nvPr/>
            </p:nvSpPr>
            <p:spPr>
              <a:xfrm rot="-5400000">
                <a:off x="6516884" y="3690342"/>
                <a:ext cx="1059686" cy="170641"/>
              </a:xfrm>
              <a:custGeom>
                <a:avLst/>
                <a:gdLst/>
                <a:ahLst/>
                <a:cxnLst/>
                <a:rect l="l" t="t" r="r" b="b"/>
                <a:pathLst>
                  <a:path w="24362" h="3923" extrusionOk="0">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9" name="Google Shape;1419;p60"/>
            <p:cNvGrpSpPr/>
            <p:nvPr/>
          </p:nvGrpSpPr>
          <p:grpSpPr>
            <a:xfrm>
              <a:off x="3617285" y="2670899"/>
              <a:ext cx="717099" cy="2510019"/>
              <a:chOff x="7780935" y="2930680"/>
              <a:chExt cx="392780" cy="1374825"/>
            </a:xfrm>
          </p:grpSpPr>
          <p:sp>
            <p:nvSpPr>
              <p:cNvPr id="1420" name="Google Shape;1420;p60"/>
              <p:cNvSpPr/>
              <p:nvPr/>
            </p:nvSpPr>
            <p:spPr>
              <a:xfrm rot="-5400000">
                <a:off x="7866274" y="3998065"/>
                <a:ext cx="449808" cy="165073"/>
              </a:xfrm>
              <a:custGeom>
                <a:avLst/>
                <a:gdLst/>
                <a:ahLst/>
                <a:cxnLst/>
                <a:rect l="l" t="t" r="r" b="b"/>
                <a:pathLst>
                  <a:path w="10341" h="3795" extrusionOk="0">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60"/>
              <p:cNvSpPr/>
              <p:nvPr/>
            </p:nvSpPr>
            <p:spPr>
              <a:xfrm rot="-5400000">
                <a:off x="7822212" y="3954002"/>
                <a:ext cx="498829" cy="204177"/>
              </a:xfrm>
              <a:custGeom>
                <a:avLst/>
                <a:gdLst/>
                <a:ahLst/>
                <a:cxnLst/>
                <a:rect l="l" t="t" r="r" b="b"/>
                <a:pathLst>
                  <a:path w="11468" h="4694" extrusionOk="0">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60"/>
              <p:cNvSpPr/>
              <p:nvPr/>
            </p:nvSpPr>
            <p:spPr>
              <a:xfrm rot="-5400000">
                <a:off x="7418033" y="3559740"/>
                <a:ext cx="1266256" cy="225274"/>
              </a:xfrm>
              <a:custGeom>
                <a:avLst/>
                <a:gdLst/>
                <a:ahLst/>
                <a:cxnLst/>
                <a:rect l="l" t="t" r="r" b="b"/>
                <a:pathLst>
                  <a:path w="29111" h="5179" extrusionOk="0">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60"/>
              <p:cNvSpPr/>
              <p:nvPr/>
            </p:nvSpPr>
            <p:spPr>
              <a:xfrm rot="-5400000">
                <a:off x="7317206" y="3505455"/>
                <a:ext cx="1374825" cy="225274"/>
              </a:xfrm>
              <a:custGeom>
                <a:avLst/>
                <a:gdLst/>
                <a:ahLst/>
                <a:cxnLst/>
                <a:rect l="l" t="t" r="r" b="b"/>
                <a:pathLst>
                  <a:path w="31607" h="5179" extrusionOk="0">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60"/>
              <p:cNvSpPr/>
              <p:nvPr/>
            </p:nvSpPr>
            <p:spPr>
              <a:xfrm rot="-5400000">
                <a:off x="7374298" y="3624573"/>
                <a:ext cx="1144680" cy="217183"/>
              </a:xfrm>
              <a:custGeom>
                <a:avLst/>
                <a:gdLst/>
                <a:ahLst/>
                <a:cxnLst/>
                <a:rect l="l" t="t" r="r" b="b"/>
                <a:pathLst>
                  <a:path w="26316" h="4993" extrusionOk="0">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60"/>
              <p:cNvSpPr/>
              <p:nvPr/>
            </p:nvSpPr>
            <p:spPr>
              <a:xfrm rot="-5400000">
                <a:off x="7256398" y="3576791"/>
                <a:ext cx="1253250" cy="204177"/>
              </a:xfrm>
              <a:custGeom>
                <a:avLst/>
                <a:gdLst/>
                <a:ahLst/>
                <a:cxnLst/>
                <a:rect l="l" t="t" r="r" b="b"/>
                <a:pathLst>
                  <a:path w="28812" h="4694" extrusionOk="0">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67964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Bebas Neue" panose="020B0606020202050201" pitchFamily="34" charset="0"/>
              </a:rPr>
              <a:t>Access modifiers</a:t>
            </a:r>
            <a:endParaRPr sz="3200" dirty="0">
              <a:latin typeface="Bebas Neue" panose="020B0606020202050201" pitchFamily="34" charset="0"/>
            </a:endParaRPr>
          </a:p>
        </p:txBody>
      </p:sp>
      <p:sp>
        <p:nvSpPr>
          <p:cNvPr id="899" name="Google Shape;899;p44"/>
          <p:cNvSpPr txBox="1">
            <a:spLocks noGrp="1"/>
          </p:cNvSpPr>
          <p:nvPr>
            <p:ph type="subTitle" idx="1"/>
          </p:nvPr>
        </p:nvSpPr>
        <p:spPr>
          <a:xfrm>
            <a:off x="720075" y="2883490"/>
            <a:ext cx="23055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Restrict the visibility of a class member from outside the class. It enforces strong encapsulation.</a:t>
            </a:r>
            <a:endParaRPr dirty="0"/>
          </a:p>
        </p:txBody>
      </p:sp>
      <p:sp>
        <p:nvSpPr>
          <p:cNvPr id="900" name="Google Shape;900;p44"/>
          <p:cNvSpPr txBox="1">
            <a:spLocks noGrp="1"/>
          </p:cNvSpPr>
          <p:nvPr>
            <p:ph type="subTitle" idx="2"/>
          </p:nvPr>
        </p:nvSpPr>
        <p:spPr>
          <a:xfrm>
            <a:off x="3419293" y="2883490"/>
            <a:ext cx="23055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Allows access within the same package and subclass.</a:t>
            </a:r>
          </a:p>
          <a:p>
            <a:pPr marL="0" lvl="0" indent="0" algn="ctr" rtl="0">
              <a:spcBef>
                <a:spcPts val="0"/>
              </a:spcBef>
              <a:spcAft>
                <a:spcPts val="0"/>
              </a:spcAft>
              <a:buNone/>
            </a:pPr>
            <a:r>
              <a:rPr lang="en" dirty="0"/>
              <a:t>Used to provide controlled access to subclass members.</a:t>
            </a:r>
            <a:endParaRPr dirty="0"/>
          </a:p>
        </p:txBody>
      </p:sp>
      <p:sp>
        <p:nvSpPr>
          <p:cNvPr id="901" name="Google Shape;901;p44"/>
          <p:cNvSpPr txBox="1">
            <a:spLocks noGrp="1"/>
          </p:cNvSpPr>
          <p:nvPr>
            <p:ph type="subTitle" idx="3"/>
          </p:nvPr>
        </p:nvSpPr>
        <p:spPr>
          <a:xfrm>
            <a:off x="6118519" y="2883490"/>
            <a:ext cx="23055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Allows access from anywhere.</a:t>
            </a:r>
          </a:p>
          <a:p>
            <a:pPr marL="0" lvl="0" indent="0" algn="ctr" rtl="0">
              <a:spcBef>
                <a:spcPts val="0"/>
              </a:spcBef>
              <a:spcAft>
                <a:spcPts val="0"/>
              </a:spcAft>
              <a:buNone/>
            </a:pPr>
            <a:r>
              <a:rPr lang="en" dirty="0"/>
              <a:t>Provides bro</a:t>
            </a:r>
            <a:r>
              <a:rPr lang="en-US" dirty="0"/>
              <a:t>a</a:t>
            </a:r>
            <a:r>
              <a:rPr lang="en" dirty="0"/>
              <a:t>dcast level of visibility.</a:t>
            </a:r>
            <a:endParaRPr dirty="0"/>
          </a:p>
        </p:txBody>
      </p:sp>
      <p:sp>
        <p:nvSpPr>
          <p:cNvPr id="902" name="Google Shape;902;p44"/>
          <p:cNvSpPr txBox="1">
            <a:spLocks noGrp="1"/>
          </p:cNvSpPr>
          <p:nvPr>
            <p:ph type="subTitle" idx="4"/>
          </p:nvPr>
        </p:nvSpPr>
        <p:spPr>
          <a:xfrm>
            <a:off x="720075" y="2408950"/>
            <a:ext cx="23055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Private</a:t>
            </a:r>
            <a:endParaRPr/>
          </a:p>
        </p:txBody>
      </p:sp>
      <p:sp>
        <p:nvSpPr>
          <p:cNvPr id="903" name="Google Shape;903;p44"/>
          <p:cNvSpPr txBox="1">
            <a:spLocks noGrp="1"/>
          </p:cNvSpPr>
          <p:nvPr>
            <p:ph type="subTitle" idx="5"/>
          </p:nvPr>
        </p:nvSpPr>
        <p:spPr>
          <a:xfrm>
            <a:off x="3419296" y="2408950"/>
            <a:ext cx="23055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Protected</a:t>
            </a:r>
            <a:endParaRPr/>
          </a:p>
        </p:txBody>
      </p:sp>
      <p:sp>
        <p:nvSpPr>
          <p:cNvPr id="904" name="Google Shape;904;p44"/>
          <p:cNvSpPr txBox="1">
            <a:spLocks noGrp="1"/>
          </p:cNvSpPr>
          <p:nvPr>
            <p:ph type="subTitle" idx="6"/>
          </p:nvPr>
        </p:nvSpPr>
        <p:spPr>
          <a:xfrm>
            <a:off x="6118523" y="2408950"/>
            <a:ext cx="23055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Public</a:t>
            </a:r>
            <a:endParaRPr/>
          </a:p>
        </p:txBody>
      </p:sp>
      <p:grpSp>
        <p:nvGrpSpPr>
          <p:cNvPr id="905" name="Google Shape;905;p44"/>
          <p:cNvGrpSpPr/>
          <p:nvPr/>
        </p:nvGrpSpPr>
        <p:grpSpPr>
          <a:xfrm>
            <a:off x="1672916" y="1922637"/>
            <a:ext cx="399812" cy="306477"/>
            <a:chOff x="2567841" y="1994124"/>
            <a:chExt cx="399812" cy="306477"/>
          </a:xfrm>
        </p:grpSpPr>
        <p:sp>
          <p:nvSpPr>
            <p:cNvPr id="906" name="Google Shape;906;p44"/>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gradFill>
              <a:gsLst>
                <a:gs pos="0">
                  <a:schemeClr val="accent3"/>
                </a:gs>
                <a:gs pos="35000">
                  <a:schemeClr val="accent3"/>
                </a:gs>
                <a:gs pos="100000">
                  <a:schemeClr val="accent4"/>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4"/>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gradFill>
              <a:gsLst>
                <a:gs pos="0">
                  <a:schemeClr val="accent3"/>
                </a:gs>
                <a:gs pos="35000">
                  <a:schemeClr val="accent3"/>
                </a:gs>
                <a:gs pos="100000">
                  <a:schemeClr val="accent4"/>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4"/>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gradFill>
              <a:gsLst>
                <a:gs pos="0">
                  <a:schemeClr val="accent3"/>
                </a:gs>
                <a:gs pos="35000">
                  <a:schemeClr val="accent3"/>
                </a:gs>
                <a:gs pos="100000">
                  <a:schemeClr val="accent4"/>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 name="Google Shape;909;p44"/>
          <p:cNvGrpSpPr/>
          <p:nvPr/>
        </p:nvGrpSpPr>
        <p:grpSpPr>
          <a:xfrm>
            <a:off x="4359375" y="1900610"/>
            <a:ext cx="367608" cy="350548"/>
            <a:chOff x="6659725" y="3808035"/>
            <a:chExt cx="367608" cy="350548"/>
          </a:xfrm>
        </p:grpSpPr>
        <p:sp>
          <p:nvSpPr>
            <p:cNvPr id="910" name="Google Shape;910;p44"/>
            <p:cNvSpPr/>
            <p:nvPr/>
          </p:nvSpPr>
          <p:spPr>
            <a:xfrm>
              <a:off x="6659725" y="3845942"/>
              <a:ext cx="321394" cy="312642"/>
            </a:xfrm>
            <a:custGeom>
              <a:avLst/>
              <a:gdLst/>
              <a:ahLst/>
              <a:cxnLst/>
              <a:rect l="l" t="t" r="r" b="b"/>
              <a:pathLst>
                <a:path w="10098" h="9823" extrusionOk="0">
                  <a:moveTo>
                    <a:pt x="8740" y="0"/>
                  </a:moveTo>
                  <a:cubicBezTo>
                    <a:pt x="8383" y="0"/>
                    <a:pt x="8037" y="131"/>
                    <a:pt x="7787" y="405"/>
                  </a:cubicBezTo>
                  <a:lnTo>
                    <a:pt x="6847" y="1346"/>
                  </a:lnTo>
                  <a:cubicBezTo>
                    <a:pt x="6775" y="1417"/>
                    <a:pt x="6775" y="1524"/>
                    <a:pt x="6847" y="1596"/>
                  </a:cubicBezTo>
                  <a:cubicBezTo>
                    <a:pt x="6882" y="1631"/>
                    <a:pt x="6927" y="1649"/>
                    <a:pt x="6972" y="1649"/>
                  </a:cubicBezTo>
                  <a:cubicBezTo>
                    <a:pt x="7016" y="1649"/>
                    <a:pt x="7061" y="1631"/>
                    <a:pt x="7097" y="1596"/>
                  </a:cubicBezTo>
                  <a:lnTo>
                    <a:pt x="8037" y="655"/>
                  </a:lnTo>
                  <a:cubicBezTo>
                    <a:pt x="8228" y="464"/>
                    <a:pt x="8466" y="357"/>
                    <a:pt x="8740" y="357"/>
                  </a:cubicBezTo>
                  <a:cubicBezTo>
                    <a:pt x="9002" y="357"/>
                    <a:pt x="9264" y="464"/>
                    <a:pt x="9442" y="655"/>
                  </a:cubicBezTo>
                  <a:cubicBezTo>
                    <a:pt x="9633" y="857"/>
                    <a:pt x="9740" y="1096"/>
                    <a:pt x="9740" y="1357"/>
                  </a:cubicBezTo>
                  <a:cubicBezTo>
                    <a:pt x="9740" y="1631"/>
                    <a:pt x="9633" y="1881"/>
                    <a:pt x="9442" y="2060"/>
                  </a:cubicBezTo>
                  <a:lnTo>
                    <a:pt x="8156" y="3334"/>
                  </a:lnTo>
                  <a:cubicBezTo>
                    <a:pt x="8025" y="3024"/>
                    <a:pt x="7847" y="2739"/>
                    <a:pt x="7597" y="2489"/>
                  </a:cubicBezTo>
                  <a:cubicBezTo>
                    <a:pt x="7097" y="1988"/>
                    <a:pt x="6436" y="1738"/>
                    <a:pt x="5777" y="1738"/>
                  </a:cubicBezTo>
                  <a:cubicBezTo>
                    <a:pt x="5117" y="1738"/>
                    <a:pt x="4459" y="1988"/>
                    <a:pt x="3965" y="2489"/>
                  </a:cubicBezTo>
                  <a:lnTo>
                    <a:pt x="1001" y="5453"/>
                  </a:lnTo>
                  <a:cubicBezTo>
                    <a:pt x="1" y="6453"/>
                    <a:pt x="1" y="8084"/>
                    <a:pt x="1001" y="9085"/>
                  </a:cubicBezTo>
                  <a:cubicBezTo>
                    <a:pt x="1501" y="9585"/>
                    <a:pt x="2156" y="9823"/>
                    <a:pt x="2810" y="9823"/>
                  </a:cubicBezTo>
                  <a:cubicBezTo>
                    <a:pt x="3465" y="9823"/>
                    <a:pt x="4120" y="9573"/>
                    <a:pt x="4632" y="9085"/>
                  </a:cubicBezTo>
                  <a:lnTo>
                    <a:pt x="6204" y="7501"/>
                  </a:lnTo>
                  <a:cubicBezTo>
                    <a:pt x="6287" y="7430"/>
                    <a:pt x="6287" y="7322"/>
                    <a:pt x="6204" y="7251"/>
                  </a:cubicBezTo>
                  <a:cubicBezTo>
                    <a:pt x="6176" y="7242"/>
                    <a:pt x="6143" y="7236"/>
                    <a:pt x="6109" y="7236"/>
                  </a:cubicBezTo>
                  <a:cubicBezTo>
                    <a:pt x="6055" y="7236"/>
                    <a:pt x="5997" y="7250"/>
                    <a:pt x="5954" y="7287"/>
                  </a:cubicBezTo>
                  <a:lnTo>
                    <a:pt x="4382" y="8858"/>
                  </a:lnTo>
                  <a:cubicBezTo>
                    <a:pt x="3965" y="9275"/>
                    <a:pt x="3406" y="9513"/>
                    <a:pt x="2810" y="9513"/>
                  </a:cubicBezTo>
                  <a:cubicBezTo>
                    <a:pt x="2215" y="9513"/>
                    <a:pt x="1667" y="9287"/>
                    <a:pt x="1251" y="8858"/>
                  </a:cubicBezTo>
                  <a:cubicBezTo>
                    <a:pt x="394" y="8001"/>
                    <a:pt x="394" y="6596"/>
                    <a:pt x="1251" y="5739"/>
                  </a:cubicBezTo>
                  <a:lnTo>
                    <a:pt x="4215" y="2774"/>
                  </a:lnTo>
                  <a:cubicBezTo>
                    <a:pt x="4632" y="2358"/>
                    <a:pt x="5180" y="2119"/>
                    <a:pt x="5775" y="2119"/>
                  </a:cubicBezTo>
                  <a:cubicBezTo>
                    <a:pt x="6370" y="2119"/>
                    <a:pt x="6918" y="2346"/>
                    <a:pt x="7335" y="2774"/>
                  </a:cubicBezTo>
                  <a:cubicBezTo>
                    <a:pt x="7573" y="3012"/>
                    <a:pt x="7775" y="3310"/>
                    <a:pt x="7871" y="3632"/>
                  </a:cubicBezTo>
                  <a:lnTo>
                    <a:pt x="6478" y="5036"/>
                  </a:lnTo>
                  <a:cubicBezTo>
                    <a:pt x="6287" y="5227"/>
                    <a:pt x="6049" y="5334"/>
                    <a:pt x="5775" y="5334"/>
                  </a:cubicBezTo>
                  <a:cubicBezTo>
                    <a:pt x="5513" y="5334"/>
                    <a:pt x="5251" y="5227"/>
                    <a:pt x="5073" y="5036"/>
                  </a:cubicBezTo>
                  <a:cubicBezTo>
                    <a:pt x="4989" y="4941"/>
                    <a:pt x="4918" y="4822"/>
                    <a:pt x="4858" y="4703"/>
                  </a:cubicBezTo>
                  <a:cubicBezTo>
                    <a:pt x="4829" y="4634"/>
                    <a:pt x="4751" y="4590"/>
                    <a:pt x="4677" y="4590"/>
                  </a:cubicBezTo>
                  <a:cubicBezTo>
                    <a:pt x="4662" y="4590"/>
                    <a:pt x="4647" y="4592"/>
                    <a:pt x="4632" y="4596"/>
                  </a:cubicBezTo>
                  <a:cubicBezTo>
                    <a:pt x="4537" y="4632"/>
                    <a:pt x="4501" y="4739"/>
                    <a:pt x="4525" y="4822"/>
                  </a:cubicBezTo>
                  <a:cubicBezTo>
                    <a:pt x="4596" y="4989"/>
                    <a:pt x="4692" y="5132"/>
                    <a:pt x="4823" y="5275"/>
                  </a:cubicBezTo>
                  <a:cubicBezTo>
                    <a:pt x="5073" y="5525"/>
                    <a:pt x="5418" y="5679"/>
                    <a:pt x="5775" y="5679"/>
                  </a:cubicBezTo>
                  <a:cubicBezTo>
                    <a:pt x="6132" y="5679"/>
                    <a:pt x="6478" y="5537"/>
                    <a:pt x="6728" y="5275"/>
                  </a:cubicBezTo>
                  <a:lnTo>
                    <a:pt x="9692" y="2310"/>
                  </a:lnTo>
                  <a:cubicBezTo>
                    <a:pt x="9942" y="2060"/>
                    <a:pt x="10097" y="1715"/>
                    <a:pt x="10097" y="1357"/>
                  </a:cubicBezTo>
                  <a:cubicBezTo>
                    <a:pt x="10097" y="1000"/>
                    <a:pt x="9954" y="655"/>
                    <a:pt x="9692" y="405"/>
                  </a:cubicBezTo>
                  <a:cubicBezTo>
                    <a:pt x="9442" y="155"/>
                    <a:pt x="9097" y="0"/>
                    <a:pt x="8740" y="0"/>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4"/>
            <p:cNvSpPr/>
            <p:nvPr/>
          </p:nvSpPr>
          <p:spPr>
            <a:xfrm>
              <a:off x="6705588" y="3808035"/>
              <a:ext cx="321744" cy="313787"/>
            </a:xfrm>
            <a:custGeom>
              <a:avLst/>
              <a:gdLst/>
              <a:ahLst/>
              <a:cxnLst/>
              <a:rect l="l" t="t" r="r" b="b"/>
              <a:pathLst>
                <a:path w="10109" h="9859" extrusionOk="0">
                  <a:moveTo>
                    <a:pt x="7281" y="1"/>
                  </a:moveTo>
                  <a:cubicBezTo>
                    <a:pt x="6623" y="1"/>
                    <a:pt x="5965" y="251"/>
                    <a:pt x="5465" y="751"/>
                  </a:cubicBezTo>
                  <a:lnTo>
                    <a:pt x="3894" y="2322"/>
                  </a:lnTo>
                  <a:cubicBezTo>
                    <a:pt x="3810" y="2406"/>
                    <a:pt x="3810" y="2501"/>
                    <a:pt x="3894" y="2584"/>
                  </a:cubicBezTo>
                  <a:cubicBezTo>
                    <a:pt x="3929" y="2620"/>
                    <a:pt x="3974" y="2638"/>
                    <a:pt x="4019" y="2638"/>
                  </a:cubicBezTo>
                  <a:cubicBezTo>
                    <a:pt x="4063" y="2638"/>
                    <a:pt x="4108" y="2620"/>
                    <a:pt x="4144" y="2584"/>
                  </a:cubicBezTo>
                  <a:lnTo>
                    <a:pt x="5715" y="1001"/>
                  </a:lnTo>
                  <a:cubicBezTo>
                    <a:pt x="6150" y="572"/>
                    <a:pt x="6715" y="358"/>
                    <a:pt x="7281" y="358"/>
                  </a:cubicBezTo>
                  <a:cubicBezTo>
                    <a:pt x="7846" y="358"/>
                    <a:pt x="8412" y="572"/>
                    <a:pt x="8847" y="1001"/>
                  </a:cubicBezTo>
                  <a:cubicBezTo>
                    <a:pt x="9704" y="1870"/>
                    <a:pt x="9704" y="3263"/>
                    <a:pt x="8847" y="4132"/>
                  </a:cubicBezTo>
                  <a:lnTo>
                    <a:pt x="5882" y="7085"/>
                  </a:lnTo>
                  <a:cubicBezTo>
                    <a:pt x="5465" y="7501"/>
                    <a:pt x="4918" y="7740"/>
                    <a:pt x="4322" y="7740"/>
                  </a:cubicBezTo>
                  <a:cubicBezTo>
                    <a:pt x="3727" y="7740"/>
                    <a:pt x="3179" y="7525"/>
                    <a:pt x="2763" y="7085"/>
                  </a:cubicBezTo>
                  <a:cubicBezTo>
                    <a:pt x="2524" y="6847"/>
                    <a:pt x="2322" y="6549"/>
                    <a:pt x="2227" y="6227"/>
                  </a:cubicBezTo>
                  <a:lnTo>
                    <a:pt x="3620" y="4823"/>
                  </a:lnTo>
                  <a:cubicBezTo>
                    <a:pt x="3810" y="4632"/>
                    <a:pt x="4048" y="4525"/>
                    <a:pt x="4322" y="4525"/>
                  </a:cubicBezTo>
                  <a:cubicBezTo>
                    <a:pt x="4584" y="4525"/>
                    <a:pt x="4846" y="4632"/>
                    <a:pt x="5025" y="4823"/>
                  </a:cubicBezTo>
                  <a:cubicBezTo>
                    <a:pt x="5108" y="4918"/>
                    <a:pt x="5179" y="5037"/>
                    <a:pt x="5239" y="5156"/>
                  </a:cubicBezTo>
                  <a:cubicBezTo>
                    <a:pt x="5269" y="5225"/>
                    <a:pt x="5347" y="5269"/>
                    <a:pt x="5420" y="5269"/>
                  </a:cubicBezTo>
                  <a:cubicBezTo>
                    <a:pt x="5435" y="5269"/>
                    <a:pt x="5451" y="5267"/>
                    <a:pt x="5465" y="5263"/>
                  </a:cubicBezTo>
                  <a:cubicBezTo>
                    <a:pt x="5560" y="5227"/>
                    <a:pt x="5596" y="5120"/>
                    <a:pt x="5572" y="5037"/>
                  </a:cubicBezTo>
                  <a:cubicBezTo>
                    <a:pt x="5501" y="4870"/>
                    <a:pt x="5406" y="4727"/>
                    <a:pt x="5275" y="4584"/>
                  </a:cubicBezTo>
                  <a:cubicBezTo>
                    <a:pt x="5025" y="4334"/>
                    <a:pt x="4679" y="4192"/>
                    <a:pt x="4322" y="4192"/>
                  </a:cubicBezTo>
                  <a:cubicBezTo>
                    <a:pt x="3965" y="4192"/>
                    <a:pt x="3620" y="4322"/>
                    <a:pt x="3370" y="4584"/>
                  </a:cubicBezTo>
                  <a:lnTo>
                    <a:pt x="1929" y="6037"/>
                  </a:lnTo>
                  <a:cubicBezTo>
                    <a:pt x="1893" y="6049"/>
                    <a:pt x="1881" y="6061"/>
                    <a:pt x="1870" y="6097"/>
                  </a:cubicBezTo>
                  <a:lnTo>
                    <a:pt x="405" y="7549"/>
                  </a:lnTo>
                  <a:cubicBezTo>
                    <a:pt x="155" y="7799"/>
                    <a:pt x="0" y="8144"/>
                    <a:pt x="0" y="8502"/>
                  </a:cubicBezTo>
                  <a:cubicBezTo>
                    <a:pt x="0" y="8859"/>
                    <a:pt x="143" y="9204"/>
                    <a:pt x="405" y="9454"/>
                  </a:cubicBezTo>
                  <a:cubicBezTo>
                    <a:pt x="655" y="9704"/>
                    <a:pt x="1000" y="9859"/>
                    <a:pt x="1358" y="9859"/>
                  </a:cubicBezTo>
                  <a:cubicBezTo>
                    <a:pt x="1715" y="9859"/>
                    <a:pt x="2060" y="9728"/>
                    <a:pt x="2310" y="9454"/>
                  </a:cubicBezTo>
                  <a:lnTo>
                    <a:pt x="3251" y="8513"/>
                  </a:lnTo>
                  <a:cubicBezTo>
                    <a:pt x="3322" y="8442"/>
                    <a:pt x="3322" y="8335"/>
                    <a:pt x="3251" y="8263"/>
                  </a:cubicBezTo>
                  <a:cubicBezTo>
                    <a:pt x="3215" y="8228"/>
                    <a:pt x="3170" y="8210"/>
                    <a:pt x="3126" y="8210"/>
                  </a:cubicBezTo>
                  <a:cubicBezTo>
                    <a:pt x="3081" y="8210"/>
                    <a:pt x="3036" y="8228"/>
                    <a:pt x="3001" y="8263"/>
                  </a:cubicBezTo>
                  <a:lnTo>
                    <a:pt x="2060" y="9204"/>
                  </a:lnTo>
                  <a:cubicBezTo>
                    <a:pt x="1870" y="9395"/>
                    <a:pt x="1631" y="9502"/>
                    <a:pt x="1358" y="9502"/>
                  </a:cubicBezTo>
                  <a:cubicBezTo>
                    <a:pt x="1096" y="9502"/>
                    <a:pt x="834" y="9395"/>
                    <a:pt x="655" y="9204"/>
                  </a:cubicBezTo>
                  <a:cubicBezTo>
                    <a:pt x="465" y="9014"/>
                    <a:pt x="357" y="8775"/>
                    <a:pt x="357" y="8502"/>
                  </a:cubicBezTo>
                  <a:cubicBezTo>
                    <a:pt x="357" y="8240"/>
                    <a:pt x="465" y="7978"/>
                    <a:pt x="655" y="7799"/>
                  </a:cubicBezTo>
                  <a:lnTo>
                    <a:pt x="1941" y="6525"/>
                  </a:lnTo>
                  <a:cubicBezTo>
                    <a:pt x="2072" y="6835"/>
                    <a:pt x="2251" y="7120"/>
                    <a:pt x="2501" y="7370"/>
                  </a:cubicBezTo>
                  <a:cubicBezTo>
                    <a:pt x="2989" y="7859"/>
                    <a:pt x="3632" y="8132"/>
                    <a:pt x="4322" y="8132"/>
                  </a:cubicBezTo>
                  <a:cubicBezTo>
                    <a:pt x="5001" y="8132"/>
                    <a:pt x="5644" y="7859"/>
                    <a:pt x="6132" y="7370"/>
                  </a:cubicBezTo>
                  <a:lnTo>
                    <a:pt x="9097" y="4406"/>
                  </a:lnTo>
                  <a:cubicBezTo>
                    <a:pt x="10109" y="3382"/>
                    <a:pt x="10109" y="1751"/>
                    <a:pt x="9097" y="751"/>
                  </a:cubicBezTo>
                  <a:cubicBezTo>
                    <a:pt x="8597" y="251"/>
                    <a:pt x="7939" y="1"/>
                    <a:pt x="7281"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 name="Google Shape;912;p44"/>
          <p:cNvGrpSpPr/>
          <p:nvPr/>
        </p:nvGrpSpPr>
        <p:grpSpPr>
          <a:xfrm>
            <a:off x="7092954" y="1908756"/>
            <a:ext cx="356627" cy="334252"/>
            <a:chOff x="6219391" y="3816756"/>
            <a:chExt cx="356627" cy="334252"/>
          </a:xfrm>
        </p:grpSpPr>
        <p:sp>
          <p:nvSpPr>
            <p:cNvPr id="913" name="Google Shape;913;p44"/>
            <p:cNvSpPr/>
            <p:nvPr/>
          </p:nvSpPr>
          <p:spPr>
            <a:xfrm>
              <a:off x="6219391" y="3816756"/>
              <a:ext cx="306594" cy="334252"/>
            </a:xfrm>
            <a:custGeom>
              <a:avLst/>
              <a:gdLst/>
              <a:ahLst/>
              <a:cxnLst/>
              <a:rect l="l" t="t" r="r" b="b"/>
              <a:pathLst>
                <a:path w="9633" h="10502" extrusionOk="0">
                  <a:moveTo>
                    <a:pt x="8394" y="4179"/>
                  </a:moveTo>
                  <a:cubicBezTo>
                    <a:pt x="8906" y="4251"/>
                    <a:pt x="9299" y="4703"/>
                    <a:pt x="9299" y="5239"/>
                  </a:cubicBezTo>
                  <a:cubicBezTo>
                    <a:pt x="9299" y="5775"/>
                    <a:pt x="8906" y="6215"/>
                    <a:pt x="8394" y="6299"/>
                  </a:cubicBezTo>
                  <a:lnTo>
                    <a:pt x="8394" y="4179"/>
                  </a:lnTo>
                  <a:close/>
                  <a:moveTo>
                    <a:pt x="1203" y="4013"/>
                  </a:moveTo>
                  <a:lnTo>
                    <a:pt x="1203" y="6489"/>
                  </a:lnTo>
                  <a:lnTo>
                    <a:pt x="846" y="6489"/>
                  </a:lnTo>
                  <a:cubicBezTo>
                    <a:pt x="548" y="6489"/>
                    <a:pt x="310" y="6251"/>
                    <a:pt x="310" y="5953"/>
                  </a:cubicBezTo>
                  <a:lnTo>
                    <a:pt x="310" y="4549"/>
                  </a:lnTo>
                  <a:cubicBezTo>
                    <a:pt x="310" y="4251"/>
                    <a:pt x="548" y="4013"/>
                    <a:pt x="846" y="4013"/>
                  </a:cubicBezTo>
                  <a:close/>
                  <a:moveTo>
                    <a:pt x="2596" y="4001"/>
                  </a:moveTo>
                  <a:lnTo>
                    <a:pt x="2596" y="6489"/>
                  </a:lnTo>
                  <a:lnTo>
                    <a:pt x="1525" y="6489"/>
                  </a:lnTo>
                  <a:lnTo>
                    <a:pt x="1525" y="4001"/>
                  </a:lnTo>
                  <a:close/>
                  <a:moveTo>
                    <a:pt x="2799" y="7692"/>
                  </a:moveTo>
                  <a:lnTo>
                    <a:pt x="2799" y="8418"/>
                  </a:lnTo>
                  <a:lnTo>
                    <a:pt x="2477" y="8418"/>
                  </a:lnTo>
                  <a:lnTo>
                    <a:pt x="2679" y="7692"/>
                  </a:lnTo>
                  <a:close/>
                  <a:moveTo>
                    <a:pt x="2560" y="6811"/>
                  </a:moveTo>
                  <a:lnTo>
                    <a:pt x="1941" y="9121"/>
                  </a:lnTo>
                  <a:lnTo>
                    <a:pt x="1525" y="9121"/>
                  </a:lnTo>
                  <a:lnTo>
                    <a:pt x="1525" y="6811"/>
                  </a:lnTo>
                  <a:close/>
                  <a:moveTo>
                    <a:pt x="8061" y="310"/>
                  </a:moveTo>
                  <a:lnTo>
                    <a:pt x="8061" y="10180"/>
                  </a:lnTo>
                  <a:lnTo>
                    <a:pt x="7335" y="10180"/>
                  </a:lnTo>
                  <a:lnTo>
                    <a:pt x="7335" y="3227"/>
                  </a:lnTo>
                  <a:cubicBezTo>
                    <a:pt x="7335" y="3132"/>
                    <a:pt x="7251" y="3060"/>
                    <a:pt x="7168" y="3060"/>
                  </a:cubicBezTo>
                  <a:cubicBezTo>
                    <a:pt x="7085" y="3060"/>
                    <a:pt x="7001" y="3132"/>
                    <a:pt x="7001" y="3227"/>
                  </a:cubicBezTo>
                  <a:lnTo>
                    <a:pt x="7001" y="9085"/>
                  </a:lnTo>
                  <a:cubicBezTo>
                    <a:pt x="6799" y="8811"/>
                    <a:pt x="6489" y="8406"/>
                    <a:pt x="6085" y="8013"/>
                  </a:cubicBezTo>
                  <a:cubicBezTo>
                    <a:pt x="5620" y="7573"/>
                    <a:pt x="5144" y="7216"/>
                    <a:pt x="4656" y="6966"/>
                  </a:cubicBezTo>
                  <a:cubicBezTo>
                    <a:pt x="4084" y="6668"/>
                    <a:pt x="3525" y="6501"/>
                    <a:pt x="2941" y="6489"/>
                  </a:cubicBezTo>
                  <a:lnTo>
                    <a:pt x="2941" y="4001"/>
                  </a:lnTo>
                  <a:cubicBezTo>
                    <a:pt x="3525" y="3965"/>
                    <a:pt x="4084" y="3810"/>
                    <a:pt x="4656" y="3525"/>
                  </a:cubicBezTo>
                  <a:cubicBezTo>
                    <a:pt x="5144" y="3275"/>
                    <a:pt x="5620" y="2917"/>
                    <a:pt x="6085" y="2465"/>
                  </a:cubicBezTo>
                  <a:cubicBezTo>
                    <a:pt x="6489" y="2084"/>
                    <a:pt x="6799" y="1679"/>
                    <a:pt x="7001" y="1393"/>
                  </a:cubicBezTo>
                  <a:lnTo>
                    <a:pt x="7001" y="2441"/>
                  </a:lnTo>
                  <a:cubicBezTo>
                    <a:pt x="7001" y="2524"/>
                    <a:pt x="7085" y="2596"/>
                    <a:pt x="7168" y="2596"/>
                  </a:cubicBezTo>
                  <a:cubicBezTo>
                    <a:pt x="7251" y="2596"/>
                    <a:pt x="7335" y="2524"/>
                    <a:pt x="7335" y="2441"/>
                  </a:cubicBezTo>
                  <a:lnTo>
                    <a:pt x="7335" y="310"/>
                  </a:lnTo>
                  <a:close/>
                  <a:moveTo>
                    <a:pt x="7168" y="0"/>
                  </a:moveTo>
                  <a:cubicBezTo>
                    <a:pt x="7085" y="0"/>
                    <a:pt x="7001" y="72"/>
                    <a:pt x="7001" y="167"/>
                  </a:cubicBezTo>
                  <a:lnTo>
                    <a:pt x="7001" y="822"/>
                  </a:lnTo>
                  <a:cubicBezTo>
                    <a:pt x="6906" y="977"/>
                    <a:pt x="6489" y="1620"/>
                    <a:pt x="5847" y="2251"/>
                  </a:cubicBezTo>
                  <a:cubicBezTo>
                    <a:pt x="5156" y="2905"/>
                    <a:pt x="4084" y="3691"/>
                    <a:pt x="2775" y="3691"/>
                  </a:cubicBezTo>
                  <a:lnTo>
                    <a:pt x="858" y="3691"/>
                  </a:lnTo>
                  <a:cubicBezTo>
                    <a:pt x="382" y="3691"/>
                    <a:pt x="1" y="4072"/>
                    <a:pt x="1" y="4549"/>
                  </a:cubicBezTo>
                  <a:lnTo>
                    <a:pt x="1" y="5953"/>
                  </a:lnTo>
                  <a:cubicBezTo>
                    <a:pt x="1" y="6430"/>
                    <a:pt x="382" y="6811"/>
                    <a:pt x="858" y="6811"/>
                  </a:cubicBezTo>
                  <a:lnTo>
                    <a:pt x="1215" y="6811"/>
                  </a:lnTo>
                  <a:lnTo>
                    <a:pt x="1215" y="9287"/>
                  </a:lnTo>
                  <a:cubicBezTo>
                    <a:pt x="1215" y="9371"/>
                    <a:pt x="1286" y="9454"/>
                    <a:pt x="1382" y="9454"/>
                  </a:cubicBezTo>
                  <a:lnTo>
                    <a:pt x="2084" y="9454"/>
                  </a:lnTo>
                  <a:cubicBezTo>
                    <a:pt x="2156" y="9454"/>
                    <a:pt x="2215" y="9406"/>
                    <a:pt x="2239" y="9335"/>
                  </a:cubicBezTo>
                  <a:lnTo>
                    <a:pt x="2394" y="8751"/>
                  </a:lnTo>
                  <a:lnTo>
                    <a:pt x="2953" y="8751"/>
                  </a:lnTo>
                  <a:cubicBezTo>
                    <a:pt x="3049" y="8751"/>
                    <a:pt x="3120" y="8680"/>
                    <a:pt x="3120" y="8585"/>
                  </a:cubicBezTo>
                  <a:lnTo>
                    <a:pt x="3120" y="7525"/>
                  </a:lnTo>
                  <a:cubicBezTo>
                    <a:pt x="3120" y="7442"/>
                    <a:pt x="3049" y="7370"/>
                    <a:pt x="2953" y="7370"/>
                  </a:cubicBezTo>
                  <a:lnTo>
                    <a:pt x="2763" y="7370"/>
                  </a:lnTo>
                  <a:lnTo>
                    <a:pt x="2918" y="6811"/>
                  </a:lnTo>
                  <a:cubicBezTo>
                    <a:pt x="4168" y="6858"/>
                    <a:pt x="5192" y="7620"/>
                    <a:pt x="5858" y="8263"/>
                  </a:cubicBezTo>
                  <a:cubicBezTo>
                    <a:pt x="6513" y="8882"/>
                    <a:pt x="6930" y="9525"/>
                    <a:pt x="7025" y="9692"/>
                  </a:cubicBezTo>
                  <a:lnTo>
                    <a:pt x="7025" y="10347"/>
                  </a:lnTo>
                  <a:cubicBezTo>
                    <a:pt x="7025" y="10430"/>
                    <a:pt x="7097" y="10502"/>
                    <a:pt x="7180" y="10502"/>
                  </a:cubicBezTo>
                  <a:lnTo>
                    <a:pt x="8240" y="10502"/>
                  </a:lnTo>
                  <a:cubicBezTo>
                    <a:pt x="8335" y="10502"/>
                    <a:pt x="8406" y="10430"/>
                    <a:pt x="8406" y="10347"/>
                  </a:cubicBezTo>
                  <a:lnTo>
                    <a:pt x="8406" y="6632"/>
                  </a:lnTo>
                  <a:cubicBezTo>
                    <a:pt x="9109" y="6549"/>
                    <a:pt x="9633" y="5965"/>
                    <a:pt x="9633" y="5251"/>
                  </a:cubicBezTo>
                  <a:cubicBezTo>
                    <a:pt x="9621" y="4537"/>
                    <a:pt x="9085" y="3941"/>
                    <a:pt x="8394" y="3870"/>
                  </a:cubicBezTo>
                  <a:lnTo>
                    <a:pt x="8394" y="167"/>
                  </a:lnTo>
                  <a:cubicBezTo>
                    <a:pt x="8394" y="72"/>
                    <a:pt x="8311" y="0"/>
                    <a:pt x="8228" y="0"/>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4"/>
            <p:cNvSpPr/>
            <p:nvPr/>
          </p:nvSpPr>
          <p:spPr>
            <a:xfrm>
              <a:off x="6549060" y="3978567"/>
              <a:ext cx="26958" cy="10630"/>
            </a:xfrm>
            <a:custGeom>
              <a:avLst/>
              <a:gdLst/>
              <a:ahLst/>
              <a:cxnLst/>
              <a:rect l="l" t="t" r="r" b="b"/>
              <a:pathLst>
                <a:path w="847" h="334" extrusionOk="0">
                  <a:moveTo>
                    <a:pt x="156" y="0"/>
                  </a:moveTo>
                  <a:cubicBezTo>
                    <a:pt x="72" y="0"/>
                    <a:pt x="1" y="84"/>
                    <a:pt x="1" y="167"/>
                  </a:cubicBezTo>
                  <a:cubicBezTo>
                    <a:pt x="1" y="262"/>
                    <a:pt x="72" y="334"/>
                    <a:pt x="156" y="334"/>
                  </a:cubicBezTo>
                  <a:lnTo>
                    <a:pt x="680" y="334"/>
                  </a:lnTo>
                  <a:cubicBezTo>
                    <a:pt x="763" y="334"/>
                    <a:pt x="846" y="262"/>
                    <a:pt x="846" y="167"/>
                  </a:cubicBezTo>
                  <a:cubicBezTo>
                    <a:pt x="846" y="84"/>
                    <a:pt x="775" y="0"/>
                    <a:pt x="680" y="0"/>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4"/>
            <p:cNvSpPr/>
            <p:nvPr/>
          </p:nvSpPr>
          <p:spPr>
            <a:xfrm>
              <a:off x="6525572" y="3915357"/>
              <a:ext cx="24666" cy="22311"/>
            </a:xfrm>
            <a:custGeom>
              <a:avLst/>
              <a:gdLst/>
              <a:ahLst/>
              <a:cxnLst/>
              <a:rect l="l" t="t" r="r" b="b"/>
              <a:pathLst>
                <a:path w="775" h="701" extrusionOk="0">
                  <a:moveTo>
                    <a:pt x="605" y="1"/>
                  </a:moveTo>
                  <a:cubicBezTo>
                    <a:pt x="563" y="1"/>
                    <a:pt x="519" y="16"/>
                    <a:pt x="477" y="46"/>
                  </a:cubicBezTo>
                  <a:lnTo>
                    <a:pt x="108" y="415"/>
                  </a:lnTo>
                  <a:cubicBezTo>
                    <a:pt x="1" y="522"/>
                    <a:pt x="84" y="700"/>
                    <a:pt x="227" y="700"/>
                  </a:cubicBezTo>
                  <a:cubicBezTo>
                    <a:pt x="275" y="700"/>
                    <a:pt x="322" y="677"/>
                    <a:pt x="346" y="653"/>
                  </a:cubicBezTo>
                  <a:lnTo>
                    <a:pt x="715" y="284"/>
                  </a:lnTo>
                  <a:cubicBezTo>
                    <a:pt x="775" y="224"/>
                    <a:pt x="775" y="117"/>
                    <a:pt x="715" y="46"/>
                  </a:cubicBezTo>
                  <a:cubicBezTo>
                    <a:pt x="685" y="16"/>
                    <a:pt x="647" y="1"/>
                    <a:pt x="605"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4"/>
            <p:cNvSpPr/>
            <p:nvPr/>
          </p:nvSpPr>
          <p:spPr>
            <a:xfrm>
              <a:off x="6527099" y="4030191"/>
              <a:ext cx="23139" cy="22661"/>
            </a:xfrm>
            <a:custGeom>
              <a:avLst/>
              <a:gdLst/>
              <a:ahLst/>
              <a:cxnLst/>
              <a:rect l="l" t="t" r="r" b="b"/>
              <a:pathLst>
                <a:path w="727" h="712" extrusionOk="0">
                  <a:moveTo>
                    <a:pt x="183" y="1"/>
                  </a:moveTo>
                  <a:cubicBezTo>
                    <a:pt x="140" y="1"/>
                    <a:pt x="96" y="15"/>
                    <a:pt x="60" y="45"/>
                  </a:cubicBezTo>
                  <a:cubicBezTo>
                    <a:pt x="0" y="105"/>
                    <a:pt x="0" y="212"/>
                    <a:pt x="60" y="283"/>
                  </a:cubicBezTo>
                  <a:lnTo>
                    <a:pt x="429" y="664"/>
                  </a:lnTo>
                  <a:cubicBezTo>
                    <a:pt x="466" y="696"/>
                    <a:pt x="505" y="711"/>
                    <a:pt x="543" y="711"/>
                  </a:cubicBezTo>
                  <a:cubicBezTo>
                    <a:pt x="590" y="711"/>
                    <a:pt x="634" y="687"/>
                    <a:pt x="667" y="641"/>
                  </a:cubicBezTo>
                  <a:cubicBezTo>
                    <a:pt x="727" y="569"/>
                    <a:pt x="727" y="486"/>
                    <a:pt x="667" y="426"/>
                  </a:cubicBezTo>
                  <a:lnTo>
                    <a:pt x="298" y="45"/>
                  </a:lnTo>
                  <a:cubicBezTo>
                    <a:pt x="268" y="15"/>
                    <a:pt x="227" y="1"/>
                    <a:pt x="183"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48"/>
          <p:cNvSpPr txBox="1">
            <a:spLocks noGrp="1"/>
          </p:cNvSpPr>
          <p:nvPr>
            <p:ph type="title"/>
          </p:nvPr>
        </p:nvSpPr>
        <p:spPr>
          <a:xfrm>
            <a:off x="1001012" y="625231"/>
            <a:ext cx="3207300" cy="114886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dirty="0"/>
              <a:t>A perfect example for association</a:t>
            </a:r>
            <a:endParaRPr sz="3200" dirty="0"/>
          </a:p>
        </p:txBody>
      </p:sp>
      <p:sp>
        <p:nvSpPr>
          <p:cNvPr id="989" name="Google Shape;989;p48"/>
          <p:cNvSpPr txBox="1">
            <a:spLocks noGrp="1"/>
          </p:cNvSpPr>
          <p:nvPr>
            <p:ph type="subTitle" idx="1"/>
          </p:nvPr>
        </p:nvSpPr>
        <p:spPr>
          <a:xfrm>
            <a:off x="5255335" y="1218184"/>
            <a:ext cx="3207300" cy="145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There are 3 different methods to output Junior Student information.</a:t>
            </a:r>
          </a:p>
          <a:p>
            <a:pPr marL="0" lvl="0" indent="0" algn="l" rtl="0">
              <a:spcBef>
                <a:spcPts val="0"/>
              </a:spcBef>
              <a:spcAft>
                <a:spcPts val="0"/>
              </a:spcAft>
              <a:buNone/>
            </a:pPr>
            <a:r>
              <a:rPr lang="en" dirty="0"/>
              <a:t>It has attributes from its superclass, attributes from its aggregated courses class &amp; attributes from its composed parent class.</a:t>
            </a:r>
            <a:endParaRPr dirty="0"/>
          </a:p>
        </p:txBody>
      </p:sp>
      <p:pic>
        <p:nvPicPr>
          <p:cNvPr id="9" name="Picture 8" descr="A computer screen shot of a program code">
            <a:extLst>
              <a:ext uri="{FF2B5EF4-FFF2-40B4-BE49-F238E27FC236}">
                <a16:creationId xmlns:a16="http://schemas.microsoft.com/office/drawing/2014/main" id="{F3CC699F-3728-36C9-9D0D-6741A593DB47}"/>
              </a:ext>
            </a:extLst>
          </p:cNvPr>
          <p:cNvPicPr>
            <a:picLocks noChangeAspect="1"/>
          </p:cNvPicPr>
          <p:nvPr/>
        </p:nvPicPr>
        <p:blipFill rotWithShape="1">
          <a:blip r:embed="rId3"/>
          <a:srcRect l="4977" r="4000"/>
          <a:stretch/>
        </p:blipFill>
        <p:spPr>
          <a:xfrm>
            <a:off x="1001012" y="1955482"/>
            <a:ext cx="3914310" cy="2694671"/>
          </a:xfrm>
          <a:prstGeom prst="rect">
            <a:avLst/>
          </a:prstGeom>
        </p:spPr>
      </p:pic>
      <p:sp>
        <p:nvSpPr>
          <p:cNvPr id="10" name="Right Brace 9">
            <a:extLst>
              <a:ext uri="{FF2B5EF4-FFF2-40B4-BE49-F238E27FC236}">
                <a16:creationId xmlns:a16="http://schemas.microsoft.com/office/drawing/2014/main" id="{D58395B7-18E7-4DDD-C585-4B422A6D1DED}"/>
              </a:ext>
            </a:extLst>
          </p:cNvPr>
          <p:cNvSpPr/>
          <p:nvPr/>
        </p:nvSpPr>
        <p:spPr>
          <a:xfrm>
            <a:off x="3665415" y="2078892"/>
            <a:ext cx="45719" cy="9065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737B7C49-75B9-8980-0002-9618852F10AE}"/>
              </a:ext>
            </a:extLst>
          </p:cNvPr>
          <p:cNvSpPr/>
          <p:nvPr/>
        </p:nvSpPr>
        <p:spPr>
          <a:xfrm>
            <a:off x="4760742" y="3065756"/>
            <a:ext cx="45719" cy="60747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14" name="Right Brace 13">
            <a:extLst>
              <a:ext uri="{FF2B5EF4-FFF2-40B4-BE49-F238E27FC236}">
                <a16:creationId xmlns:a16="http://schemas.microsoft.com/office/drawing/2014/main" id="{AAFC8575-616B-6593-20D1-64E8B6490274}"/>
              </a:ext>
            </a:extLst>
          </p:cNvPr>
          <p:cNvSpPr/>
          <p:nvPr/>
        </p:nvSpPr>
        <p:spPr>
          <a:xfrm>
            <a:off x="4915322" y="3673231"/>
            <a:ext cx="45719" cy="7502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A1774BCC-697F-52E4-D48E-B331846C13E6}"/>
              </a:ext>
            </a:extLst>
          </p:cNvPr>
          <p:cNvSpPr txBox="1"/>
          <p:nvPr/>
        </p:nvSpPr>
        <p:spPr>
          <a:xfrm>
            <a:off x="3845170" y="2399323"/>
            <a:ext cx="664308" cy="338554"/>
          </a:xfrm>
          <a:prstGeom prst="rect">
            <a:avLst/>
          </a:prstGeom>
          <a:noFill/>
        </p:spPr>
        <p:txBody>
          <a:bodyPr wrap="square" rtlCol="0">
            <a:spAutoFit/>
          </a:bodyPr>
          <a:lstStyle/>
          <a:p>
            <a:r>
              <a:rPr lang="en-US" sz="800" dirty="0">
                <a:solidFill>
                  <a:schemeClr val="accent1"/>
                </a:solidFill>
                <a:latin typeface="Catamaran" pitchFamily="2" charset="0"/>
                <a:cs typeface="Catamaran" pitchFamily="2" charset="0"/>
              </a:rPr>
              <a:t>Superclass Attributes</a:t>
            </a:r>
          </a:p>
        </p:txBody>
      </p:sp>
      <p:sp>
        <p:nvSpPr>
          <p:cNvPr id="16" name="TextBox 15">
            <a:extLst>
              <a:ext uri="{FF2B5EF4-FFF2-40B4-BE49-F238E27FC236}">
                <a16:creationId xmlns:a16="http://schemas.microsoft.com/office/drawing/2014/main" id="{A2036EBF-94C5-3822-8EAB-CBF0A2C109DA}"/>
              </a:ext>
            </a:extLst>
          </p:cNvPr>
          <p:cNvSpPr txBox="1"/>
          <p:nvPr/>
        </p:nvSpPr>
        <p:spPr>
          <a:xfrm>
            <a:off x="4915322" y="3200216"/>
            <a:ext cx="680027" cy="338554"/>
          </a:xfrm>
          <a:prstGeom prst="rect">
            <a:avLst/>
          </a:prstGeom>
          <a:noFill/>
        </p:spPr>
        <p:txBody>
          <a:bodyPr vert="horz" wrap="square" rtlCol="0">
            <a:spAutoFit/>
          </a:bodyPr>
          <a:lstStyle/>
          <a:p>
            <a:r>
              <a:rPr lang="en-US" sz="800" dirty="0">
                <a:solidFill>
                  <a:srgbClr val="EDF078"/>
                </a:solidFill>
                <a:latin typeface="Catamaran" pitchFamily="2" charset="0"/>
                <a:cs typeface="Catamaran" pitchFamily="2" charset="0"/>
              </a:rPr>
              <a:t>Aggregated Attributes</a:t>
            </a:r>
          </a:p>
        </p:txBody>
      </p:sp>
      <p:sp>
        <p:nvSpPr>
          <p:cNvPr id="17" name="TextBox 16">
            <a:extLst>
              <a:ext uri="{FF2B5EF4-FFF2-40B4-BE49-F238E27FC236}">
                <a16:creationId xmlns:a16="http://schemas.microsoft.com/office/drawing/2014/main" id="{49EDE626-E340-2DC1-C98C-E7284E287FFA}"/>
              </a:ext>
            </a:extLst>
          </p:cNvPr>
          <p:cNvSpPr txBox="1"/>
          <p:nvPr/>
        </p:nvSpPr>
        <p:spPr>
          <a:xfrm>
            <a:off x="4976205" y="3879092"/>
            <a:ext cx="680027" cy="338554"/>
          </a:xfrm>
          <a:prstGeom prst="rect">
            <a:avLst/>
          </a:prstGeom>
          <a:noFill/>
        </p:spPr>
        <p:txBody>
          <a:bodyPr vert="horz" wrap="square" rtlCol="0">
            <a:spAutoFit/>
          </a:bodyPr>
          <a:lstStyle/>
          <a:p>
            <a:r>
              <a:rPr lang="en-US" sz="800" dirty="0">
                <a:solidFill>
                  <a:schemeClr val="accent4"/>
                </a:solidFill>
                <a:latin typeface="Catamaran" pitchFamily="2" charset="0"/>
                <a:cs typeface="Catamaran" pitchFamily="2" charset="0"/>
              </a:rPr>
              <a:t>Composed Attributes</a:t>
            </a:r>
          </a:p>
        </p:txBody>
      </p:sp>
      <p:sp>
        <p:nvSpPr>
          <p:cNvPr id="18" name="TextBox 17">
            <a:extLst>
              <a:ext uri="{FF2B5EF4-FFF2-40B4-BE49-F238E27FC236}">
                <a16:creationId xmlns:a16="http://schemas.microsoft.com/office/drawing/2014/main" id="{2F610B03-BD50-EC7E-7F10-A57A7A664484}"/>
              </a:ext>
            </a:extLst>
          </p:cNvPr>
          <p:cNvSpPr txBox="1"/>
          <p:nvPr/>
        </p:nvSpPr>
        <p:spPr>
          <a:xfrm>
            <a:off x="6072554" y="2985477"/>
            <a:ext cx="2556779" cy="1754326"/>
          </a:xfrm>
          <a:prstGeom prst="rect">
            <a:avLst/>
          </a:prstGeom>
          <a:noFill/>
        </p:spPr>
        <p:txBody>
          <a:bodyPr wrap="square" rtlCol="0">
            <a:spAutoFit/>
          </a:bodyPr>
          <a:lstStyle/>
          <a:p>
            <a:pPr algn="r"/>
            <a:r>
              <a:rPr lang="en-US" dirty="0">
                <a:solidFill>
                  <a:schemeClr val="accent1"/>
                </a:solidFill>
                <a:latin typeface="Catamaran" pitchFamily="2" charset="0"/>
                <a:cs typeface="Catamaran" pitchFamily="2" charset="0"/>
              </a:rPr>
              <a:t>Junior Student objects can directly access into its superclass attributes.</a:t>
            </a:r>
          </a:p>
          <a:p>
            <a:pPr algn="r"/>
            <a:endParaRPr lang="en-US" sz="500" dirty="0">
              <a:solidFill>
                <a:schemeClr val="accent4"/>
              </a:solidFill>
              <a:latin typeface="Catamaran" pitchFamily="2" charset="0"/>
              <a:cs typeface="Catamaran" pitchFamily="2" charset="0"/>
            </a:endParaRPr>
          </a:p>
          <a:p>
            <a:pPr algn="r"/>
            <a:r>
              <a:rPr lang="en-US" dirty="0">
                <a:solidFill>
                  <a:srgbClr val="EDF078"/>
                </a:solidFill>
                <a:latin typeface="Catamaran" pitchFamily="2" charset="0"/>
                <a:cs typeface="Catamaran" pitchFamily="2" charset="0"/>
              </a:rPr>
              <a:t>Getter function needs to access its aggregated attributes.</a:t>
            </a:r>
          </a:p>
          <a:p>
            <a:pPr algn="r"/>
            <a:endParaRPr lang="en-US" sz="500" dirty="0">
              <a:solidFill>
                <a:schemeClr val="accent4"/>
              </a:solidFill>
              <a:latin typeface="Catamaran" pitchFamily="2" charset="0"/>
              <a:cs typeface="Catamaran" pitchFamily="2" charset="0"/>
            </a:endParaRPr>
          </a:p>
          <a:p>
            <a:pPr algn="r"/>
            <a:r>
              <a:rPr lang="en-US" dirty="0">
                <a:solidFill>
                  <a:schemeClr val="accent4"/>
                </a:solidFill>
                <a:latin typeface="Catamaran" pitchFamily="2" charset="0"/>
                <a:cs typeface="Catamaran" pitchFamily="2" charset="0"/>
              </a:rPr>
              <a:t>Required object getter to access its composed attributes.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42"/>
          <p:cNvSpPr txBox="1">
            <a:spLocks noGrp="1"/>
          </p:cNvSpPr>
          <p:nvPr>
            <p:ph type="title"/>
          </p:nvPr>
        </p:nvSpPr>
        <p:spPr>
          <a:xfrm>
            <a:off x="1063113" y="3343800"/>
            <a:ext cx="48315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—Gautama Buddha</a:t>
            </a:r>
            <a:endParaRPr dirty="0"/>
          </a:p>
        </p:txBody>
      </p:sp>
      <p:sp>
        <p:nvSpPr>
          <p:cNvPr id="884" name="Google Shape;884;p42"/>
          <p:cNvSpPr txBox="1">
            <a:spLocks noGrp="1"/>
          </p:cNvSpPr>
          <p:nvPr>
            <p:ph type="subTitle" idx="1"/>
          </p:nvPr>
        </p:nvSpPr>
        <p:spPr>
          <a:xfrm>
            <a:off x="1063125" y="1342850"/>
            <a:ext cx="5474100" cy="181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“It is better to conquer yourself than to win a thousand battles. Then the victory is yours. It cannot be taken from you.”</a:t>
            </a:r>
            <a:endParaRPr dirty="0"/>
          </a:p>
        </p:txBody>
      </p:sp>
    </p:spTree>
    <p:extLst>
      <p:ext uri="{BB962C8B-B14F-4D97-AF65-F5344CB8AC3E}">
        <p14:creationId xmlns:p14="http://schemas.microsoft.com/office/powerpoint/2010/main" val="1172943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39"/>
          <p:cNvSpPr txBox="1">
            <a:spLocks noGrp="1"/>
          </p:cNvSpPr>
          <p:nvPr>
            <p:ph type="title"/>
          </p:nvPr>
        </p:nvSpPr>
        <p:spPr>
          <a:xfrm>
            <a:off x="713224" y="2109175"/>
            <a:ext cx="5144883"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500" dirty="0">
                <a:latin typeface="Source Sans Pro SemiBold" panose="020B0603030403020204" pitchFamily="34" charset="0"/>
                <a:ea typeface="Source Sans Pro SemiBold" panose="020B0603030403020204" pitchFamily="34" charset="0"/>
              </a:rPr>
              <a:t>Objects &amp; Methods</a:t>
            </a:r>
            <a:endParaRPr sz="4500" dirty="0">
              <a:latin typeface="Source Sans Pro SemiBold" panose="020B0603030403020204" pitchFamily="34" charset="0"/>
              <a:ea typeface="Source Sans Pro SemiBold" panose="020B0603030403020204" pitchFamily="34" charset="0"/>
            </a:endParaRPr>
          </a:p>
        </p:txBody>
      </p:sp>
      <p:sp>
        <p:nvSpPr>
          <p:cNvPr id="864" name="Google Shape;864;p39"/>
          <p:cNvSpPr txBox="1">
            <a:spLocks noGrp="1"/>
          </p:cNvSpPr>
          <p:nvPr>
            <p:ph type="subTitle" idx="1"/>
          </p:nvPr>
        </p:nvSpPr>
        <p:spPr>
          <a:xfrm>
            <a:off x="713224" y="2966593"/>
            <a:ext cx="4366775" cy="36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Creating objects that can be used in method calls</a:t>
            </a:r>
          </a:p>
        </p:txBody>
      </p:sp>
      <p:sp>
        <p:nvSpPr>
          <p:cNvPr id="865" name="Google Shape;865;p39"/>
          <p:cNvSpPr txBox="1">
            <a:spLocks noGrp="1"/>
          </p:cNvSpPr>
          <p:nvPr>
            <p:ph type="title" idx="2"/>
          </p:nvPr>
        </p:nvSpPr>
        <p:spPr>
          <a:xfrm>
            <a:off x="713225" y="1155439"/>
            <a:ext cx="1135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669253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30"/>
        <p:cNvGrpSpPr/>
        <p:nvPr/>
      </p:nvGrpSpPr>
      <p:grpSpPr>
        <a:xfrm>
          <a:off x="0" y="0"/>
          <a:ext cx="0" cy="0"/>
          <a:chOff x="0" y="0"/>
          <a:chExt cx="0" cy="0"/>
        </a:xfrm>
      </p:grpSpPr>
      <p:sp>
        <p:nvSpPr>
          <p:cNvPr id="1732" name="Google Shape;1732;p68"/>
          <p:cNvSpPr txBox="1">
            <a:spLocks noGrp="1"/>
          </p:cNvSpPr>
          <p:nvPr>
            <p:ph type="body" idx="1"/>
          </p:nvPr>
        </p:nvSpPr>
        <p:spPr>
          <a:xfrm>
            <a:off x="719968" y="451287"/>
            <a:ext cx="7704000" cy="833528"/>
          </a:xfrm>
          <a:prstGeom prst="rect">
            <a:avLst/>
          </a:prstGeom>
        </p:spPr>
        <p:txBody>
          <a:bodyPr spcFirstLastPara="1" wrap="square" lIns="91425" tIns="91425" rIns="91425" bIns="91425" anchor="t" anchorCtr="0">
            <a:noAutofit/>
          </a:bodyPr>
          <a:lstStyle/>
          <a:p>
            <a:pPr marL="285750" indent="-285750"/>
            <a:r>
              <a:rPr lang="en" sz="1400" dirty="0"/>
              <a:t>Objects are created using different constructors based on method calling purposes.</a:t>
            </a:r>
          </a:p>
          <a:p>
            <a:pPr marL="0" indent="0">
              <a:buNone/>
            </a:pPr>
            <a:endParaRPr sz="500" dirty="0">
              <a:solidFill>
                <a:schemeClr val="dk1"/>
              </a:solidFill>
            </a:endParaRPr>
          </a:p>
          <a:p>
            <a:pPr marL="0" lvl="0" indent="0" algn="l" rtl="0">
              <a:spcBef>
                <a:spcPts val="1000"/>
              </a:spcBef>
              <a:spcAft>
                <a:spcPts val="0"/>
              </a:spcAft>
              <a:buNone/>
            </a:pPr>
            <a:r>
              <a:rPr lang="en" sz="1800" dirty="0">
                <a:latin typeface="Anton"/>
                <a:ea typeface="Anton"/>
                <a:cs typeface="Anton"/>
                <a:sym typeface="Anton"/>
              </a:rPr>
              <a:t>Object Creation</a:t>
            </a:r>
            <a:endParaRPr sz="1400" dirty="0">
              <a:solidFill>
                <a:schemeClr val="dk1"/>
              </a:solidFill>
            </a:endParaRPr>
          </a:p>
          <a:p>
            <a:pPr marL="0" lvl="0" indent="0" algn="l" rtl="0">
              <a:spcBef>
                <a:spcPts val="0"/>
              </a:spcBef>
              <a:spcAft>
                <a:spcPts val="1600"/>
              </a:spcAft>
              <a:buNone/>
            </a:pPr>
            <a:endParaRPr dirty="0"/>
          </a:p>
        </p:txBody>
      </p:sp>
      <p:sp>
        <p:nvSpPr>
          <p:cNvPr id="1734" name="Google Shape;1734;p68"/>
          <p:cNvSpPr/>
          <p:nvPr/>
        </p:nvSpPr>
        <p:spPr>
          <a:xfrm>
            <a:off x="3835177" y="4072536"/>
            <a:ext cx="3858586" cy="684313"/>
          </a:xfrm>
          <a:custGeom>
            <a:avLst/>
            <a:gdLst/>
            <a:ahLst/>
            <a:cxnLst/>
            <a:rect l="l" t="t" r="r" b="b"/>
            <a:pathLst>
              <a:path w="70855" h="12566" extrusionOk="0">
                <a:moveTo>
                  <a:pt x="41418" y="1"/>
                </a:moveTo>
                <a:cubicBezTo>
                  <a:pt x="41159" y="1"/>
                  <a:pt x="41030" y="130"/>
                  <a:pt x="40900" y="292"/>
                </a:cubicBezTo>
                <a:lnTo>
                  <a:pt x="0" y="292"/>
                </a:lnTo>
                <a:lnTo>
                  <a:pt x="0" y="551"/>
                </a:lnTo>
                <a:lnTo>
                  <a:pt x="40900" y="551"/>
                </a:lnTo>
                <a:cubicBezTo>
                  <a:pt x="41030" y="681"/>
                  <a:pt x="41159" y="810"/>
                  <a:pt x="41418" y="810"/>
                </a:cubicBezTo>
                <a:cubicBezTo>
                  <a:pt x="41580" y="810"/>
                  <a:pt x="41839" y="681"/>
                  <a:pt x="41839" y="422"/>
                </a:cubicBezTo>
                <a:cubicBezTo>
                  <a:pt x="41839" y="130"/>
                  <a:pt x="41580" y="1"/>
                  <a:pt x="41418" y="1"/>
                </a:cubicBezTo>
                <a:close/>
                <a:moveTo>
                  <a:pt x="53983" y="1490"/>
                </a:moveTo>
                <a:cubicBezTo>
                  <a:pt x="53724" y="1490"/>
                  <a:pt x="53562" y="1620"/>
                  <a:pt x="53562" y="1749"/>
                </a:cubicBezTo>
                <a:lnTo>
                  <a:pt x="0" y="1749"/>
                </a:lnTo>
                <a:lnTo>
                  <a:pt x="0" y="2041"/>
                </a:lnTo>
                <a:lnTo>
                  <a:pt x="53562" y="2041"/>
                </a:lnTo>
                <a:cubicBezTo>
                  <a:pt x="53562" y="2170"/>
                  <a:pt x="53724" y="2300"/>
                  <a:pt x="53983" y="2300"/>
                </a:cubicBezTo>
                <a:cubicBezTo>
                  <a:pt x="54242" y="2300"/>
                  <a:pt x="54371" y="2170"/>
                  <a:pt x="54371" y="1911"/>
                </a:cubicBezTo>
                <a:cubicBezTo>
                  <a:pt x="54371" y="1620"/>
                  <a:pt x="54242" y="1490"/>
                  <a:pt x="53983" y="1490"/>
                </a:cubicBezTo>
                <a:close/>
                <a:moveTo>
                  <a:pt x="57091" y="1620"/>
                </a:moveTo>
                <a:lnTo>
                  <a:pt x="57091" y="2429"/>
                </a:lnTo>
                <a:lnTo>
                  <a:pt x="56282" y="2429"/>
                </a:lnTo>
                <a:lnTo>
                  <a:pt x="56282" y="1620"/>
                </a:lnTo>
                <a:close/>
                <a:moveTo>
                  <a:pt x="58711" y="1620"/>
                </a:moveTo>
                <a:lnTo>
                  <a:pt x="58711" y="2429"/>
                </a:lnTo>
                <a:lnTo>
                  <a:pt x="57901" y="2429"/>
                </a:lnTo>
                <a:lnTo>
                  <a:pt x="57901" y="1620"/>
                </a:lnTo>
                <a:close/>
                <a:moveTo>
                  <a:pt x="62078" y="1620"/>
                </a:moveTo>
                <a:lnTo>
                  <a:pt x="62078" y="2429"/>
                </a:lnTo>
                <a:lnTo>
                  <a:pt x="61269" y="2429"/>
                </a:lnTo>
                <a:lnTo>
                  <a:pt x="61269" y="1620"/>
                </a:lnTo>
                <a:close/>
                <a:moveTo>
                  <a:pt x="63698" y="1620"/>
                </a:moveTo>
                <a:lnTo>
                  <a:pt x="63698" y="2429"/>
                </a:lnTo>
                <a:lnTo>
                  <a:pt x="62888" y="2429"/>
                </a:lnTo>
                <a:lnTo>
                  <a:pt x="62888" y="1620"/>
                </a:lnTo>
                <a:close/>
                <a:moveTo>
                  <a:pt x="67065" y="1620"/>
                </a:moveTo>
                <a:lnTo>
                  <a:pt x="67065" y="2429"/>
                </a:lnTo>
                <a:lnTo>
                  <a:pt x="66256" y="2429"/>
                </a:lnTo>
                <a:lnTo>
                  <a:pt x="66256" y="1620"/>
                </a:lnTo>
                <a:close/>
                <a:moveTo>
                  <a:pt x="68685" y="1620"/>
                </a:moveTo>
                <a:lnTo>
                  <a:pt x="68685" y="2429"/>
                </a:lnTo>
                <a:lnTo>
                  <a:pt x="67875" y="2429"/>
                </a:lnTo>
                <a:lnTo>
                  <a:pt x="67875" y="1620"/>
                </a:lnTo>
                <a:close/>
                <a:moveTo>
                  <a:pt x="56152" y="1490"/>
                </a:moveTo>
                <a:lnTo>
                  <a:pt x="56152" y="2559"/>
                </a:lnTo>
                <a:lnTo>
                  <a:pt x="57221" y="2559"/>
                </a:lnTo>
                <a:lnTo>
                  <a:pt x="57221" y="1490"/>
                </a:lnTo>
                <a:close/>
                <a:moveTo>
                  <a:pt x="57772" y="1490"/>
                </a:moveTo>
                <a:lnTo>
                  <a:pt x="57772" y="2559"/>
                </a:lnTo>
                <a:lnTo>
                  <a:pt x="58840" y="2559"/>
                </a:lnTo>
                <a:lnTo>
                  <a:pt x="58840" y="1490"/>
                </a:lnTo>
                <a:close/>
                <a:moveTo>
                  <a:pt x="59520" y="1490"/>
                </a:moveTo>
                <a:lnTo>
                  <a:pt x="59520" y="2559"/>
                </a:lnTo>
                <a:lnTo>
                  <a:pt x="60459" y="2559"/>
                </a:lnTo>
                <a:lnTo>
                  <a:pt x="60459" y="2429"/>
                </a:lnTo>
                <a:lnTo>
                  <a:pt x="59650" y="2429"/>
                </a:lnTo>
                <a:lnTo>
                  <a:pt x="59650" y="1620"/>
                </a:lnTo>
                <a:lnTo>
                  <a:pt x="60459" y="1620"/>
                </a:lnTo>
                <a:lnTo>
                  <a:pt x="60459" y="1490"/>
                </a:lnTo>
                <a:close/>
                <a:moveTo>
                  <a:pt x="61139" y="1490"/>
                </a:moveTo>
                <a:lnTo>
                  <a:pt x="61139" y="2559"/>
                </a:lnTo>
                <a:lnTo>
                  <a:pt x="62208" y="2559"/>
                </a:lnTo>
                <a:lnTo>
                  <a:pt x="62208" y="1490"/>
                </a:lnTo>
                <a:close/>
                <a:moveTo>
                  <a:pt x="62759" y="1490"/>
                </a:moveTo>
                <a:lnTo>
                  <a:pt x="62759" y="2559"/>
                </a:lnTo>
                <a:lnTo>
                  <a:pt x="63827" y="2559"/>
                </a:lnTo>
                <a:lnTo>
                  <a:pt x="63827" y="1490"/>
                </a:lnTo>
                <a:close/>
                <a:moveTo>
                  <a:pt x="64507" y="1490"/>
                </a:moveTo>
                <a:lnTo>
                  <a:pt x="64507" y="2559"/>
                </a:lnTo>
                <a:lnTo>
                  <a:pt x="65446" y="2559"/>
                </a:lnTo>
                <a:lnTo>
                  <a:pt x="65446" y="2429"/>
                </a:lnTo>
                <a:lnTo>
                  <a:pt x="64637" y="2429"/>
                </a:lnTo>
                <a:lnTo>
                  <a:pt x="64637" y="1620"/>
                </a:lnTo>
                <a:lnTo>
                  <a:pt x="65446" y="1620"/>
                </a:lnTo>
                <a:lnTo>
                  <a:pt x="65446" y="1490"/>
                </a:lnTo>
                <a:close/>
                <a:moveTo>
                  <a:pt x="66126" y="1490"/>
                </a:moveTo>
                <a:lnTo>
                  <a:pt x="66126" y="2559"/>
                </a:lnTo>
                <a:lnTo>
                  <a:pt x="67195" y="2559"/>
                </a:lnTo>
                <a:lnTo>
                  <a:pt x="67195" y="1490"/>
                </a:lnTo>
                <a:close/>
                <a:moveTo>
                  <a:pt x="67745" y="1490"/>
                </a:moveTo>
                <a:lnTo>
                  <a:pt x="67745" y="2559"/>
                </a:lnTo>
                <a:lnTo>
                  <a:pt x="68814" y="2559"/>
                </a:lnTo>
                <a:lnTo>
                  <a:pt x="68814" y="1490"/>
                </a:lnTo>
                <a:close/>
                <a:moveTo>
                  <a:pt x="69494" y="1490"/>
                </a:moveTo>
                <a:lnTo>
                  <a:pt x="69494" y="2559"/>
                </a:lnTo>
                <a:lnTo>
                  <a:pt x="70433" y="2559"/>
                </a:lnTo>
                <a:lnTo>
                  <a:pt x="70433" y="2429"/>
                </a:lnTo>
                <a:lnTo>
                  <a:pt x="69624" y="2429"/>
                </a:lnTo>
                <a:lnTo>
                  <a:pt x="69624" y="1620"/>
                </a:lnTo>
                <a:lnTo>
                  <a:pt x="70433" y="1620"/>
                </a:lnTo>
                <a:lnTo>
                  <a:pt x="70433" y="1490"/>
                </a:lnTo>
                <a:close/>
                <a:moveTo>
                  <a:pt x="53983" y="2980"/>
                </a:moveTo>
                <a:cubicBezTo>
                  <a:pt x="53724" y="2980"/>
                  <a:pt x="53562" y="3109"/>
                  <a:pt x="53562" y="3239"/>
                </a:cubicBezTo>
                <a:lnTo>
                  <a:pt x="0" y="3239"/>
                </a:lnTo>
                <a:lnTo>
                  <a:pt x="0" y="3530"/>
                </a:lnTo>
                <a:lnTo>
                  <a:pt x="53562" y="3530"/>
                </a:lnTo>
                <a:cubicBezTo>
                  <a:pt x="53562" y="3660"/>
                  <a:pt x="53724" y="3789"/>
                  <a:pt x="53983" y="3789"/>
                </a:cubicBezTo>
                <a:cubicBezTo>
                  <a:pt x="54242" y="3789"/>
                  <a:pt x="54371" y="3660"/>
                  <a:pt x="54371" y="3368"/>
                </a:cubicBezTo>
                <a:cubicBezTo>
                  <a:pt x="54371" y="3109"/>
                  <a:pt x="54242" y="2980"/>
                  <a:pt x="53983" y="2980"/>
                </a:cubicBezTo>
                <a:close/>
                <a:moveTo>
                  <a:pt x="58711" y="2980"/>
                </a:moveTo>
                <a:lnTo>
                  <a:pt x="58711" y="3789"/>
                </a:lnTo>
                <a:lnTo>
                  <a:pt x="57901" y="3789"/>
                </a:lnTo>
                <a:lnTo>
                  <a:pt x="57901" y="2980"/>
                </a:lnTo>
                <a:close/>
                <a:moveTo>
                  <a:pt x="62078" y="2980"/>
                </a:moveTo>
                <a:lnTo>
                  <a:pt x="62078" y="3789"/>
                </a:lnTo>
                <a:lnTo>
                  <a:pt x="61269" y="3789"/>
                </a:lnTo>
                <a:lnTo>
                  <a:pt x="61269" y="2980"/>
                </a:lnTo>
                <a:close/>
                <a:moveTo>
                  <a:pt x="63698" y="2980"/>
                </a:moveTo>
                <a:lnTo>
                  <a:pt x="63698" y="3789"/>
                </a:lnTo>
                <a:lnTo>
                  <a:pt x="62888" y="3789"/>
                </a:lnTo>
                <a:lnTo>
                  <a:pt x="62888" y="2980"/>
                </a:lnTo>
                <a:close/>
                <a:moveTo>
                  <a:pt x="67065" y="2980"/>
                </a:moveTo>
                <a:lnTo>
                  <a:pt x="67065" y="3789"/>
                </a:lnTo>
                <a:lnTo>
                  <a:pt x="66256" y="3789"/>
                </a:lnTo>
                <a:lnTo>
                  <a:pt x="66256" y="2980"/>
                </a:lnTo>
                <a:close/>
                <a:moveTo>
                  <a:pt x="68685" y="2980"/>
                </a:moveTo>
                <a:lnTo>
                  <a:pt x="68685" y="3789"/>
                </a:lnTo>
                <a:lnTo>
                  <a:pt x="67875" y="3789"/>
                </a:lnTo>
                <a:lnTo>
                  <a:pt x="67875" y="2980"/>
                </a:lnTo>
                <a:close/>
                <a:moveTo>
                  <a:pt x="57772" y="2850"/>
                </a:moveTo>
                <a:lnTo>
                  <a:pt x="57772" y="3919"/>
                </a:lnTo>
                <a:lnTo>
                  <a:pt x="58840" y="3919"/>
                </a:lnTo>
                <a:lnTo>
                  <a:pt x="58840" y="2850"/>
                </a:lnTo>
                <a:close/>
                <a:moveTo>
                  <a:pt x="59520" y="2850"/>
                </a:moveTo>
                <a:lnTo>
                  <a:pt x="59520" y="3919"/>
                </a:lnTo>
                <a:lnTo>
                  <a:pt x="60459" y="3919"/>
                </a:lnTo>
                <a:lnTo>
                  <a:pt x="60459" y="3789"/>
                </a:lnTo>
                <a:lnTo>
                  <a:pt x="59650" y="3789"/>
                </a:lnTo>
                <a:lnTo>
                  <a:pt x="59650" y="2980"/>
                </a:lnTo>
                <a:lnTo>
                  <a:pt x="60459" y="2980"/>
                </a:lnTo>
                <a:lnTo>
                  <a:pt x="60459" y="2850"/>
                </a:lnTo>
                <a:close/>
                <a:moveTo>
                  <a:pt x="61139" y="2850"/>
                </a:moveTo>
                <a:lnTo>
                  <a:pt x="61139" y="3919"/>
                </a:lnTo>
                <a:lnTo>
                  <a:pt x="62208" y="3919"/>
                </a:lnTo>
                <a:lnTo>
                  <a:pt x="62208" y="2850"/>
                </a:lnTo>
                <a:close/>
                <a:moveTo>
                  <a:pt x="62759" y="2850"/>
                </a:moveTo>
                <a:lnTo>
                  <a:pt x="62759" y="3919"/>
                </a:lnTo>
                <a:lnTo>
                  <a:pt x="63827" y="3919"/>
                </a:lnTo>
                <a:lnTo>
                  <a:pt x="63827" y="2850"/>
                </a:lnTo>
                <a:close/>
                <a:moveTo>
                  <a:pt x="64507" y="2850"/>
                </a:moveTo>
                <a:lnTo>
                  <a:pt x="64507" y="3919"/>
                </a:lnTo>
                <a:lnTo>
                  <a:pt x="65446" y="3919"/>
                </a:lnTo>
                <a:lnTo>
                  <a:pt x="65446" y="3789"/>
                </a:lnTo>
                <a:lnTo>
                  <a:pt x="64637" y="3789"/>
                </a:lnTo>
                <a:lnTo>
                  <a:pt x="64637" y="2980"/>
                </a:lnTo>
                <a:lnTo>
                  <a:pt x="65446" y="2980"/>
                </a:lnTo>
                <a:lnTo>
                  <a:pt x="65446" y="2850"/>
                </a:lnTo>
                <a:close/>
                <a:moveTo>
                  <a:pt x="66126" y="2850"/>
                </a:moveTo>
                <a:lnTo>
                  <a:pt x="66126" y="3919"/>
                </a:lnTo>
                <a:lnTo>
                  <a:pt x="67195" y="3919"/>
                </a:lnTo>
                <a:lnTo>
                  <a:pt x="67195" y="2850"/>
                </a:lnTo>
                <a:close/>
                <a:moveTo>
                  <a:pt x="67745" y="2850"/>
                </a:moveTo>
                <a:lnTo>
                  <a:pt x="67745" y="3919"/>
                </a:lnTo>
                <a:lnTo>
                  <a:pt x="68814" y="3919"/>
                </a:lnTo>
                <a:lnTo>
                  <a:pt x="68814" y="2850"/>
                </a:lnTo>
                <a:close/>
                <a:moveTo>
                  <a:pt x="69494" y="2850"/>
                </a:moveTo>
                <a:lnTo>
                  <a:pt x="69494" y="3919"/>
                </a:lnTo>
                <a:lnTo>
                  <a:pt x="70433" y="3919"/>
                </a:lnTo>
                <a:lnTo>
                  <a:pt x="70433" y="3789"/>
                </a:lnTo>
                <a:lnTo>
                  <a:pt x="69624" y="3789"/>
                </a:lnTo>
                <a:lnTo>
                  <a:pt x="69624" y="2980"/>
                </a:lnTo>
                <a:lnTo>
                  <a:pt x="70433" y="2980"/>
                </a:lnTo>
                <a:lnTo>
                  <a:pt x="70433" y="2850"/>
                </a:lnTo>
                <a:close/>
                <a:moveTo>
                  <a:pt x="26716" y="4340"/>
                </a:moveTo>
                <a:cubicBezTo>
                  <a:pt x="26457" y="4340"/>
                  <a:pt x="26328" y="4469"/>
                  <a:pt x="26198" y="4728"/>
                </a:cubicBezTo>
                <a:lnTo>
                  <a:pt x="0" y="4728"/>
                </a:lnTo>
                <a:lnTo>
                  <a:pt x="0" y="4988"/>
                </a:lnTo>
                <a:lnTo>
                  <a:pt x="26198" y="4988"/>
                </a:lnTo>
                <a:cubicBezTo>
                  <a:pt x="26328" y="5149"/>
                  <a:pt x="26457" y="5279"/>
                  <a:pt x="26716" y="5279"/>
                </a:cubicBezTo>
                <a:cubicBezTo>
                  <a:pt x="26846" y="5279"/>
                  <a:pt x="27008" y="5149"/>
                  <a:pt x="27137" y="4988"/>
                </a:cubicBezTo>
                <a:lnTo>
                  <a:pt x="69915" y="4988"/>
                </a:lnTo>
                <a:cubicBezTo>
                  <a:pt x="70045" y="5149"/>
                  <a:pt x="70174" y="5279"/>
                  <a:pt x="70304" y="5279"/>
                </a:cubicBezTo>
                <a:cubicBezTo>
                  <a:pt x="70563" y="5279"/>
                  <a:pt x="70854" y="5149"/>
                  <a:pt x="70854" y="4858"/>
                </a:cubicBezTo>
                <a:cubicBezTo>
                  <a:pt x="70854" y="4599"/>
                  <a:pt x="70563" y="4340"/>
                  <a:pt x="70304" y="4340"/>
                </a:cubicBezTo>
                <a:cubicBezTo>
                  <a:pt x="70174" y="4340"/>
                  <a:pt x="70045" y="4469"/>
                  <a:pt x="69915" y="4728"/>
                </a:cubicBezTo>
                <a:lnTo>
                  <a:pt x="27137" y="4728"/>
                </a:lnTo>
                <a:cubicBezTo>
                  <a:pt x="27008" y="4469"/>
                  <a:pt x="26846" y="4340"/>
                  <a:pt x="26716" y="4340"/>
                </a:cubicBezTo>
                <a:close/>
                <a:moveTo>
                  <a:pt x="70304" y="5797"/>
                </a:moveTo>
                <a:cubicBezTo>
                  <a:pt x="70174" y="5797"/>
                  <a:pt x="70045" y="5959"/>
                  <a:pt x="69915" y="6218"/>
                </a:cubicBezTo>
                <a:lnTo>
                  <a:pt x="0" y="6218"/>
                </a:lnTo>
                <a:lnTo>
                  <a:pt x="0" y="6348"/>
                </a:lnTo>
                <a:lnTo>
                  <a:pt x="69915" y="6348"/>
                </a:lnTo>
                <a:cubicBezTo>
                  <a:pt x="70045" y="6607"/>
                  <a:pt x="70174" y="6769"/>
                  <a:pt x="70304" y="6769"/>
                </a:cubicBezTo>
                <a:cubicBezTo>
                  <a:pt x="70563" y="6769"/>
                  <a:pt x="70854" y="6477"/>
                  <a:pt x="70854" y="6348"/>
                </a:cubicBezTo>
                <a:cubicBezTo>
                  <a:pt x="70854" y="6089"/>
                  <a:pt x="70563" y="5797"/>
                  <a:pt x="70304" y="5797"/>
                </a:cubicBezTo>
                <a:close/>
                <a:moveTo>
                  <a:pt x="23769" y="7287"/>
                </a:moveTo>
                <a:cubicBezTo>
                  <a:pt x="23478" y="7287"/>
                  <a:pt x="23348" y="7416"/>
                  <a:pt x="23348" y="7708"/>
                </a:cubicBezTo>
                <a:lnTo>
                  <a:pt x="0" y="7708"/>
                </a:lnTo>
                <a:lnTo>
                  <a:pt x="0" y="7837"/>
                </a:lnTo>
                <a:lnTo>
                  <a:pt x="23348" y="7837"/>
                </a:lnTo>
                <a:cubicBezTo>
                  <a:pt x="23348" y="8096"/>
                  <a:pt x="23478" y="8226"/>
                  <a:pt x="23769" y="8226"/>
                </a:cubicBezTo>
                <a:cubicBezTo>
                  <a:pt x="24029" y="8226"/>
                  <a:pt x="24158" y="8096"/>
                  <a:pt x="24158" y="7837"/>
                </a:cubicBezTo>
                <a:lnTo>
                  <a:pt x="69915" y="7837"/>
                </a:lnTo>
                <a:cubicBezTo>
                  <a:pt x="70045" y="8096"/>
                  <a:pt x="70174" y="8226"/>
                  <a:pt x="70304" y="8226"/>
                </a:cubicBezTo>
                <a:cubicBezTo>
                  <a:pt x="70563" y="8226"/>
                  <a:pt x="70854" y="7967"/>
                  <a:pt x="70854" y="7708"/>
                </a:cubicBezTo>
                <a:cubicBezTo>
                  <a:pt x="70854" y="7578"/>
                  <a:pt x="70563" y="7287"/>
                  <a:pt x="70304" y="7287"/>
                </a:cubicBezTo>
                <a:cubicBezTo>
                  <a:pt x="70174" y="7287"/>
                  <a:pt x="70045" y="7416"/>
                  <a:pt x="69915" y="7708"/>
                </a:cubicBezTo>
                <a:lnTo>
                  <a:pt x="24158" y="7708"/>
                </a:lnTo>
                <a:cubicBezTo>
                  <a:pt x="24158" y="7416"/>
                  <a:pt x="24029" y="7287"/>
                  <a:pt x="23769" y="7287"/>
                </a:cubicBezTo>
                <a:close/>
                <a:moveTo>
                  <a:pt x="70304" y="8776"/>
                </a:moveTo>
                <a:cubicBezTo>
                  <a:pt x="70174" y="8776"/>
                  <a:pt x="70045" y="8906"/>
                  <a:pt x="69915" y="9035"/>
                </a:cubicBezTo>
                <a:lnTo>
                  <a:pt x="0" y="9035"/>
                </a:lnTo>
                <a:lnTo>
                  <a:pt x="0" y="9327"/>
                </a:lnTo>
                <a:lnTo>
                  <a:pt x="69915" y="9327"/>
                </a:lnTo>
                <a:cubicBezTo>
                  <a:pt x="70045" y="9586"/>
                  <a:pt x="70174" y="9715"/>
                  <a:pt x="70304" y="9715"/>
                </a:cubicBezTo>
                <a:cubicBezTo>
                  <a:pt x="70563" y="9715"/>
                  <a:pt x="70854" y="9456"/>
                  <a:pt x="70854" y="9197"/>
                </a:cubicBezTo>
                <a:cubicBezTo>
                  <a:pt x="70854" y="9035"/>
                  <a:pt x="70563" y="8776"/>
                  <a:pt x="70304" y="8776"/>
                </a:cubicBezTo>
                <a:close/>
                <a:moveTo>
                  <a:pt x="21859" y="10266"/>
                </a:moveTo>
                <a:cubicBezTo>
                  <a:pt x="21600" y="10266"/>
                  <a:pt x="21470" y="10395"/>
                  <a:pt x="21470" y="10525"/>
                </a:cubicBezTo>
                <a:lnTo>
                  <a:pt x="0" y="10525"/>
                </a:lnTo>
                <a:lnTo>
                  <a:pt x="0" y="10816"/>
                </a:lnTo>
                <a:lnTo>
                  <a:pt x="21470" y="10816"/>
                </a:lnTo>
                <a:cubicBezTo>
                  <a:pt x="21470" y="11075"/>
                  <a:pt x="21600" y="11205"/>
                  <a:pt x="21859" y="11205"/>
                </a:cubicBezTo>
                <a:cubicBezTo>
                  <a:pt x="21988" y="11205"/>
                  <a:pt x="22280" y="11075"/>
                  <a:pt x="22280" y="10816"/>
                </a:cubicBezTo>
                <a:lnTo>
                  <a:pt x="26198" y="10816"/>
                </a:lnTo>
                <a:cubicBezTo>
                  <a:pt x="26328" y="11075"/>
                  <a:pt x="26457" y="11205"/>
                  <a:pt x="26716" y="11205"/>
                </a:cubicBezTo>
                <a:cubicBezTo>
                  <a:pt x="26846" y="11205"/>
                  <a:pt x="27008" y="11075"/>
                  <a:pt x="27137" y="10816"/>
                </a:cubicBezTo>
                <a:lnTo>
                  <a:pt x="69915" y="10816"/>
                </a:lnTo>
                <a:cubicBezTo>
                  <a:pt x="70045" y="11075"/>
                  <a:pt x="70174" y="11205"/>
                  <a:pt x="70304" y="11205"/>
                </a:cubicBezTo>
                <a:cubicBezTo>
                  <a:pt x="70563" y="11205"/>
                  <a:pt x="70854" y="10946"/>
                  <a:pt x="70854" y="10655"/>
                </a:cubicBezTo>
                <a:cubicBezTo>
                  <a:pt x="70854" y="10395"/>
                  <a:pt x="70563" y="10266"/>
                  <a:pt x="70304" y="10266"/>
                </a:cubicBezTo>
                <a:cubicBezTo>
                  <a:pt x="70174" y="10266"/>
                  <a:pt x="70045" y="10395"/>
                  <a:pt x="69915" y="10525"/>
                </a:cubicBezTo>
                <a:lnTo>
                  <a:pt x="27137" y="10525"/>
                </a:lnTo>
                <a:cubicBezTo>
                  <a:pt x="27008" y="10395"/>
                  <a:pt x="26846" y="10266"/>
                  <a:pt x="26716" y="10266"/>
                </a:cubicBezTo>
                <a:cubicBezTo>
                  <a:pt x="26457" y="10266"/>
                  <a:pt x="26328" y="10395"/>
                  <a:pt x="26198" y="10525"/>
                </a:cubicBezTo>
                <a:lnTo>
                  <a:pt x="22280" y="10525"/>
                </a:lnTo>
                <a:cubicBezTo>
                  <a:pt x="22280" y="10395"/>
                  <a:pt x="21988" y="10266"/>
                  <a:pt x="21859" y="10266"/>
                </a:cubicBezTo>
                <a:close/>
                <a:moveTo>
                  <a:pt x="13245" y="11756"/>
                </a:moveTo>
                <a:cubicBezTo>
                  <a:pt x="13083" y="11756"/>
                  <a:pt x="12824" y="11885"/>
                  <a:pt x="12824" y="12015"/>
                </a:cubicBezTo>
                <a:lnTo>
                  <a:pt x="0" y="12015"/>
                </a:lnTo>
                <a:lnTo>
                  <a:pt x="0" y="12274"/>
                </a:lnTo>
                <a:lnTo>
                  <a:pt x="12824" y="12274"/>
                </a:lnTo>
                <a:cubicBezTo>
                  <a:pt x="12824" y="12436"/>
                  <a:pt x="13083" y="12565"/>
                  <a:pt x="13245" y="12565"/>
                </a:cubicBezTo>
                <a:cubicBezTo>
                  <a:pt x="13504" y="12565"/>
                  <a:pt x="13634" y="12436"/>
                  <a:pt x="13634" y="12274"/>
                </a:cubicBezTo>
                <a:lnTo>
                  <a:pt x="14573" y="12274"/>
                </a:lnTo>
                <a:cubicBezTo>
                  <a:pt x="14573" y="12436"/>
                  <a:pt x="14702" y="12565"/>
                  <a:pt x="14994" y="12565"/>
                </a:cubicBezTo>
                <a:cubicBezTo>
                  <a:pt x="15253" y="12565"/>
                  <a:pt x="15382" y="12436"/>
                  <a:pt x="15382" y="12274"/>
                </a:cubicBezTo>
                <a:lnTo>
                  <a:pt x="16321" y="12274"/>
                </a:lnTo>
                <a:cubicBezTo>
                  <a:pt x="16321" y="12436"/>
                  <a:pt x="16483" y="12565"/>
                  <a:pt x="16742" y="12565"/>
                </a:cubicBezTo>
                <a:cubicBezTo>
                  <a:pt x="17001" y="12565"/>
                  <a:pt x="17131" y="12436"/>
                  <a:pt x="17131" y="12274"/>
                </a:cubicBezTo>
                <a:lnTo>
                  <a:pt x="18102" y="12274"/>
                </a:lnTo>
                <a:cubicBezTo>
                  <a:pt x="18102" y="12436"/>
                  <a:pt x="18232" y="12565"/>
                  <a:pt x="18491" y="12565"/>
                </a:cubicBezTo>
                <a:cubicBezTo>
                  <a:pt x="18621" y="12565"/>
                  <a:pt x="18912" y="12436"/>
                  <a:pt x="18912" y="12274"/>
                </a:cubicBezTo>
                <a:lnTo>
                  <a:pt x="23348" y="12274"/>
                </a:lnTo>
                <a:cubicBezTo>
                  <a:pt x="23478" y="12436"/>
                  <a:pt x="23608" y="12565"/>
                  <a:pt x="23899" y="12565"/>
                </a:cubicBezTo>
                <a:cubicBezTo>
                  <a:pt x="24029" y="12565"/>
                  <a:pt x="24288" y="12436"/>
                  <a:pt x="24288" y="12274"/>
                </a:cubicBezTo>
                <a:lnTo>
                  <a:pt x="28756" y="12274"/>
                </a:lnTo>
                <a:cubicBezTo>
                  <a:pt x="28886" y="12436"/>
                  <a:pt x="29015" y="12565"/>
                  <a:pt x="29275" y="12565"/>
                </a:cubicBezTo>
                <a:cubicBezTo>
                  <a:pt x="29436" y="12565"/>
                  <a:pt x="29566" y="12436"/>
                  <a:pt x="29696" y="12274"/>
                </a:cubicBezTo>
                <a:lnTo>
                  <a:pt x="69915" y="12274"/>
                </a:lnTo>
                <a:cubicBezTo>
                  <a:pt x="70045" y="12436"/>
                  <a:pt x="70174" y="12565"/>
                  <a:pt x="70304" y="12565"/>
                </a:cubicBezTo>
                <a:cubicBezTo>
                  <a:pt x="70563" y="12565"/>
                  <a:pt x="70854" y="12436"/>
                  <a:pt x="70854" y="12144"/>
                </a:cubicBezTo>
                <a:cubicBezTo>
                  <a:pt x="70854" y="11885"/>
                  <a:pt x="70563" y="11756"/>
                  <a:pt x="70304" y="11756"/>
                </a:cubicBezTo>
                <a:cubicBezTo>
                  <a:pt x="70174" y="11756"/>
                  <a:pt x="70045" y="11885"/>
                  <a:pt x="69915" y="12015"/>
                </a:cubicBezTo>
                <a:lnTo>
                  <a:pt x="29696" y="12015"/>
                </a:lnTo>
                <a:cubicBezTo>
                  <a:pt x="29566" y="11885"/>
                  <a:pt x="29436" y="11756"/>
                  <a:pt x="29275" y="11756"/>
                </a:cubicBezTo>
                <a:cubicBezTo>
                  <a:pt x="29015" y="11756"/>
                  <a:pt x="28886" y="11885"/>
                  <a:pt x="28756" y="12015"/>
                </a:cubicBezTo>
                <a:lnTo>
                  <a:pt x="24288" y="12015"/>
                </a:lnTo>
                <a:cubicBezTo>
                  <a:pt x="24288" y="11885"/>
                  <a:pt x="24029" y="11756"/>
                  <a:pt x="23899" y="11756"/>
                </a:cubicBezTo>
                <a:cubicBezTo>
                  <a:pt x="23608" y="11756"/>
                  <a:pt x="23478" y="11885"/>
                  <a:pt x="23348" y="12015"/>
                </a:cubicBezTo>
                <a:lnTo>
                  <a:pt x="18912" y="12015"/>
                </a:lnTo>
                <a:cubicBezTo>
                  <a:pt x="18912" y="11885"/>
                  <a:pt x="18621" y="11756"/>
                  <a:pt x="18491" y="11756"/>
                </a:cubicBezTo>
                <a:cubicBezTo>
                  <a:pt x="18232" y="11756"/>
                  <a:pt x="18102" y="11885"/>
                  <a:pt x="18102" y="12015"/>
                </a:cubicBezTo>
                <a:lnTo>
                  <a:pt x="17131" y="12015"/>
                </a:lnTo>
                <a:cubicBezTo>
                  <a:pt x="17131" y="11885"/>
                  <a:pt x="17001" y="11756"/>
                  <a:pt x="16742" y="11756"/>
                </a:cubicBezTo>
                <a:cubicBezTo>
                  <a:pt x="16483" y="11756"/>
                  <a:pt x="16321" y="11885"/>
                  <a:pt x="16321" y="12015"/>
                </a:cubicBezTo>
                <a:lnTo>
                  <a:pt x="15382" y="12015"/>
                </a:lnTo>
                <a:cubicBezTo>
                  <a:pt x="15382" y="11885"/>
                  <a:pt x="15253" y="11756"/>
                  <a:pt x="14994" y="11756"/>
                </a:cubicBezTo>
                <a:cubicBezTo>
                  <a:pt x="14702" y="11756"/>
                  <a:pt x="14573" y="11885"/>
                  <a:pt x="14573" y="12015"/>
                </a:cubicBezTo>
                <a:lnTo>
                  <a:pt x="13634" y="12015"/>
                </a:lnTo>
                <a:cubicBezTo>
                  <a:pt x="13634" y="11885"/>
                  <a:pt x="13504" y="11756"/>
                  <a:pt x="13245" y="11756"/>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5" name="Google Shape;1735;p68"/>
          <p:cNvGrpSpPr/>
          <p:nvPr/>
        </p:nvGrpSpPr>
        <p:grpSpPr>
          <a:xfrm>
            <a:off x="4571968" y="2416825"/>
            <a:ext cx="3259047" cy="1639752"/>
            <a:chOff x="4572060" y="2546247"/>
            <a:chExt cx="3858750" cy="2050768"/>
          </a:xfrm>
        </p:grpSpPr>
        <p:sp>
          <p:nvSpPr>
            <p:cNvPr id="1736" name="Google Shape;1736;p68"/>
            <p:cNvSpPr/>
            <p:nvPr/>
          </p:nvSpPr>
          <p:spPr>
            <a:xfrm rot="5400000">
              <a:off x="5476051" y="1642256"/>
              <a:ext cx="2050768" cy="3858750"/>
            </a:xfrm>
            <a:custGeom>
              <a:avLst/>
              <a:gdLst/>
              <a:ahLst/>
              <a:cxnLst/>
              <a:rect l="l" t="t" r="r" b="b"/>
              <a:pathLst>
                <a:path w="69754" h="131250" extrusionOk="0">
                  <a:moveTo>
                    <a:pt x="23478" y="10493"/>
                  </a:moveTo>
                  <a:lnTo>
                    <a:pt x="23478" y="13990"/>
                  </a:lnTo>
                  <a:lnTo>
                    <a:pt x="21989" y="13990"/>
                  </a:lnTo>
                  <a:lnTo>
                    <a:pt x="21989" y="10493"/>
                  </a:lnTo>
                  <a:close/>
                  <a:moveTo>
                    <a:pt x="39378" y="10493"/>
                  </a:moveTo>
                  <a:lnTo>
                    <a:pt x="39378" y="13990"/>
                  </a:lnTo>
                  <a:lnTo>
                    <a:pt x="23737" y="13990"/>
                  </a:lnTo>
                  <a:lnTo>
                    <a:pt x="23737" y="10493"/>
                  </a:lnTo>
                  <a:close/>
                  <a:moveTo>
                    <a:pt x="41159" y="10493"/>
                  </a:moveTo>
                  <a:lnTo>
                    <a:pt x="41159" y="13990"/>
                  </a:lnTo>
                  <a:lnTo>
                    <a:pt x="39670" y="13990"/>
                  </a:lnTo>
                  <a:lnTo>
                    <a:pt x="39670" y="10493"/>
                  </a:lnTo>
                  <a:close/>
                  <a:moveTo>
                    <a:pt x="42908" y="10493"/>
                  </a:moveTo>
                  <a:lnTo>
                    <a:pt x="42908" y="13990"/>
                  </a:lnTo>
                  <a:lnTo>
                    <a:pt x="41419" y="13990"/>
                  </a:lnTo>
                  <a:lnTo>
                    <a:pt x="41419" y="10493"/>
                  </a:lnTo>
                  <a:close/>
                  <a:moveTo>
                    <a:pt x="44657" y="10493"/>
                  </a:moveTo>
                  <a:lnTo>
                    <a:pt x="44657" y="13990"/>
                  </a:lnTo>
                  <a:lnTo>
                    <a:pt x="43167" y="13990"/>
                  </a:lnTo>
                  <a:lnTo>
                    <a:pt x="43167" y="10493"/>
                  </a:lnTo>
                  <a:close/>
                  <a:moveTo>
                    <a:pt x="46406" y="10493"/>
                  </a:moveTo>
                  <a:lnTo>
                    <a:pt x="46406" y="13990"/>
                  </a:lnTo>
                  <a:lnTo>
                    <a:pt x="44916" y="13990"/>
                  </a:lnTo>
                  <a:lnTo>
                    <a:pt x="44916" y="10493"/>
                  </a:lnTo>
                  <a:close/>
                  <a:moveTo>
                    <a:pt x="48154" y="10493"/>
                  </a:moveTo>
                  <a:lnTo>
                    <a:pt x="48154" y="13990"/>
                  </a:lnTo>
                  <a:lnTo>
                    <a:pt x="46665" y="13990"/>
                  </a:lnTo>
                  <a:lnTo>
                    <a:pt x="46665" y="10493"/>
                  </a:lnTo>
                  <a:close/>
                  <a:moveTo>
                    <a:pt x="49903" y="10493"/>
                  </a:moveTo>
                  <a:lnTo>
                    <a:pt x="49903" y="13990"/>
                  </a:lnTo>
                  <a:lnTo>
                    <a:pt x="48446" y="13990"/>
                  </a:lnTo>
                  <a:lnTo>
                    <a:pt x="48446" y="10493"/>
                  </a:lnTo>
                  <a:close/>
                  <a:moveTo>
                    <a:pt x="51684" y="10493"/>
                  </a:moveTo>
                  <a:lnTo>
                    <a:pt x="51684" y="13990"/>
                  </a:lnTo>
                  <a:lnTo>
                    <a:pt x="50194" y="13990"/>
                  </a:lnTo>
                  <a:lnTo>
                    <a:pt x="50194" y="10493"/>
                  </a:lnTo>
                  <a:close/>
                  <a:moveTo>
                    <a:pt x="9295" y="1717"/>
                  </a:moveTo>
                  <a:lnTo>
                    <a:pt x="9295" y="31412"/>
                  </a:lnTo>
                  <a:lnTo>
                    <a:pt x="7967" y="32740"/>
                  </a:lnTo>
                  <a:lnTo>
                    <a:pt x="130" y="32740"/>
                  </a:lnTo>
                  <a:lnTo>
                    <a:pt x="130" y="1717"/>
                  </a:lnTo>
                  <a:close/>
                  <a:moveTo>
                    <a:pt x="1" y="1458"/>
                  </a:moveTo>
                  <a:lnTo>
                    <a:pt x="1" y="32870"/>
                  </a:lnTo>
                  <a:lnTo>
                    <a:pt x="8097" y="32870"/>
                  </a:lnTo>
                  <a:lnTo>
                    <a:pt x="9424" y="31542"/>
                  </a:lnTo>
                  <a:lnTo>
                    <a:pt x="9424" y="1458"/>
                  </a:lnTo>
                  <a:close/>
                  <a:moveTo>
                    <a:pt x="52753" y="14249"/>
                  </a:moveTo>
                  <a:lnTo>
                    <a:pt x="54242" y="15739"/>
                  </a:lnTo>
                  <a:lnTo>
                    <a:pt x="54242" y="49871"/>
                  </a:lnTo>
                  <a:lnTo>
                    <a:pt x="52753" y="51360"/>
                  </a:lnTo>
                  <a:lnTo>
                    <a:pt x="44527" y="51360"/>
                  </a:lnTo>
                  <a:lnTo>
                    <a:pt x="44527" y="50551"/>
                  </a:lnTo>
                  <a:lnTo>
                    <a:pt x="32513" y="50551"/>
                  </a:lnTo>
                  <a:lnTo>
                    <a:pt x="32513" y="51360"/>
                  </a:lnTo>
                  <a:lnTo>
                    <a:pt x="30765" y="51360"/>
                  </a:lnTo>
                  <a:lnTo>
                    <a:pt x="30765" y="50551"/>
                  </a:lnTo>
                  <a:lnTo>
                    <a:pt x="29016" y="50551"/>
                  </a:lnTo>
                  <a:lnTo>
                    <a:pt x="29016" y="51360"/>
                  </a:lnTo>
                  <a:lnTo>
                    <a:pt x="28206" y="51360"/>
                  </a:lnTo>
                  <a:lnTo>
                    <a:pt x="28206" y="50551"/>
                  </a:lnTo>
                  <a:lnTo>
                    <a:pt x="26425" y="50551"/>
                  </a:lnTo>
                  <a:lnTo>
                    <a:pt x="26425" y="51360"/>
                  </a:lnTo>
                  <a:lnTo>
                    <a:pt x="18621" y="51360"/>
                  </a:lnTo>
                  <a:lnTo>
                    <a:pt x="17131" y="49871"/>
                  </a:lnTo>
                  <a:lnTo>
                    <a:pt x="17131" y="16840"/>
                  </a:lnTo>
                  <a:lnTo>
                    <a:pt x="19690" y="14249"/>
                  </a:lnTo>
                  <a:lnTo>
                    <a:pt x="21730" y="14249"/>
                  </a:lnTo>
                  <a:lnTo>
                    <a:pt x="21730" y="16549"/>
                  </a:lnTo>
                  <a:cubicBezTo>
                    <a:pt x="21568" y="16678"/>
                    <a:pt x="21568" y="16840"/>
                    <a:pt x="21568" y="16970"/>
                  </a:cubicBezTo>
                  <a:cubicBezTo>
                    <a:pt x="21568" y="17099"/>
                    <a:pt x="21730" y="17229"/>
                    <a:pt x="21859" y="17229"/>
                  </a:cubicBezTo>
                  <a:cubicBezTo>
                    <a:pt x="22118" y="17229"/>
                    <a:pt x="22248" y="17099"/>
                    <a:pt x="22248" y="16970"/>
                  </a:cubicBezTo>
                  <a:cubicBezTo>
                    <a:pt x="22248" y="16840"/>
                    <a:pt x="22118" y="16678"/>
                    <a:pt x="21989" y="16549"/>
                  </a:cubicBezTo>
                  <a:lnTo>
                    <a:pt x="21989" y="14249"/>
                  </a:lnTo>
                  <a:lnTo>
                    <a:pt x="23478" y="14249"/>
                  </a:lnTo>
                  <a:lnTo>
                    <a:pt x="23478" y="16549"/>
                  </a:lnTo>
                  <a:cubicBezTo>
                    <a:pt x="23349" y="16678"/>
                    <a:pt x="23349" y="16840"/>
                    <a:pt x="23349" y="16970"/>
                  </a:cubicBezTo>
                  <a:cubicBezTo>
                    <a:pt x="23349" y="17099"/>
                    <a:pt x="23478" y="17229"/>
                    <a:pt x="23608" y="17229"/>
                  </a:cubicBezTo>
                  <a:cubicBezTo>
                    <a:pt x="23867" y="17229"/>
                    <a:pt x="23997" y="17099"/>
                    <a:pt x="23997" y="16970"/>
                  </a:cubicBezTo>
                  <a:cubicBezTo>
                    <a:pt x="23997" y="16840"/>
                    <a:pt x="23867" y="16678"/>
                    <a:pt x="23737" y="16549"/>
                  </a:cubicBezTo>
                  <a:lnTo>
                    <a:pt x="23737" y="14249"/>
                  </a:lnTo>
                  <a:lnTo>
                    <a:pt x="39378" y="14249"/>
                  </a:lnTo>
                  <a:lnTo>
                    <a:pt x="39378" y="16549"/>
                  </a:lnTo>
                  <a:cubicBezTo>
                    <a:pt x="39249" y="16678"/>
                    <a:pt x="39249" y="16840"/>
                    <a:pt x="39249" y="16970"/>
                  </a:cubicBezTo>
                  <a:cubicBezTo>
                    <a:pt x="39249" y="17099"/>
                    <a:pt x="39378" y="17229"/>
                    <a:pt x="39540" y="17229"/>
                  </a:cubicBezTo>
                  <a:cubicBezTo>
                    <a:pt x="39799" y="17229"/>
                    <a:pt x="39929" y="17099"/>
                    <a:pt x="39929" y="16970"/>
                  </a:cubicBezTo>
                  <a:cubicBezTo>
                    <a:pt x="39929" y="16840"/>
                    <a:pt x="39799" y="16678"/>
                    <a:pt x="39670" y="16549"/>
                  </a:cubicBezTo>
                  <a:lnTo>
                    <a:pt x="39670" y="14249"/>
                  </a:lnTo>
                  <a:lnTo>
                    <a:pt x="41159" y="14249"/>
                  </a:lnTo>
                  <a:lnTo>
                    <a:pt x="41159" y="16549"/>
                  </a:lnTo>
                  <a:cubicBezTo>
                    <a:pt x="40998" y="16678"/>
                    <a:pt x="40998" y="16840"/>
                    <a:pt x="40998" y="16970"/>
                  </a:cubicBezTo>
                  <a:cubicBezTo>
                    <a:pt x="40998" y="17099"/>
                    <a:pt x="41159" y="17229"/>
                    <a:pt x="41289" y="17229"/>
                  </a:cubicBezTo>
                  <a:cubicBezTo>
                    <a:pt x="41548" y="17229"/>
                    <a:pt x="41678" y="17099"/>
                    <a:pt x="41678" y="16970"/>
                  </a:cubicBezTo>
                  <a:cubicBezTo>
                    <a:pt x="41678" y="16840"/>
                    <a:pt x="41548" y="16678"/>
                    <a:pt x="41419" y="16549"/>
                  </a:cubicBezTo>
                  <a:lnTo>
                    <a:pt x="41419" y="14249"/>
                  </a:lnTo>
                  <a:lnTo>
                    <a:pt x="42908" y="14249"/>
                  </a:lnTo>
                  <a:lnTo>
                    <a:pt x="42908" y="16549"/>
                  </a:lnTo>
                  <a:cubicBezTo>
                    <a:pt x="42779" y="16678"/>
                    <a:pt x="42779" y="16840"/>
                    <a:pt x="42779" y="16970"/>
                  </a:cubicBezTo>
                  <a:cubicBezTo>
                    <a:pt x="42779" y="17099"/>
                    <a:pt x="42908" y="17229"/>
                    <a:pt x="43038" y="17229"/>
                  </a:cubicBezTo>
                  <a:cubicBezTo>
                    <a:pt x="43297" y="17229"/>
                    <a:pt x="43426" y="17099"/>
                    <a:pt x="43426" y="16970"/>
                  </a:cubicBezTo>
                  <a:cubicBezTo>
                    <a:pt x="43426" y="16840"/>
                    <a:pt x="43297" y="16678"/>
                    <a:pt x="43167" y="16549"/>
                  </a:cubicBezTo>
                  <a:lnTo>
                    <a:pt x="43167" y="14249"/>
                  </a:lnTo>
                  <a:lnTo>
                    <a:pt x="44657" y="14249"/>
                  </a:lnTo>
                  <a:lnTo>
                    <a:pt x="44657" y="16549"/>
                  </a:lnTo>
                  <a:cubicBezTo>
                    <a:pt x="44527" y="16678"/>
                    <a:pt x="44527" y="16840"/>
                    <a:pt x="44527" y="16970"/>
                  </a:cubicBezTo>
                  <a:cubicBezTo>
                    <a:pt x="44527" y="17099"/>
                    <a:pt x="44657" y="17229"/>
                    <a:pt x="44786" y="17229"/>
                  </a:cubicBezTo>
                  <a:cubicBezTo>
                    <a:pt x="45045" y="17229"/>
                    <a:pt x="45207" y="17099"/>
                    <a:pt x="45207" y="16970"/>
                  </a:cubicBezTo>
                  <a:cubicBezTo>
                    <a:pt x="45207" y="16840"/>
                    <a:pt x="45045" y="16678"/>
                    <a:pt x="44916" y="16549"/>
                  </a:cubicBezTo>
                  <a:lnTo>
                    <a:pt x="44916" y="14249"/>
                  </a:lnTo>
                  <a:lnTo>
                    <a:pt x="46406" y="14249"/>
                  </a:lnTo>
                  <a:lnTo>
                    <a:pt x="46406" y="16549"/>
                  </a:lnTo>
                  <a:cubicBezTo>
                    <a:pt x="46276" y="16678"/>
                    <a:pt x="46276" y="16840"/>
                    <a:pt x="46276" y="16970"/>
                  </a:cubicBezTo>
                  <a:cubicBezTo>
                    <a:pt x="46276" y="17099"/>
                    <a:pt x="46406" y="17229"/>
                    <a:pt x="46535" y="17229"/>
                  </a:cubicBezTo>
                  <a:cubicBezTo>
                    <a:pt x="46827" y="17229"/>
                    <a:pt x="46956" y="17099"/>
                    <a:pt x="46956" y="16970"/>
                  </a:cubicBezTo>
                  <a:cubicBezTo>
                    <a:pt x="46956" y="16840"/>
                    <a:pt x="46827" y="16678"/>
                    <a:pt x="46665" y="16549"/>
                  </a:cubicBezTo>
                  <a:lnTo>
                    <a:pt x="46665" y="14249"/>
                  </a:lnTo>
                  <a:lnTo>
                    <a:pt x="48154" y="14249"/>
                  </a:lnTo>
                  <a:lnTo>
                    <a:pt x="48154" y="16549"/>
                  </a:lnTo>
                  <a:cubicBezTo>
                    <a:pt x="48025" y="16678"/>
                    <a:pt x="48025" y="16840"/>
                    <a:pt x="48025" y="16970"/>
                  </a:cubicBezTo>
                  <a:cubicBezTo>
                    <a:pt x="48025" y="17099"/>
                    <a:pt x="48154" y="17229"/>
                    <a:pt x="48284" y="17229"/>
                  </a:cubicBezTo>
                  <a:cubicBezTo>
                    <a:pt x="48575" y="17229"/>
                    <a:pt x="48705" y="17099"/>
                    <a:pt x="48705" y="16970"/>
                  </a:cubicBezTo>
                  <a:cubicBezTo>
                    <a:pt x="48705" y="16840"/>
                    <a:pt x="48575" y="16678"/>
                    <a:pt x="48446" y="16549"/>
                  </a:cubicBezTo>
                  <a:lnTo>
                    <a:pt x="48446" y="14249"/>
                  </a:lnTo>
                  <a:lnTo>
                    <a:pt x="49903" y="14249"/>
                  </a:lnTo>
                  <a:lnTo>
                    <a:pt x="49903" y="16549"/>
                  </a:lnTo>
                  <a:cubicBezTo>
                    <a:pt x="49773" y="16678"/>
                    <a:pt x="49773" y="16840"/>
                    <a:pt x="49773" y="16970"/>
                  </a:cubicBezTo>
                  <a:cubicBezTo>
                    <a:pt x="49773" y="17099"/>
                    <a:pt x="49903" y="17229"/>
                    <a:pt x="50065" y="17229"/>
                  </a:cubicBezTo>
                  <a:cubicBezTo>
                    <a:pt x="50324" y="17229"/>
                    <a:pt x="50453" y="17099"/>
                    <a:pt x="50453" y="16970"/>
                  </a:cubicBezTo>
                  <a:cubicBezTo>
                    <a:pt x="50453" y="16840"/>
                    <a:pt x="50324" y="16678"/>
                    <a:pt x="50194" y="16549"/>
                  </a:cubicBezTo>
                  <a:lnTo>
                    <a:pt x="50194" y="14249"/>
                  </a:lnTo>
                  <a:lnTo>
                    <a:pt x="51684" y="14249"/>
                  </a:lnTo>
                  <a:lnTo>
                    <a:pt x="51684" y="16549"/>
                  </a:lnTo>
                  <a:cubicBezTo>
                    <a:pt x="51522" y="16678"/>
                    <a:pt x="51522" y="16840"/>
                    <a:pt x="51522" y="16970"/>
                  </a:cubicBezTo>
                  <a:cubicBezTo>
                    <a:pt x="51522" y="17099"/>
                    <a:pt x="51684" y="17229"/>
                    <a:pt x="51813" y="17229"/>
                  </a:cubicBezTo>
                  <a:cubicBezTo>
                    <a:pt x="52073" y="17229"/>
                    <a:pt x="52202" y="17099"/>
                    <a:pt x="52202" y="16970"/>
                  </a:cubicBezTo>
                  <a:cubicBezTo>
                    <a:pt x="52202" y="16840"/>
                    <a:pt x="52073" y="16678"/>
                    <a:pt x="51943" y="16549"/>
                  </a:cubicBezTo>
                  <a:lnTo>
                    <a:pt x="51943" y="14249"/>
                  </a:lnTo>
                  <a:close/>
                  <a:moveTo>
                    <a:pt x="64767" y="9263"/>
                  </a:moveTo>
                  <a:cubicBezTo>
                    <a:pt x="64637" y="9263"/>
                    <a:pt x="64475" y="9392"/>
                    <a:pt x="64475" y="9554"/>
                  </a:cubicBezTo>
                  <a:cubicBezTo>
                    <a:pt x="64475" y="9813"/>
                    <a:pt x="64637" y="9943"/>
                    <a:pt x="64767" y="9943"/>
                  </a:cubicBezTo>
                  <a:lnTo>
                    <a:pt x="64767" y="67552"/>
                  </a:lnTo>
                  <a:cubicBezTo>
                    <a:pt x="64637" y="67552"/>
                    <a:pt x="64475" y="67681"/>
                    <a:pt x="64475" y="67843"/>
                  </a:cubicBezTo>
                  <a:cubicBezTo>
                    <a:pt x="64475" y="68102"/>
                    <a:pt x="64637" y="68232"/>
                    <a:pt x="64767" y="68232"/>
                  </a:cubicBezTo>
                  <a:cubicBezTo>
                    <a:pt x="65026" y="68232"/>
                    <a:pt x="65155" y="68102"/>
                    <a:pt x="65155" y="67843"/>
                  </a:cubicBezTo>
                  <a:cubicBezTo>
                    <a:pt x="65155" y="67681"/>
                    <a:pt x="65026" y="67552"/>
                    <a:pt x="64896" y="67552"/>
                  </a:cubicBezTo>
                  <a:lnTo>
                    <a:pt x="64896" y="9943"/>
                  </a:lnTo>
                  <a:cubicBezTo>
                    <a:pt x="65026" y="9943"/>
                    <a:pt x="65155" y="9813"/>
                    <a:pt x="65155" y="9554"/>
                  </a:cubicBezTo>
                  <a:cubicBezTo>
                    <a:pt x="65155" y="9392"/>
                    <a:pt x="65026" y="9263"/>
                    <a:pt x="64767" y="9263"/>
                  </a:cubicBezTo>
                  <a:close/>
                  <a:moveTo>
                    <a:pt x="36691" y="57027"/>
                  </a:moveTo>
                  <a:lnTo>
                    <a:pt x="37500" y="57837"/>
                  </a:lnTo>
                  <a:lnTo>
                    <a:pt x="37500" y="75648"/>
                  </a:lnTo>
                  <a:lnTo>
                    <a:pt x="36561" y="75648"/>
                  </a:lnTo>
                  <a:cubicBezTo>
                    <a:pt x="36432" y="75518"/>
                    <a:pt x="36432" y="75518"/>
                    <a:pt x="36302" y="75518"/>
                  </a:cubicBezTo>
                  <a:cubicBezTo>
                    <a:pt x="36140" y="75518"/>
                    <a:pt x="36011" y="75648"/>
                    <a:pt x="36011" y="75777"/>
                  </a:cubicBezTo>
                  <a:cubicBezTo>
                    <a:pt x="36011" y="75939"/>
                    <a:pt x="36140" y="76069"/>
                    <a:pt x="36302" y="76069"/>
                  </a:cubicBezTo>
                  <a:cubicBezTo>
                    <a:pt x="36432" y="76069"/>
                    <a:pt x="36432" y="75939"/>
                    <a:pt x="36561" y="75939"/>
                  </a:cubicBezTo>
                  <a:lnTo>
                    <a:pt x="37500" y="75939"/>
                  </a:lnTo>
                  <a:lnTo>
                    <a:pt x="37500" y="77558"/>
                  </a:lnTo>
                  <a:lnTo>
                    <a:pt x="36561" y="77558"/>
                  </a:lnTo>
                  <a:cubicBezTo>
                    <a:pt x="36432" y="77396"/>
                    <a:pt x="36432" y="77396"/>
                    <a:pt x="36302" y="77396"/>
                  </a:cubicBezTo>
                  <a:cubicBezTo>
                    <a:pt x="36140" y="77396"/>
                    <a:pt x="36011" y="77396"/>
                    <a:pt x="36011" y="77688"/>
                  </a:cubicBezTo>
                  <a:cubicBezTo>
                    <a:pt x="36011" y="77817"/>
                    <a:pt x="36140" y="77947"/>
                    <a:pt x="36302" y="77947"/>
                  </a:cubicBezTo>
                  <a:cubicBezTo>
                    <a:pt x="36432" y="77947"/>
                    <a:pt x="36432" y="77817"/>
                    <a:pt x="36561" y="77688"/>
                  </a:cubicBezTo>
                  <a:lnTo>
                    <a:pt x="37500" y="77688"/>
                  </a:lnTo>
                  <a:lnTo>
                    <a:pt x="37500" y="79307"/>
                  </a:lnTo>
                  <a:lnTo>
                    <a:pt x="36561" y="79307"/>
                  </a:lnTo>
                  <a:cubicBezTo>
                    <a:pt x="36432" y="79307"/>
                    <a:pt x="36432" y="79177"/>
                    <a:pt x="36302" y="79177"/>
                  </a:cubicBezTo>
                  <a:cubicBezTo>
                    <a:pt x="36140" y="79177"/>
                    <a:pt x="36011" y="79307"/>
                    <a:pt x="36011" y="79436"/>
                  </a:cubicBezTo>
                  <a:cubicBezTo>
                    <a:pt x="36011" y="79566"/>
                    <a:pt x="36140" y="79695"/>
                    <a:pt x="36302" y="79695"/>
                  </a:cubicBezTo>
                  <a:cubicBezTo>
                    <a:pt x="36432" y="79695"/>
                    <a:pt x="36432" y="79695"/>
                    <a:pt x="36561" y="79566"/>
                  </a:cubicBezTo>
                  <a:lnTo>
                    <a:pt x="37500" y="79566"/>
                  </a:lnTo>
                  <a:lnTo>
                    <a:pt x="37500" y="81185"/>
                  </a:lnTo>
                  <a:lnTo>
                    <a:pt x="36561" y="81185"/>
                  </a:lnTo>
                  <a:cubicBezTo>
                    <a:pt x="36432" y="81055"/>
                    <a:pt x="36432" y="81055"/>
                    <a:pt x="36302" y="81055"/>
                  </a:cubicBezTo>
                  <a:cubicBezTo>
                    <a:pt x="36140" y="81055"/>
                    <a:pt x="36011" y="81185"/>
                    <a:pt x="36011" y="81315"/>
                  </a:cubicBezTo>
                  <a:cubicBezTo>
                    <a:pt x="36011" y="81444"/>
                    <a:pt x="36140" y="81606"/>
                    <a:pt x="36302" y="81606"/>
                  </a:cubicBezTo>
                  <a:cubicBezTo>
                    <a:pt x="36432" y="81606"/>
                    <a:pt x="36432" y="81606"/>
                    <a:pt x="36561" y="81444"/>
                  </a:cubicBezTo>
                  <a:lnTo>
                    <a:pt x="37500" y="81444"/>
                  </a:lnTo>
                  <a:lnTo>
                    <a:pt x="37500" y="83063"/>
                  </a:lnTo>
                  <a:lnTo>
                    <a:pt x="36561" y="83063"/>
                  </a:lnTo>
                  <a:cubicBezTo>
                    <a:pt x="36432" y="82934"/>
                    <a:pt x="36432" y="82934"/>
                    <a:pt x="36302" y="82934"/>
                  </a:cubicBezTo>
                  <a:cubicBezTo>
                    <a:pt x="36140" y="82934"/>
                    <a:pt x="36011" y="83063"/>
                    <a:pt x="36011" y="83225"/>
                  </a:cubicBezTo>
                  <a:cubicBezTo>
                    <a:pt x="36011" y="83355"/>
                    <a:pt x="36140" y="83484"/>
                    <a:pt x="36302" y="83484"/>
                  </a:cubicBezTo>
                  <a:cubicBezTo>
                    <a:pt x="36432" y="83484"/>
                    <a:pt x="36432" y="83355"/>
                    <a:pt x="36561" y="83355"/>
                  </a:cubicBezTo>
                  <a:lnTo>
                    <a:pt x="37500" y="83355"/>
                  </a:lnTo>
                  <a:lnTo>
                    <a:pt x="37500" y="84974"/>
                  </a:lnTo>
                  <a:lnTo>
                    <a:pt x="36561" y="84974"/>
                  </a:lnTo>
                  <a:cubicBezTo>
                    <a:pt x="36432" y="84844"/>
                    <a:pt x="36432" y="84682"/>
                    <a:pt x="36302" y="84682"/>
                  </a:cubicBezTo>
                  <a:cubicBezTo>
                    <a:pt x="36140" y="84682"/>
                    <a:pt x="36011" y="84844"/>
                    <a:pt x="36011" y="84974"/>
                  </a:cubicBezTo>
                  <a:cubicBezTo>
                    <a:pt x="36011" y="85233"/>
                    <a:pt x="36140" y="85233"/>
                    <a:pt x="36302" y="85233"/>
                  </a:cubicBezTo>
                  <a:cubicBezTo>
                    <a:pt x="36432" y="85233"/>
                    <a:pt x="36432" y="85233"/>
                    <a:pt x="36561" y="85103"/>
                  </a:cubicBezTo>
                  <a:lnTo>
                    <a:pt x="37500" y="85103"/>
                  </a:lnTo>
                  <a:lnTo>
                    <a:pt x="37500" y="86722"/>
                  </a:lnTo>
                  <a:lnTo>
                    <a:pt x="36561" y="86722"/>
                  </a:lnTo>
                  <a:cubicBezTo>
                    <a:pt x="36432" y="86722"/>
                    <a:pt x="36432" y="86593"/>
                    <a:pt x="36302" y="86593"/>
                  </a:cubicBezTo>
                  <a:cubicBezTo>
                    <a:pt x="36140" y="86593"/>
                    <a:pt x="36011" y="86722"/>
                    <a:pt x="36011" y="86852"/>
                  </a:cubicBezTo>
                  <a:cubicBezTo>
                    <a:pt x="36011" y="86982"/>
                    <a:pt x="36140" y="87111"/>
                    <a:pt x="36302" y="87111"/>
                  </a:cubicBezTo>
                  <a:cubicBezTo>
                    <a:pt x="36432" y="87111"/>
                    <a:pt x="36432" y="87111"/>
                    <a:pt x="36561" y="86982"/>
                  </a:cubicBezTo>
                  <a:lnTo>
                    <a:pt x="37500" y="86982"/>
                  </a:lnTo>
                  <a:lnTo>
                    <a:pt x="37500" y="88601"/>
                  </a:lnTo>
                  <a:lnTo>
                    <a:pt x="36561" y="88601"/>
                  </a:lnTo>
                  <a:cubicBezTo>
                    <a:pt x="36432" y="88471"/>
                    <a:pt x="36432" y="88471"/>
                    <a:pt x="36302" y="88471"/>
                  </a:cubicBezTo>
                  <a:cubicBezTo>
                    <a:pt x="36140" y="88471"/>
                    <a:pt x="36011" y="88601"/>
                    <a:pt x="36011" y="88730"/>
                  </a:cubicBezTo>
                  <a:cubicBezTo>
                    <a:pt x="36011" y="88892"/>
                    <a:pt x="36140" y="89022"/>
                    <a:pt x="36302" y="89022"/>
                  </a:cubicBezTo>
                  <a:cubicBezTo>
                    <a:pt x="36432" y="89022"/>
                    <a:pt x="36432" y="88892"/>
                    <a:pt x="36561" y="88892"/>
                  </a:cubicBezTo>
                  <a:lnTo>
                    <a:pt x="37500" y="88892"/>
                  </a:lnTo>
                  <a:lnTo>
                    <a:pt x="37500" y="90511"/>
                  </a:lnTo>
                  <a:lnTo>
                    <a:pt x="36561" y="90511"/>
                  </a:lnTo>
                  <a:cubicBezTo>
                    <a:pt x="36432" y="90349"/>
                    <a:pt x="36432" y="90349"/>
                    <a:pt x="36302" y="90349"/>
                  </a:cubicBezTo>
                  <a:cubicBezTo>
                    <a:pt x="36140" y="90349"/>
                    <a:pt x="36011" y="90349"/>
                    <a:pt x="36011" y="90641"/>
                  </a:cubicBezTo>
                  <a:cubicBezTo>
                    <a:pt x="36011" y="90770"/>
                    <a:pt x="36140" y="90900"/>
                    <a:pt x="36302" y="90900"/>
                  </a:cubicBezTo>
                  <a:cubicBezTo>
                    <a:pt x="36432" y="90900"/>
                    <a:pt x="36432" y="90770"/>
                    <a:pt x="36561" y="90641"/>
                  </a:cubicBezTo>
                  <a:lnTo>
                    <a:pt x="37500" y="90641"/>
                  </a:lnTo>
                  <a:lnTo>
                    <a:pt x="37500" y="92260"/>
                  </a:lnTo>
                  <a:lnTo>
                    <a:pt x="36561" y="92260"/>
                  </a:lnTo>
                  <a:cubicBezTo>
                    <a:pt x="36432" y="92260"/>
                    <a:pt x="36432" y="92130"/>
                    <a:pt x="36302" y="92130"/>
                  </a:cubicBezTo>
                  <a:cubicBezTo>
                    <a:pt x="36140" y="92130"/>
                    <a:pt x="36011" y="92260"/>
                    <a:pt x="36011" y="92390"/>
                  </a:cubicBezTo>
                  <a:cubicBezTo>
                    <a:pt x="36011" y="92519"/>
                    <a:pt x="36140" y="92649"/>
                    <a:pt x="36302" y="92649"/>
                  </a:cubicBezTo>
                  <a:cubicBezTo>
                    <a:pt x="36432" y="92649"/>
                    <a:pt x="36432" y="92649"/>
                    <a:pt x="36561" y="92519"/>
                  </a:cubicBezTo>
                  <a:lnTo>
                    <a:pt x="37500" y="92519"/>
                  </a:lnTo>
                  <a:lnTo>
                    <a:pt x="37500" y="94138"/>
                  </a:lnTo>
                  <a:lnTo>
                    <a:pt x="36561" y="94138"/>
                  </a:lnTo>
                  <a:cubicBezTo>
                    <a:pt x="36432" y="94009"/>
                    <a:pt x="36432" y="94009"/>
                    <a:pt x="36302" y="94009"/>
                  </a:cubicBezTo>
                  <a:cubicBezTo>
                    <a:pt x="36140" y="94009"/>
                    <a:pt x="36011" y="94138"/>
                    <a:pt x="36011" y="94268"/>
                  </a:cubicBezTo>
                  <a:cubicBezTo>
                    <a:pt x="36011" y="94397"/>
                    <a:pt x="36140" y="94559"/>
                    <a:pt x="36302" y="94559"/>
                  </a:cubicBezTo>
                  <a:cubicBezTo>
                    <a:pt x="36432" y="94559"/>
                    <a:pt x="36432" y="94397"/>
                    <a:pt x="36561" y="94397"/>
                  </a:cubicBezTo>
                  <a:lnTo>
                    <a:pt x="37500" y="94397"/>
                  </a:lnTo>
                  <a:lnTo>
                    <a:pt x="37500" y="96016"/>
                  </a:lnTo>
                  <a:lnTo>
                    <a:pt x="36561" y="96016"/>
                  </a:lnTo>
                  <a:cubicBezTo>
                    <a:pt x="36432" y="95887"/>
                    <a:pt x="36432" y="95887"/>
                    <a:pt x="36302" y="95887"/>
                  </a:cubicBezTo>
                  <a:cubicBezTo>
                    <a:pt x="36140" y="95887"/>
                    <a:pt x="36011" y="96016"/>
                    <a:pt x="36011" y="96178"/>
                  </a:cubicBezTo>
                  <a:cubicBezTo>
                    <a:pt x="36011" y="96308"/>
                    <a:pt x="36140" y="96437"/>
                    <a:pt x="36302" y="96437"/>
                  </a:cubicBezTo>
                  <a:cubicBezTo>
                    <a:pt x="36432" y="96437"/>
                    <a:pt x="36432" y="96308"/>
                    <a:pt x="36561" y="96308"/>
                  </a:cubicBezTo>
                  <a:lnTo>
                    <a:pt x="37500" y="96308"/>
                  </a:lnTo>
                  <a:lnTo>
                    <a:pt x="37500" y="109520"/>
                  </a:lnTo>
                  <a:lnTo>
                    <a:pt x="36691" y="110330"/>
                  </a:lnTo>
                  <a:lnTo>
                    <a:pt x="23349" y="110330"/>
                  </a:lnTo>
                  <a:lnTo>
                    <a:pt x="23349" y="109131"/>
                  </a:lnTo>
                  <a:cubicBezTo>
                    <a:pt x="23478" y="109131"/>
                    <a:pt x="23478" y="108970"/>
                    <a:pt x="23478" y="108840"/>
                  </a:cubicBezTo>
                  <a:cubicBezTo>
                    <a:pt x="23478" y="108711"/>
                    <a:pt x="23349" y="108581"/>
                    <a:pt x="23187" y="108581"/>
                  </a:cubicBezTo>
                  <a:cubicBezTo>
                    <a:pt x="23057" y="108581"/>
                    <a:pt x="22928" y="108711"/>
                    <a:pt x="22928" y="108840"/>
                  </a:cubicBezTo>
                  <a:cubicBezTo>
                    <a:pt x="22928" y="108970"/>
                    <a:pt x="23057" y="109131"/>
                    <a:pt x="23057" y="109131"/>
                  </a:cubicBezTo>
                  <a:lnTo>
                    <a:pt x="23057" y="110330"/>
                  </a:lnTo>
                  <a:lnTo>
                    <a:pt x="22118" y="110330"/>
                  </a:lnTo>
                  <a:lnTo>
                    <a:pt x="22118" y="109131"/>
                  </a:lnTo>
                  <a:cubicBezTo>
                    <a:pt x="22248" y="109131"/>
                    <a:pt x="22248" y="108970"/>
                    <a:pt x="22248" y="108840"/>
                  </a:cubicBezTo>
                  <a:cubicBezTo>
                    <a:pt x="22248" y="108711"/>
                    <a:pt x="22248" y="108581"/>
                    <a:pt x="21989" y="108581"/>
                  </a:cubicBezTo>
                  <a:cubicBezTo>
                    <a:pt x="21859" y="108581"/>
                    <a:pt x="21859" y="108711"/>
                    <a:pt x="21859" y="108840"/>
                  </a:cubicBezTo>
                  <a:cubicBezTo>
                    <a:pt x="21859" y="108970"/>
                    <a:pt x="21859" y="109131"/>
                    <a:pt x="21989" y="109131"/>
                  </a:cubicBezTo>
                  <a:lnTo>
                    <a:pt x="21989" y="110330"/>
                  </a:lnTo>
                  <a:lnTo>
                    <a:pt x="20240" y="110330"/>
                  </a:lnTo>
                  <a:lnTo>
                    <a:pt x="19431" y="109520"/>
                  </a:lnTo>
                  <a:lnTo>
                    <a:pt x="19431" y="57837"/>
                  </a:lnTo>
                  <a:lnTo>
                    <a:pt x="20240" y="57027"/>
                  </a:lnTo>
                  <a:close/>
                  <a:moveTo>
                    <a:pt x="23057" y="110459"/>
                  </a:moveTo>
                  <a:lnTo>
                    <a:pt x="23057" y="112888"/>
                  </a:lnTo>
                  <a:lnTo>
                    <a:pt x="22118" y="112888"/>
                  </a:lnTo>
                  <a:lnTo>
                    <a:pt x="22118" y="110459"/>
                  </a:lnTo>
                  <a:close/>
                  <a:moveTo>
                    <a:pt x="52623" y="54469"/>
                  </a:moveTo>
                  <a:lnTo>
                    <a:pt x="54242" y="56218"/>
                  </a:lnTo>
                  <a:lnTo>
                    <a:pt x="54242" y="111269"/>
                  </a:lnTo>
                  <a:lnTo>
                    <a:pt x="52623" y="112888"/>
                  </a:lnTo>
                  <a:lnTo>
                    <a:pt x="50583" y="112888"/>
                  </a:lnTo>
                  <a:lnTo>
                    <a:pt x="50583" y="104404"/>
                  </a:lnTo>
                  <a:cubicBezTo>
                    <a:pt x="50712" y="104274"/>
                    <a:pt x="50712" y="104274"/>
                    <a:pt x="50712" y="104112"/>
                  </a:cubicBezTo>
                  <a:cubicBezTo>
                    <a:pt x="50712" y="103983"/>
                    <a:pt x="50712" y="103853"/>
                    <a:pt x="50583" y="103853"/>
                  </a:cubicBezTo>
                  <a:cubicBezTo>
                    <a:pt x="50324" y="103853"/>
                    <a:pt x="50324" y="103983"/>
                    <a:pt x="50324" y="104112"/>
                  </a:cubicBezTo>
                  <a:cubicBezTo>
                    <a:pt x="50324" y="104274"/>
                    <a:pt x="50324" y="104274"/>
                    <a:pt x="50453" y="104404"/>
                  </a:cubicBezTo>
                  <a:lnTo>
                    <a:pt x="50453" y="112888"/>
                  </a:lnTo>
                  <a:lnTo>
                    <a:pt x="49514" y="112888"/>
                  </a:lnTo>
                  <a:lnTo>
                    <a:pt x="49514" y="104404"/>
                  </a:lnTo>
                  <a:cubicBezTo>
                    <a:pt x="49514" y="104274"/>
                    <a:pt x="49644" y="104274"/>
                    <a:pt x="49644" y="104112"/>
                  </a:cubicBezTo>
                  <a:cubicBezTo>
                    <a:pt x="49644" y="103983"/>
                    <a:pt x="49514" y="103853"/>
                    <a:pt x="49385" y="103853"/>
                  </a:cubicBezTo>
                  <a:cubicBezTo>
                    <a:pt x="49255" y="103853"/>
                    <a:pt x="49093" y="103983"/>
                    <a:pt x="49093" y="104112"/>
                  </a:cubicBezTo>
                  <a:cubicBezTo>
                    <a:pt x="49093" y="104274"/>
                    <a:pt x="49093" y="104274"/>
                    <a:pt x="49255" y="104404"/>
                  </a:cubicBezTo>
                  <a:lnTo>
                    <a:pt x="49255" y="112888"/>
                  </a:lnTo>
                  <a:lnTo>
                    <a:pt x="48284" y="112888"/>
                  </a:lnTo>
                  <a:lnTo>
                    <a:pt x="48284" y="104404"/>
                  </a:lnTo>
                  <a:cubicBezTo>
                    <a:pt x="48446" y="104274"/>
                    <a:pt x="48446" y="104274"/>
                    <a:pt x="48446" y="104112"/>
                  </a:cubicBezTo>
                  <a:cubicBezTo>
                    <a:pt x="48446" y="103983"/>
                    <a:pt x="48446" y="103853"/>
                    <a:pt x="48154" y="103853"/>
                  </a:cubicBezTo>
                  <a:cubicBezTo>
                    <a:pt x="48025" y="103853"/>
                    <a:pt x="47895" y="103983"/>
                    <a:pt x="47895" y="104112"/>
                  </a:cubicBezTo>
                  <a:cubicBezTo>
                    <a:pt x="47895" y="104274"/>
                    <a:pt x="48025" y="104274"/>
                    <a:pt x="48154" y="104404"/>
                  </a:cubicBezTo>
                  <a:lnTo>
                    <a:pt x="48154" y="112888"/>
                  </a:lnTo>
                  <a:lnTo>
                    <a:pt x="47215" y="112888"/>
                  </a:lnTo>
                  <a:lnTo>
                    <a:pt x="47215" y="104404"/>
                  </a:lnTo>
                  <a:cubicBezTo>
                    <a:pt x="47215" y="104274"/>
                    <a:pt x="47345" y="104274"/>
                    <a:pt x="47345" y="104112"/>
                  </a:cubicBezTo>
                  <a:cubicBezTo>
                    <a:pt x="47345" y="103983"/>
                    <a:pt x="47215" y="103853"/>
                    <a:pt x="47086" y="103853"/>
                  </a:cubicBezTo>
                  <a:cubicBezTo>
                    <a:pt x="46956" y="103853"/>
                    <a:pt x="46827" y="103983"/>
                    <a:pt x="46827" y="104112"/>
                  </a:cubicBezTo>
                  <a:cubicBezTo>
                    <a:pt x="46827" y="104274"/>
                    <a:pt x="46827" y="104274"/>
                    <a:pt x="46956" y="104404"/>
                  </a:cubicBezTo>
                  <a:lnTo>
                    <a:pt x="46956" y="112888"/>
                  </a:lnTo>
                  <a:lnTo>
                    <a:pt x="44916" y="112888"/>
                  </a:lnTo>
                  <a:lnTo>
                    <a:pt x="44916" y="104404"/>
                  </a:lnTo>
                  <a:cubicBezTo>
                    <a:pt x="44916" y="104274"/>
                    <a:pt x="45045" y="104274"/>
                    <a:pt x="45045" y="104112"/>
                  </a:cubicBezTo>
                  <a:cubicBezTo>
                    <a:pt x="45045" y="103983"/>
                    <a:pt x="44916" y="103853"/>
                    <a:pt x="44786" y="103853"/>
                  </a:cubicBezTo>
                  <a:cubicBezTo>
                    <a:pt x="44657" y="103853"/>
                    <a:pt x="44527" y="103983"/>
                    <a:pt x="44527" y="104112"/>
                  </a:cubicBezTo>
                  <a:cubicBezTo>
                    <a:pt x="44527" y="104274"/>
                    <a:pt x="44527" y="104274"/>
                    <a:pt x="44657" y="104404"/>
                  </a:cubicBezTo>
                  <a:lnTo>
                    <a:pt x="44657" y="112888"/>
                  </a:lnTo>
                  <a:lnTo>
                    <a:pt x="43718" y="112888"/>
                  </a:lnTo>
                  <a:lnTo>
                    <a:pt x="43718" y="104404"/>
                  </a:lnTo>
                  <a:cubicBezTo>
                    <a:pt x="43847" y="104274"/>
                    <a:pt x="43847" y="104274"/>
                    <a:pt x="43847" y="104112"/>
                  </a:cubicBezTo>
                  <a:cubicBezTo>
                    <a:pt x="43847" y="103983"/>
                    <a:pt x="43718" y="103853"/>
                    <a:pt x="43588" y="103853"/>
                  </a:cubicBezTo>
                  <a:cubicBezTo>
                    <a:pt x="43426" y="103853"/>
                    <a:pt x="43297" y="103983"/>
                    <a:pt x="43297" y="104112"/>
                  </a:cubicBezTo>
                  <a:cubicBezTo>
                    <a:pt x="43297" y="104274"/>
                    <a:pt x="43426" y="104274"/>
                    <a:pt x="43426" y="104404"/>
                  </a:cubicBezTo>
                  <a:lnTo>
                    <a:pt x="43426" y="112888"/>
                  </a:lnTo>
                  <a:lnTo>
                    <a:pt x="42617" y="112888"/>
                  </a:lnTo>
                  <a:lnTo>
                    <a:pt x="42617" y="104404"/>
                  </a:lnTo>
                  <a:cubicBezTo>
                    <a:pt x="42617" y="104274"/>
                    <a:pt x="42779" y="104274"/>
                    <a:pt x="42779" y="104112"/>
                  </a:cubicBezTo>
                  <a:cubicBezTo>
                    <a:pt x="42779" y="103983"/>
                    <a:pt x="42617" y="103853"/>
                    <a:pt x="42487" y="103853"/>
                  </a:cubicBezTo>
                  <a:cubicBezTo>
                    <a:pt x="42358" y="103853"/>
                    <a:pt x="42228" y="103983"/>
                    <a:pt x="42228" y="104112"/>
                  </a:cubicBezTo>
                  <a:cubicBezTo>
                    <a:pt x="42228" y="104274"/>
                    <a:pt x="42228" y="104274"/>
                    <a:pt x="42358" y="104404"/>
                  </a:cubicBezTo>
                  <a:lnTo>
                    <a:pt x="42358" y="112888"/>
                  </a:lnTo>
                  <a:lnTo>
                    <a:pt x="41419" y="112888"/>
                  </a:lnTo>
                  <a:lnTo>
                    <a:pt x="41419" y="104404"/>
                  </a:lnTo>
                  <a:cubicBezTo>
                    <a:pt x="41548" y="104274"/>
                    <a:pt x="41548" y="104274"/>
                    <a:pt x="41548" y="104112"/>
                  </a:cubicBezTo>
                  <a:cubicBezTo>
                    <a:pt x="41548" y="103983"/>
                    <a:pt x="41419" y="103853"/>
                    <a:pt x="41289" y="103853"/>
                  </a:cubicBezTo>
                  <a:cubicBezTo>
                    <a:pt x="41159" y="103853"/>
                    <a:pt x="40998" y="103983"/>
                    <a:pt x="40998" y="104112"/>
                  </a:cubicBezTo>
                  <a:cubicBezTo>
                    <a:pt x="40998" y="104274"/>
                    <a:pt x="41159" y="104274"/>
                    <a:pt x="41159" y="104404"/>
                  </a:cubicBezTo>
                  <a:lnTo>
                    <a:pt x="41159" y="112888"/>
                  </a:lnTo>
                  <a:lnTo>
                    <a:pt x="23349" y="112888"/>
                  </a:lnTo>
                  <a:lnTo>
                    <a:pt x="23349" y="110459"/>
                  </a:lnTo>
                  <a:lnTo>
                    <a:pt x="36691" y="110459"/>
                  </a:lnTo>
                  <a:lnTo>
                    <a:pt x="37630" y="109520"/>
                  </a:lnTo>
                  <a:lnTo>
                    <a:pt x="37630" y="96308"/>
                  </a:lnTo>
                  <a:lnTo>
                    <a:pt x="38731" y="96308"/>
                  </a:lnTo>
                  <a:cubicBezTo>
                    <a:pt x="38731" y="96308"/>
                    <a:pt x="38860" y="96437"/>
                    <a:pt x="38990" y="96437"/>
                  </a:cubicBezTo>
                  <a:cubicBezTo>
                    <a:pt x="39119" y="96437"/>
                    <a:pt x="39249" y="96308"/>
                    <a:pt x="39249" y="96178"/>
                  </a:cubicBezTo>
                  <a:cubicBezTo>
                    <a:pt x="39249" y="96016"/>
                    <a:pt x="39119" y="95887"/>
                    <a:pt x="38990" y="95887"/>
                  </a:cubicBezTo>
                  <a:cubicBezTo>
                    <a:pt x="38860" y="95887"/>
                    <a:pt x="38731" y="95887"/>
                    <a:pt x="38731" y="96016"/>
                  </a:cubicBezTo>
                  <a:lnTo>
                    <a:pt x="37630" y="96016"/>
                  </a:lnTo>
                  <a:lnTo>
                    <a:pt x="37630" y="94397"/>
                  </a:lnTo>
                  <a:lnTo>
                    <a:pt x="38731" y="94397"/>
                  </a:lnTo>
                  <a:cubicBezTo>
                    <a:pt x="38731" y="94397"/>
                    <a:pt x="38860" y="94559"/>
                    <a:pt x="38990" y="94559"/>
                  </a:cubicBezTo>
                  <a:cubicBezTo>
                    <a:pt x="39119" y="94559"/>
                    <a:pt x="39249" y="94397"/>
                    <a:pt x="39249" y="94268"/>
                  </a:cubicBezTo>
                  <a:cubicBezTo>
                    <a:pt x="39249" y="94138"/>
                    <a:pt x="39119" y="94009"/>
                    <a:pt x="38990" y="94009"/>
                  </a:cubicBezTo>
                  <a:cubicBezTo>
                    <a:pt x="38860" y="94009"/>
                    <a:pt x="38731" y="94009"/>
                    <a:pt x="38731" y="94138"/>
                  </a:cubicBezTo>
                  <a:lnTo>
                    <a:pt x="37630" y="94138"/>
                  </a:lnTo>
                  <a:lnTo>
                    <a:pt x="37630" y="92519"/>
                  </a:lnTo>
                  <a:lnTo>
                    <a:pt x="38731" y="92519"/>
                  </a:lnTo>
                  <a:cubicBezTo>
                    <a:pt x="38731" y="92649"/>
                    <a:pt x="38860" y="92649"/>
                    <a:pt x="38990" y="92649"/>
                  </a:cubicBezTo>
                  <a:cubicBezTo>
                    <a:pt x="39119" y="92649"/>
                    <a:pt x="39249" y="92519"/>
                    <a:pt x="39249" y="92390"/>
                  </a:cubicBezTo>
                  <a:cubicBezTo>
                    <a:pt x="39249" y="92260"/>
                    <a:pt x="39119" y="92130"/>
                    <a:pt x="38990" y="92130"/>
                  </a:cubicBezTo>
                  <a:cubicBezTo>
                    <a:pt x="38860" y="92130"/>
                    <a:pt x="38731" y="92260"/>
                    <a:pt x="38731" y="92260"/>
                  </a:cubicBezTo>
                  <a:lnTo>
                    <a:pt x="37630" y="92260"/>
                  </a:lnTo>
                  <a:lnTo>
                    <a:pt x="37630" y="90641"/>
                  </a:lnTo>
                  <a:lnTo>
                    <a:pt x="38731" y="90641"/>
                  </a:lnTo>
                  <a:cubicBezTo>
                    <a:pt x="38731" y="90770"/>
                    <a:pt x="38860" y="90900"/>
                    <a:pt x="38990" y="90900"/>
                  </a:cubicBezTo>
                  <a:cubicBezTo>
                    <a:pt x="39119" y="90900"/>
                    <a:pt x="39249" y="90770"/>
                    <a:pt x="39249" y="90641"/>
                  </a:cubicBezTo>
                  <a:cubicBezTo>
                    <a:pt x="39249" y="90349"/>
                    <a:pt x="39119" y="90349"/>
                    <a:pt x="38990" y="90349"/>
                  </a:cubicBezTo>
                  <a:cubicBezTo>
                    <a:pt x="38860" y="90349"/>
                    <a:pt x="38731" y="90349"/>
                    <a:pt x="38731" y="90511"/>
                  </a:cubicBezTo>
                  <a:lnTo>
                    <a:pt x="37630" y="90511"/>
                  </a:lnTo>
                  <a:lnTo>
                    <a:pt x="37630" y="88892"/>
                  </a:lnTo>
                  <a:lnTo>
                    <a:pt x="38731" y="88892"/>
                  </a:lnTo>
                  <a:cubicBezTo>
                    <a:pt x="38731" y="88892"/>
                    <a:pt x="38860" y="89022"/>
                    <a:pt x="38990" y="89022"/>
                  </a:cubicBezTo>
                  <a:cubicBezTo>
                    <a:pt x="39119" y="89022"/>
                    <a:pt x="39249" y="88892"/>
                    <a:pt x="39249" y="88730"/>
                  </a:cubicBezTo>
                  <a:cubicBezTo>
                    <a:pt x="39249" y="88601"/>
                    <a:pt x="39119" y="88471"/>
                    <a:pt x="38990" y="88471"/>
                  </a:cubicBezTo>
                  <a:cubicBezTo>
                    <a:pt x="38860" y="88471"/>
                    <a:pt x="38731" y="88471"/>
                    <a:pt x="38731" y="88601"/>
                  </a:cubicBezTo>
                  <a:lnTo>
                    <a:pt x="37630" y="88601"/>
                  </a:lnTo>
                  <a:lnTo>
                    <a:pt x="37630" y="86982"/>
                  </a:lnTo>
                  <a:lnTo>
                    <a:pt x="38731" y="86982"/>
                  </a:lnTo>
                  <a:cubicBezTo>
                    <a:pt x="38731" y="87111"/>
                    <a:pt x="38860" y="87111"/>
                    <a:pt x="38990" y="87111"/>
                  </a:cubicBezTo>
                  <a:cubicBezTo>
                    <a:pt x="39119" y="87111"/>
                    <a:pt x="39249" y="86982"/>
                    <a:pt x="39249" y="86852"/>
                  </a:cubicBezTo>
                  <a:cubicBezTo>
                    <a:pt x="39249" y="86722"/>
                    <a:pt x="39119" y="86593"/>
                    <a:pt x="38990" y="86593"/>
                  </a:cubicBezTo>
                  <a:cubicBezTo>
                    <a:pt x="38860" y="86593"/>
                    <a:pt x="38731" y="86722"/>
                    <a:pt x="38731" y="86722"/>
                  </a:cubicBezTo>
                  <a:lnTo>
                    <a:pt x="37630" y="86722"/>
                  </a:lnTo>
                  <a:lnTo>
                    <a:pt x="37630" y="85103"/>
                  </a:lnTo>
                  <a:lnTo>
                    <a:pt x="38731" y="85103"/>
                  </a:lnTo>
                  <a:cubicBezTo>
                    <a:pt x="38731" y="85233"/>
                    <a:pt x="38860" y="85233"/>
                    <a:pt x="38990" y="85233"/>
                  </a:cubicBezTo>
                  <a:cubicBezTo>
                    <a:pt x="39119" y="85233"/>
                    <a:pt x="39249" y="85233"/>
                    <a:pt x="39249" y="84974"/>
                  </a:cubicBezTo>
                  <a:cubicBezTo>
                    <a:pt x="39249" y="84844"/>
                    <a:pt x="39119" y="84682"/>
                    <a:pt x="38990" y="84682"/>
                  </a:cubicBezTo>
                  <a:cubicBezTo>
                    <a:pt x="38860" y="84682"/>
                    <a:pt x="38731" y="84844"/>
                    <a:pt x="38731" y="84974"/>
                  </a:cubicBezTo>
                  <a:lnTo>
                    <a:pt x="37630" y="84974"/>
                  </a:lnTo>
                  <a:lnTo>
                    <a:pt x="37630" y="83355"/>
                  </a:lnTo>
                  <a:lnTo>
                    <a:pt x="38731" y="83355"/>
                  </a:lnTo>
                  <a:cubicBezTo>
                    <a:pt x="38731" y="83355"/>
                    <a:pt x="38860" y="83484"/>
                    <a:pt x="38990" y="83484"/>
                  </a:cubicBezTo>
                  <a:cubicBezTo>
                    <a:pt x="39119" y="83484"/>
                    <a:pt x="39249" y="83355"/>
                    <a:pt x="39249" y="83225"/>
                  </a:cubicBezTo>
                  <a:cubicBezTo>
                    <a:pt x="39249" y="83063"/>
                    <a:pt x="39119" y="82934"/>
                    <a:pt x="38990" y="82934"/>
                  </a:cubicBezTo>
                  <a:cubicBezTo>
                    <a:pt x="38860" y="82934"/>
                    <a:pt x="38731" y="82934"/>
                    <a:pt x="38731" y="83063"/>
                  </a:cubicBezTo>
                  <a:lnTo>
                    <a:pt x="37630" y="83063"/>
                  </a:lnTo>
                  <a:lnTo>
                    <a:pt x="37630" y="81444"/>
                  </a:lnTo>
                  <a:lnTo>
                    <a:pt x="38731" y="81444"/>
                  </a:lnTo>
                  <a:cubicBezTo>
                    <a:pt x="38731" y="81606"/>
                    <a:pt x="38860" y="81606"/>
                    <a:pt x="38990" y="81606"/>
                  </a:cubicBezTo>
                  <a:cubicBezTo>
                    <a:pt x="39119" y="81606"/>
                    <a:pt x="39249" y="81444"/>
                    <a:pt x="39249" y="81315"/>
                  </a:cubicBezTo>
                  <a:cubicBezTo>
                    <a:pt x="39249" y="81185"/>
                    <a:pt x="39119" y="81055"/>
                    <a:pt x="38990" y="81055"/>
                  </a:cubicBezTo>
                  <a:cubicBezTo>
                    <a:pt x="38860" y="81055"/>
                    <a:pt x="38731" y="81055"/>
                    <a:pt x="38731" y="81185"/>
                  </a:cubicBezTo>
                  <a:lnTo>
                    <a:pt x="37630" y="81185"/>
                  </a:lnTo>
                  <a:lnTo>
                    <a:pt x="37630" y="79566"/>
                  </a:lnTo>
                  <a:lnTo>
                    <a:pt x="38731" y="79566"/>
                  </a:lnTo>
                  <a:cubicBezTo>
                    <a:pt x="38731" y="79695"/>
                    <a:pt x="38860" y="79695"/>
                    <a:pt x="38990" y="79695"/>
                  </a:cubicBezTo>
                  <a:cubicBezTo>
                    <a:pt x="39119" y="79695"/>
                    <a:pt x="39249" y="79566"/>
                    <a:pt x="39249" y="79436"/>
                  </a:cubicBezTo>
                  <a:cubicBezTo>
                    <a:pt x="39249" y="79307"/>
                    <a:pt x="39119" y="79177"/>
                    <a:pt x="38990" y="79177"/>
                  </a:cubicBezTo>
                  <a:cubicBezTo>
                    <a:pt x="38860" y="79177"/>
                    <a:pt x="38731" y="79307"/>
                    <a:pt x="38731" y="79307"/>
                  </a:cubicBezTo>
                  <a:lnTo>
                    <a:pt x="37630" y="79307"/>
                  </a:lnTo>
                  <a:lnTo>
                    <a:pt x="37630" y="77688"/>
                  </a:lnTo>
                  <a:lnTo>
                    <a:pt x="38731" y="77688"/>
                  </a:lnTo>
                  <a:cubicBezTo>
                    <a:pt x="38731" y="77817"/>
                    <a:pt x="38860" y="77947"/>
                    <a:pt x="38990" y="77947"/>
                  </a:cubicBezTo>
                  <a:cubicBezTo>
                    <a:pt x="39119" y="77947"/>
                    <a:pt x="39249" y="77817"/>
                    <a:pt x="39249" y="77688"/>
                  </a:cubicBezTo>
                  <a:cubicBezTo>
                    <a:pt x="39249" y="77396"/>
                    <a:pt x="39119" y="77396"/>
                    <a:pt x="38990" y="77396"/>
                  </a:cubicBezTo>
                  <a:cubicBezTo>
                    <a:pt x="38860" y="77396"/>
                    <a:pt x="38731" y="77396"/>
                    <a:pt x="38731" y="77558"/>
                  </a:cubicBezTo>
                  <a:lnTo>
                    <a:pt x="37630" y="77558"/>
                  </a:lnTo>
                  <a:lnTo>
                    <a:pt x="37630" y="75939"/>
                  </a:lnTo>
                  <a:lnTo>
                    <a:pt x="38731" y="75939"/>
                  </a:lnTo>
                  <a:cubicBezTo>
                    <a:pt x="38731" y="75939"/>
                    <a:pt x="38860" y="76069"/>
                    <a:pt x="38990" y="76069"/>
                  </a:cubicBezTo>
                  <a:cubicBezTo>
                    <a:pt x="39119" y="76069"/>
                    <a:pt x="39249" y="75939"/>
                    <a:pt x="39249" y="75777"/>
                  </a:cubicBezTo>
                  <a:cubicBezTo>
                    <a:pt x="39249" y="75648"/>
                    <a:pt x="39119" y="75518"/>
                    <a:pt x="38990" y="75518"/>
                  </a:cubicBezTo>
                  <a:cubicBezTo>
                    <a:pt x="38860" y="75518"/>
                    <a:pt x="38731" y="75518"/>
                    <a:pt x="38731" y="75648"/>
                  </a:cubicBezTo>
                  <a:lnTo>
                    <a:pt x="37630" y="75648"/>
                  </a:lnTo>
                  <a:lnTo>
                    <a:pt x="37630" y="57707"/>
                  </a:lnTo>
                  <a:lnTo>
                    <a:pt x="36691" y="56768"/>
                  </a:lnTo>
                  <a:lnTo>
                    <a:pt x="20240" y="56768"/>
                  </a:lnTo>
                  <a:lnTo>
                    <a:pt x="19301" y="57707"/>
                  </a:lnTo>
                  <a:lnTo>
                    <a:pt x="19301" y="109520"/>
                  </a:lnTo>
                  <a:lnTo>
                    <a:pt x="20240" y="110459"/>
                  </a:lnTo>
                  <a:lnTo>
                    <a:pt x="21989" y="110459"/>
                  </a:lnTo>
                  <a:lnTo>
                    <a:pt x="21989" y="112888"/>
                  </a:lnTo>
                  <a:lnTo>
                    <a:pt x="18880" y="112888"/>
                  </a:lnTo>
                  <a:lnTo>
                    <a:pt x="17131" y="111269"/>
                  </a:lnTo>
                  <a:lnTo>
                    <a:pt x="17131" y="56218"/>
                  </a:lnTo>
                  <a:lnTo>
                    <a:pt x="18880" y="54469"/>
                  </a:lnTo>
                  <a:close/>
                  <a:moveTo>
                    <a:pt x="23057" y="113179"/>
                  </a:moveTo>
                  <a:lnTo>
                    <a:pt x="23057" y="115867"/>
                  </a:lnTo>
                  <a:lnTo>
                    <a:pt x="22118" y="115867"/>
                  </a:lnTo>
                  <a:lnTo>
                    <a:pt x="22118" y="113179"/>
                  </a:lnTo>
                  <a:close/>
                  <a:moveTo>
                    <a:pt x="41159" y="113179"/>
                  </a:moveTo>
                  <a:lnTo>
                    <a:pt x="41159" y="115867"/>
                  </a:lnTo>
                  <a:lnTo>
                    <a:pt x="23349" y="115867"/>
                  </a:lnTo>
                  <a:lnTo>
                    <a:pt x="23349" y="113179"/>
                  </a:lnTo>
                  <a:close/>
                  <a:moveTo>
                    <a:pt x="42358" y="113179"/>
                  </a:moveTo>
                  <a:lnTo>
                    <a:pt x="42358" y="115867"/>
                  </a:lnTo>
                  <a:lnTo>
                    <a:pt x="41419" y="115867"/>
                  </a:lnTo>
                  <a:lnTo>
                    <a:pt x="41419" y="113179"/>
                  </a:lnTo>
                  <a:close/>
                  <a:moveTo>
                    <a:pt x="43426" y="113179"/>
                  </a:moveTo>
                  <a:lnTo>
                    <a:pt x="43426" y="115867"/>
                  </a:lnTo>
                  <a:lnTo>
                    <a:pt x="42617" y="115867"/>
                  </a:lnTo>
                  <a:lnTo>
                    <a:pt x="42617" y="113179"/>
                  </a:lnTo>
                  <a:close/>
                  <a:moveTo>
                    <a:pt x="44657" y="113179"/>
                  </a:moveTo>
                  <a:lnTo>
                    <a:pt x="44657" y="115867"/>
                  </a:lnTo>
                  <a:lnTo>
                    <a:pt x="43718" y="115867"/>
                  </a:lnTo>
                  <a:lnTo>
                    <a:pt x="43718" y="113179"/>
                  </a:lnTo>
                  <a:close/>
                  <a:moveTo>
                    <a:pt x="46956" y="113179"/>
                  </a:moveTo>
                  <a:lnTo>
                    <a:pt x="46956" y="115867"/>
                  </a:lnTo>
                  <a:lnTo>
                    <a:pt x="44916" y="115867"/>
                  </a:lnTo>
                  <a:lnTo>
                    <a:pt x="44916" y="113179"/>
                  </a:lnTo>
                  <a:close/>
                  <a:moveTo>
                    <a:pt x="48154" y="113179"/>
                  </a:moveTo>
                  <a:lnTo>
                    <a:pt x="48154" y="115867"/>
                  </a:lnTo>
                  <a:lnTo>
                    <a:pt x="47215" y="115867"/>
                  </a:lnTo>
                  <a:lnTo>
                    <a:pt x="47215" y="113179"/>
                  </a:lnTo>
                  <a:close/>
                  <a:moveTo>
                    <a:pt x="49255" y="113179"/>
                  </a:moveTo>
                  <a:lnTo>
                    <a:pt x="49255" y="115867"/>
                  </a:lnTo>
                  <a:lnTo>
                    <a:pt x="48284" y="115867"/>
                  </a:lnTo>
                  <a:lnTo>
                    <a:pt x="48284" y="113179"/>
                  </a:lnTo>
                  <a:close/>
                  <a:moveTo>
                    <a:pt x="50453" y="113179"/>
                  </a:moveTo>
                  <a:lnTo>
                    <a:pt x="50453" y="115867"/>
                  </a:lnTo>
                  <a:lnTo>
                    <a:pt x="49514" y="115867"/>
                  </a:lnTo>
                  <a:lnTo>
                    <a:pt x="49514" y="113179"/>
                  </a:lnTo>
                  <a:close/>
                  <a:moveTo>
                    <a:pt x="54922" y="10493"/>
                  </a:moveTo>
                  <a:lnTo>
                    <a:pt x="57060" y="12630"/>
                  </a:lnTo>
                  <a:lnTo>
                    <a:pt x="57060" y="22507"/>
                  </a:lnTo>
                  <a:lnTo>
                    <a:pt x="56250" y="22507"/>
                  </a:lnTo>
                  <a:lnTo>
                    <a:pt x="56250" y="26814"/>
                  </a:lnTo>
                  <a:lnTo>
                    <a:pt x="57060" y="26814"/>
                  </a:lnTo>
                  <a:lnTo>
                    <a:pt x="57060" y="27365"/>
                  </a:lnTo>
                  <a:lnTo>
                    <a:pt x="56250" y="27365"/>
                  </a:lnTo>
                  <a:lnTo>
                    <a:pt x="56250" y="31671"/>
                  </a:lnTo>
                  <a:lnTo>
                    <a:pt x="57060" y="31671"/>
                  </a:lnTo>
                  <a:lnTo>
                    <a:pt x="57060" y="40965"/>
                  </a:lnTo>
                  <a:lnTo>
                    <a:pt x="56250" y="40965"/>
                  </a:lnTo>
                  <a:lnTo>
                    <a:pt x="56250" y="42876"/>
                  </a:lnTo>
                  <a:lnTo>
                    <a:pt x="57060" y="42876"/>
                  </a:lnTo>
                  <a:lnTo>
                    <a:pt x="57060" y="113697"/>
                  </a:lnTo>
                  <a:lnTo>
                    <a:pt x="54922" y="115867"/>
                  </a:lnTo>
                  <a:lnTo>
                    <a:pt x="50583" y="115867"/>
                  </a:lnTo>
                  <a:lnTo>
                    <a:pt x="50583" y="113179"/>
                  </a:lnTo>
                  <a:lnTo>
                    <a:pt x="52623" y="113179"/>
                  </a:lnTo>
                  <a:lnTo>
                    <a:pt x="54501" y="111269"/>
                  </a:lnTo>
                  <a:lnTo>
                    <a:pt x="54501" y="56088"/>
                  </a:lnTo>
                  <a:lnTo>
                    <a:pt x="52623" y="54340"/>
                  </a:lnTo>
                  <a:lnTo>
                    <a:pt x="18751" y="54340"/>
                  </a:lnTo>
                  <a:lnTo>
                    <a:pt x="16872" y="56088"/>
                  </a:lnTo>
                  <a:lnTo>
                    <a:pt x="16872" y="111269"/>
                  </a:lnTo>
                  <a:lnTo>
                    <a:pt x="18751" y="113179"/>
                  </a:lnTo>
                  <a:lnTo>
                    <a:pt x="21989" y="113179"/>
                  </a:lnTo>
                  <a:lnTo>
                    <a:pt x="21989" y="115867"/>
                  </a:lnTo>
                  <a:lnTo>
                    <a:pt x="16581" y="115867"/>
                  </a:lnTo>
                  <a:lnTo>
                    <a:pt x="14444" y="113697"/>
                  </a:lnTo>
                  <a:lnTo>
                    <a:pt x="14444" y="12630"/>
                  </a:lnTo>
                  <a:lnTo>
                    <a:pt x="16581" y="10493"/>
                  </a:lnTo>
                  <a:lnTo>
                    <a:pt x="21730" y="10493"/>
                  </a:lnTo>
                  <a:lnTo>
                    <a:pt x="21730" y="13990"/>
                  </a:lnTo>
                  <a:lnTo>
                    <a:pt x="19560" y="13990"/>
                  </a:lnTo>
                  <a:lnTo>
                    <a:pt x="16872" y="16678"/>
                  </a:lnTo>
                  <a:lnTo>
                    <a:pt x="16872" y="50033"/>
                  </a:lnTo>
                  <a:lnTo>
                    <a:pt x="18491" y="51652"/>
                  </a:lnTo>
                  <a:lnTo>
                    <a:pt x="26425" y="51652"/>
                  </a:lnTo>
                  <a:lnTo>
                    <a:pt x="26425" y="52461"/>
                  </a:lnTo>
                  <a:lnTo>
                    <a:pt x="28206" y="52461"/>
                  </a:lnTo>
                  <a:lnTo>
                    <a:pt x="28206" y="51652"/>
                  </a:lnTo>
                  <a:lnTo>
                    <a:pt x="29016" y="51652"/>
                  </a:lnTo>
                  <a:lnTo>
                    <a:pt x="29016" y="52461"/>
                  </a:lnTo>
                  <a:lnTo>
                    <a:pt x="30765" y="52461"/>
                  </a:lnTo>
                  <a:lnTo>
                    <a:pt x="30765" y="51652"/>
                  </a:lnTo>
                  <a:lnTo>
                    <a:pt x="32513" y="51652"/>
                  </a:lnTo>
                  <a:lnTo>
                    <a:pt x="32513" y="52461"/>
                  </a:lnTo>
                  <a:lnTo>
                    <a:pt x="44527" y="52461"/>
                  </a:lnTo>
                  <a:lnTo>
                    <a:pt x="44527" y="51652"/>
                  </a:lnTo>
                  <a:lnTo>
                    <a:pt x="52882" y="51652"/>
                  </a:lnTo>
                  <a:lnTo>
                    <a:pt x="54501" y="50033"/>
                  </a:lnTo>
                  <a:lnTo>
                    <a:pt x="54501" y="15610"/>
                  </a:lnTo>
                  <a:lnTo>
                    <a:pt x="52882" y="13990"/>
                  </a:lnTo>
                  <a:lnTo>
                    <a:pt x="51943" y="13990"/>
                  </a:lnTo>
                  <a:lnTo>
                    <a:pt x="51943" y="10493"/>
                  </a:lnTo>
                  <a:close/>
                  <a:moveTo>
                    <a:pt x="69414" y="1"/>
                  </a:moveTo>
                  <a:cubicBezTo>
                    <a:pt x="69341" y="1"/>
                    <a:pt x="69268" y="33"/>
                    <a:pt x="69203" y="98"/>
                  </a:cubicBezTo>
                  <a:lnTo>
                    <a:pt x="69203" y="357"/>
                  </a:lnTo>
                  <a:lnTo>
                    <a:pt x="62208" y="7514"/>
                  </a:lnTo>
                  <a:lnTo>
                    <a:pt x="62208" y="69171"/>
                  </a:lnTo>
                  <a:lnTo>
                    <a:pt x="64896" y="71891"/>
                  </a:lnTo>
                  <a:lnTo>
                    <a:pt x="64896" y="123024"/>
                  </a:lnTo>
                  <a:cubicBezTo>
                    <a:pt x="64767" y="123024"/>
                    <a:pt x="64637" y="123153"/>
                    <a:pt x="64637" y="123283"/>
                  </a:cubicBezTo>
                  <a:cubicBezTo>
                    <a:pt x="64637" y="123412"/>
                    <a:pt x="64767" y="123542"/>
                    <a:pt x="64896" y="123542"/>
                  </a:cubicBezTo>
                  <a:cubicBezTo>
                    <a:pt x="65026" y="123542"/>
                    <a:pt x="65155" y="123412"/>
                    <a:pt x="65155" y="123283"/>
                  </a:cubicBezTo>
                  <a:cubicBezTo>
                    <a:pt x="65155" y="123153"/>
                    <a:pt x="65155" y="123024"/>
                    <a:pt x="65026" y="123024"/>
                  </a:cubicBezTo>
                  <a:lnTo>
                    <a:pt x="65026" y="71891"/>
                  </a:lnTo>
                  <a:lnTo>
                    <a:pt x="62338" y="69171"/>
                  </a:lnTo>
                  <a:lnTo>
                    <a:pt x="62338" y="7514"/>
                  </a:lnTo>
                  <a:lnTo>
                    <a:pt x="69333" y="487"/>
                  </a:lnTo>
                  <a:cubicBezTo>
                    <a:pt x="69414" y="568"/>
                    <a:pt x="69454" y="608"/>
                    <a:pt x="69491" y="608"/>
                  </a:cubicBezTo>
                  <a:cubicBezTo>
                    <a:pt x="69527" y="608"/>
                    <a:pt x="69559" y="568"/>
                    <a:pt x="69624" y="487"/>
                  </a:cubicBezTo>
                  <a:cubicBezTo>
                    <a:pt x="69754" y="357"/>
                    <a:pt x="69754" y="228"/>
                    <a:pt x="69624" y="98"/>
                  </a:cubicBezTo>
                  <a:cubicBezTo>
                    <a:pt x="69559" y="33"/>
                    <a:pt x="69486" y="1"/>
                    <a:pt x="69414" y="1"/>
                  </a:cubicBezTo>
                  <a:close/>
                  <a:moveTo>
                    <a:pt x="28125" y="1199"/>
                  </a:moveTo>
                  <a:cubicBezTo>
                    <a:pt x="28052" y="1199"/>
                    <a:pt x="27980" y="1232"/>
                    <a:pt x="27915" y="1296"/>
                  </a:cubicBezTo>
                  <a:cubicBezTo>
                    <a:pt x="27785" y="1296"/>
                    <a:pt x="27785" y="1588"/>
                    <a:pt x="27785" y="1717"/>
                  </a:cubicBezTo>
                  <a:lnTo>
                    <a:pt x="21730" y="7643"/>
                  </a:lnTo>
                  <a:lnTo>
                    <a:pt x="21730" y="10202"/>
                  </a:lnTo>
                  <a:lnTo>
                    <a:pt x="16581" y="10202"/>
                  </a:lnTo>
                  <a:lnTo>
                    <a:pt x="14152" y="12630"/>
                  </a:lnTo>
                  <a:lnTo>
                    <a:pt x="14152" y="113827"/>
                  </a:lnTo>
                  <a:lnTo>
                    <a:pt x="16581" y="116126"/>
                  </a:lnTo>
                  <a:lnTo>
                    <a:pt x="21989" y="116126"/>
                  </a:lnTo>
                  <a:lnTo>
                    <a:pt x="21989" y="123153"/>
                  </a:lnTo>
                  <a:cubicBezTo>
                    <a:pt x="21859" y="123153"/>
                    <a:pt x="21859" y="123283"/>
                    <a:pt x="21859" y="123412"/>
                  </a:cubicBezTo>
                  <a:cubicBezTo>
                    <a:pt x="21859" y="123542"/>
                    <a:pt x="21859" y="123704"/>
                    <a:pt x="21989" y="123704"/>
                  </a:cubicBezTo>
                  <a:cubicBezTo>
                    <a:pt x="22248" y="123704"/>
                    <a:pt x="22248" y="123542"/>
                    <a:pt x="22248" y="123412"/>
                  </a:cubicBezTo>
                  <a:cubicBezTo>
                    <a:pt x="22248" y="123283"/>
                    <a:pt x="22248" y="123153"/>
                    <a:pt x="22118" y="123153"/>
                  </a:cubicBezTo>
                  <a:lnTo>
                    <a:pt x="22118" y="116126"/>
                  </a:lnTo>
                  <a:lnTo>
                    <a:pt x="23057" y="116126"/>
                  </a:lnTo>
                  <a:lnTo>
                    <a:pt x="23057" y="123153"/>
                  </a:lnTo>
                  <a:cubicBezTo>
                    <a:pt x="23057" y="123153"/>
                    <a:pt x="22928" y="123283"/>
                    <a:pt x="22928" y="123412"/>
                  </a:cubicBezTo>
                  <a:cubicBezTo>
                    <a:pt x="22928" y="123542"/>
                    <a:pt x="23057" y="123704"/>
                    <a:pt x="23187" y="123704"/>
                  </a:cubicBezTo>
                  <a:cubicBezTo>
                    <a:pt x="23349" y="123704"/>
                    <a:pt x="23478" y="123542"/>
                    <a:pt x="23478" y="123412"/>
                  </a:cubicBezTo>
                  <a:cubicBezTo>
                    <a:pt x="23478" y="123283"/>
                    <a:pt x="23478" y="123153"/>
                    <a:pt x="23349" y="123153"/>
                  </a:cubicBezTo>
                  <a:lnTo>
                    <a:pt x="23349" y="116126"/>
                  </a:lnTo>
                  <a:lnTo>
                    <a:pt x="41159" y="116126"/>
                  </a:lnTo>
                  <a:lnTo>
                    <a:pt x="41159" y="123153"/>
                  </a:lnTo>
                  <a:cubicBezTo>
                    <a:pt x="41159" y="123153"/>
                    <a:pt x="40998" y="123283"/>
                    <a:pt x="40998" y="123412"/>
                  </a:cubicBezTo>
                  <a:cubicBezTo>
                    <a:pt x="40998" y="123542"/>
                    <a:pt x="41159" y="123704"/>
                    <a:pt x="41289" y="123704"/>
                  </a:cubicBezTo>
                  <a:cubicBezTo>
                    <a:pt x="41419" y="123704"/>
                    <a:pt x="41548" y="123542"/>
                    <a:pt x="41548" y="123412"/>
                  </a:cubicBezTo>
                  <a:cubicBezTo>
                    <a:pt x="41548" y="123283"/>
                    <a:pt x="41548" y="123153"/>
                    <a:pt x="41419" y="123153"/>
                  </a:cubicBezTo>
                  <a:lnTo>
                    <a:pt x="41419" y="116126"/>
                  </a:lnTo>
                  <a:lnTo>
                    <a:pt x="42358" y="116126"/>
                  </a:lnTo>
                  <a:lnTo>
                    <a:pt x="42358" y="123153"/>
                  </a:lnTo>
                  <a:cubicBezTo>
                    <a:pt x="42228" y="123153"/>
                    <a:pt x="42228" y="123283"/>
                    <a:pt x="42228" y="123412"/>
                  </a:cubicBezTo>
                  <a:cubicBezTo>
                    <a:pt x="42228" y="123542"/>
                    <a:pt x="42358" y="123704"/>
                    <a:pt x="42487" y="123704"/>
                  </a:cubicBezTo>
                  <a:cubicBezTo>
                    <a:pt x="42617" y="123704"/>
                    <a:pt x="42779" y="123542"/>
                    <a:pt x="42779" y="123412"/>
                  </a:cubicBezTo>
                  <a:cubicBezTo>
                    <a:pt x="42779" y="123283"/>
                    <a:pt x="42617" y="123153"/>
                    <a:pt x="42617" y="123153"/>
                  </a:cubicBezTo>
                  <a:lnTo>
                    <a:pt x="42617" y="116126"/>
                  </a:lnTo>
                  <a:lnTo>
                    <a:pt x="43426" y="116126"/>
                  </a:lnTo>
                  <a:lnTo>
                    <a:pt x="43426" y="123153"/>
                  </a:lnTo>
                  <a:cubicBezTo>
                    <a:pt x="43426" y="123153"/>
                    <a:pt x="43297" y="123283"/>
                    <a:pt x="43297" y="123412"/>
                  </a:cubicBezTo>
                  <a:cubicBezTo>
                    <a:pt x="43297" y="123542"/>
                    <a:pt x="43426" y="123704"/>
                    <a:pt x="43588" y="123704"/>
                  </a:cubicBezTo>
                  <a:cubicBezTo>
                    <a:pt x="43718" y="123704"/>
                    <a:pt x="43847" y="123542"/>
                    <a:pt x="43847" y="123412"/>
                  </a:cubicBezTo>
                  <a:cubicBezTo>
                    <a:pt x="43847" y="123283"/>
                    <a:pt x="43847" y="123153"/>
                    <a:pt x="43718" y="123153"/>
                  </a:cubicBezTo>
                  <a:lnTo>
                    <a:pt x="43718" y="116126"/>
                  </a:lnTo>
                  <a:lnTo>
                    <a:pt x="44657" y="116126"/>
                  </a:lnTo>
                  <a:lnTo>
                    <a:pt x="44657" y="123153"/>
                  </a:lnTo>
                  <a:cubicBezTo>
                    <a:pt x="44527" y="123153"/>
                    <a:pt x="44527" y="123283"/>
                    <a:pt x="44527" y="123412"/>
                  </a:cubicBezTo>
                  <a:cubicBezTo>
                    <a:pt x="44527" y="123542"/>
                    <a:pt x="44657" y="123704"/>
                    <a:pt x="44786" y="123704"/>
                  </a:cubicBezTo>
                  <a:cubicBezTo>
                    <a:pt x="44916" y="123704"/>
                    <a:pt x="45045" y="123542"/>
                    <a:pt x="45045" y="123412"/>
                  </a:cubicBezTo>
                  <a:cubicBezTo>
                    <a:pt x="45045" y="123283"/>
                    <a:pt x="44916" y="123153"/>
                    <a:pt x="44916" y="123153"/>
                  </a:cubicBezTo>
                  <a:lnTo>
                    <a:pt x="44916" y="116126"/>
                  </a:lnTo>
                  <a:lnTo>
                    <a:pt x="46956" y="116126"/>
                  </a:lnTo>
                  <a:lnTo>
                    <a:pt x="46956" y="123153"/>
                  </a:lnTo>
                  <a:cubicBezTo>
                    <a:pt x="46827" y="123153"/>
                    <a:pt x="46827" y="123283"/>
                    <a:pt x="46827" y="123412"/>
                  </a:cubicBezTo>
                  <a:cubicBezTo>
                    <a:pt x="46827" y="123542"/>
                    <a:pt x="46956" y="123704"/>
                    <a:pt x="47086" y="123704"/>
                  </a:cubicBezTo>
                  <a:cubicBezTo>
                    <a:pt x="47215" y="123704"/>
                    <a:pt x="47345" y="123542"/>
                    <a:pt x="47345" y="123412"/>
                  </a:cubicBezTo>
                  <a:cubicBezTo>
                    <a:pt x="47345" y="123283"/>
                    <a:pt x="47215" y="123153"/>
                    <a:pt x="47215" y="123153"/>
                  </a:cubicBezTo>
                  <a:lnTo>
                    <a:pt x="47215" y="116126"/>
                  </a:lnTo>
                  <a:lnTo>
                    <a:pt x="48154" y="116126"/>
                  </a:lnTo>
                  <a:lnTo>
                    <a:pt x="48154" y="123153"/>
                  </a:lnTo>
                  <a:cubicBezTo>
                    <a:pt x="48025" y="123153"/>
                    <a:pt x="47895" y="123283"/>
                    <a:pt x="47895" y="123412"/>
                  </a:cubicBezTo>
                  <a:cubicBezTo>
                    <a:pt x="47895" y="123542"/>
                    <a:pt x="48025" y="123704"/>
                    <a:pt x="48154" y="123704"/>
                  </a:cubicBezTo>
                  <a:cubicBezTo>
                    <a:pt x="48446" y="123704"/>
                    <a:pt x="48446" y="123542"/>
                    <a:pt x="48446" y="123412"/>
                  </a:cubicBezTo>
                  <a:cubicBezTo>
                    <a:pt x="48446" y="123283"/>
                    <a:pt x="48446" y="123153"/>
                    <a:pt x="48284" y="123153"/>
                  </a:cubicBezTo>
                  <a:lnTo>
                    <a:pt x="48284" y="116126"/>
                  </a:lnTo>
                  <a:lnTo>
                    <a:pt x="49255" y="116126"/>
                  </a:lnTo>
                  <a:lnTo>
                    <a:pt x="49255" y="123153"/>
                  </a:lnTo>
                  <a:cubicBezTo>
                    <a:pt x="49093" y="123153"/>
                    <a:pt x="49093" y="123283"/>
                    <a:pt x="49093" y="123412"/>
                  </a:cubicBezTo>
                  <a:cubicBezTo>
                    <a:pt x="49093" y="123542"/>
                    <a:pt x="49255" y="123704"/>
                    <a:pt x="49385" y="123704"/>
                  </a:cubicBezTo>
                  <a:cubicBezTo>
                    <a:pt x="49514" y="123704"/>
                    <a:pt x="49644" y="123542"/>
                    <a:pt x="49644" y="123412"/>
                  </a:cubicBezTo>
                  <a:cubicBezTo>
                    <a:pt x="49644" y="123283"/>
                    <a:pt x="49514" y="123153"/>
                    <a:pt x="49514" y="123153"/>
                  </a:cubicBezTo>
                  <a:lnTo>
                    <a:pt x="49514" y="116126"/>
                  </a:lnTo>
                  <a:lnTo>
                    <a:pt x="50453" y="116126"/>
                  </a:lnTo>
                  <a:lnTo>
                    <a:pt x="50453" y="123153"/>
                  </a:lnTo>
                  <a:cubicBezTo>
                    <a:pt x="50324" y="123153"/>
                    <a:pt x="50324" y="123283"/>
                    <a:pt x="50324" y="123412"/>
                  </a:cubicBezTo>
                  <a:cubicBezTo>
                    <a:pt x="50324" y="123542"/>
                    <a:pt x="50324" y="123704"/>
                    <a:pt x="50583" y="123704"/>
                  </a:cubicBezTo>
                  <a:cubicBezTo>
                    <a:pt x="50712" y="123704"/>
                    <a:pt x="50712" y="123542"/>
                    <a:pt x="50712" y="123412"/>
                  </a:cubicBezTo>
                  <a:cubicBezTo>
                    <a:pt x="50712" y="123283"/>
                    <a:pt x="50712" y="123153"/>
                    <a:pt x="50583" y="123153"/>
                  </a:cubicBezTo>
                  <a:lnTo>
                    <a:pt x="50583" y="116126"/>
                  </a:lnTo>
                  <a:lnTo>
                    <a:pt x="54922" y="116126"/>
                  </a:lnTo>
                  <a:lnTo>
                    <a:pt x="57351" y="113827"/>
                  </a:lnTo>
                  <a:lnTo>
                    <a:pt x="57351" y="42876"/>
                  </a:lnTo>
                  <a:lnTo>
                    <a:pt x="58161" y="42876"/>
                  </a:lnTo>
                  <a:lnTo>
                    <a:pt x="58161" y="40965"/>
                  </a:lnTo>
                  <a:lnTo>
                    <a:pt x="57351" y="40965"/>
                  </a:lnTo>
                  <a:lnTo>
                    <a:pt x="57351" y="31671"/>
                  </a:lnTo>
                  <a:lnTo>
                    <a:pt x="58161" y="31671"/>
                  </a:lnTo>
                  <a:lnTo>
                    <a:pt x="58161" y="27365"/>
                  </a:lnTo>
                  <a:lnTo>
                    <a:pt x="57351" y="27365"/>
                  </a:lnTo>
                  <a:lnTo>
                    <a:pt x="57351" y="26814"/>
                  </a:lnTo>
                  <a:lnTo>
                    <a:pt x="58161" y="26814"/>
                  </a:lnTo>
                  <a:lnTo>
                    <a:pt x="58161" y="22507"/>
                  </a:lnTo>
                  <a:lnTo>
                    <a:pt x="57351" y="22507"/>
                  </a:lnTo>
                  <a:lnTo>
                    <a:pt x="57351" y="12630"/>
                  </a:lnTo>
                  <a:lnTo>
                    <a:pt x="54922" y="10202"/>
                  </a:lnTo>
                  <a:lnTo>
                    <a:pt x="51943" y="10202"/>
                  </a:lnTo>
                  <a:lnTo>
                    <a:pt x="51943" y="7773"/>
                  </a:lnTo>
                  <a:lnTo>
                    <a:pt x="57869" y="1847"/>
                  </a:lnTo>
                  <a:cubicBezTo>
                    <a:pt x="57999" y="1847"/>
                    <a:pt x="58290" y="1847"/>
                    <a:pt x="58290" y="1717"/>
                  </a:cubicBezTo>
                  <a:cubicBezTo>
                    <a:pt x="58420" y="1588"/>
                    <a:pt x="58420" y="1458"/>
                    <a:pt x="58290" y="1296"/>
                  </a:cubicBezTo>
                  <a:cubicBezTo>
                    <a:pt x="58225" y="1232"/>
                    <a:pt x="58152" y="1199"/>
                    <a:pt x="58080" y="1199"/>
                  </a:cubicBezTo>
                  <a:cubicBezTo>
                    <a:pt x="58007" y="1199"/>
                    <a:pt x="57934" y="1232"/>
                    <a:pt x="57869" y="1296"/>
                  </a:cubicBezTo>
                  <a:cubicBezTo>
                    <a:pt x="57740" y="1296"/>
                    <a:pt x="57740" y="1588"/>
                    <a:pt x="57740" y="1717"/>
                  </a:cubicBezTo>
                  <a:lnTo>
                    <a:pt x="51684" y="7643"/>
                  </a:lnTo>
                  <a:lnTo>
                    <a:pt x="51684" y="10202"/>
                  </a:lnTo>
                  <a:lnTo>
                    <a:pt x="50194" y="10202"/>
                  </a:lnTo>
                  <a:lnTo>
                    <a:pt x="50194" y="7773"/>
                  </a:lnTo>
                  <a:lnTo>
                    <a:pt x="56120" y="1847"/>
                  </a:lnTo>
                  <a:cubicBezTo>
                    <a:pt x="56250" y="1847"/>
                    <a:pt x="56541" y="1847"/>
                    <a:pt x="56541" y="1717"/>
                  </a:cubicBezTo>
                  <a:cubicBezTo>
                    <a:pt x="56671" y="1588"/>
                    <a:pt x="56671" y="1458"/>
                    <a:pt x="56541" y="1296"/>
                  </a:cubicBezTo>
                  <a:cubicBezTo>
                    <a:pt x="56460" y="1232"/>
                    <a:pt x="56388" y="1199"/>
                    <a:pt x="56319" y="1199"/>
                  </a:cubicBezTo>
                  <a:cubicBezTo>
                    <a:pt x="56250" y="1199"/>
                    <a:pt x="56185" y="1232"/>
                    <a:pt x="56120" y="1296"/>
                  </a:cubicBezTo>
                  <a:cubicBezTo>
                    <a:pt x="55991" y="1296"/>
                    <a:pt x="55991" y="1588"/>
                    <a:pt x="55991" y="1717"/>
                  </a:cubicBezTo>
                  <a:lnTo>
                    <a:pt x="49903" y="7643"/>
                  </a:lnTo>
                  <a:lnTo>
                    <a:pt x="49903" y="10202"/>
                  </a:lnTo>
                  <a:lnTo>
                    <a:pt x="48446" y="10202"/>
                  </a:lnTo>
                  <a:lnTo>
                    <a:pt x="48446" y="7773"/>
                  </a:lnTo>
                  <a:lnTo>
                    <a:pt x="54372" y="1847"/>
                  </a:lnTo>
                  <a:cubicBezTo>
                    <a:pt x="54501" y="1847"/>
                    <a:pt x="54760" y="1847"/>
                    <a:pt x="54760" y="1717"/>
                  </a:cubicBezTo>
                  <a:cubicBezTo>
                    <a:pt x="54922" y="1588"/>
                    <a:pt x="54922" y="1458"/>
                    <a:pt x="54760" y="1296"/>
                  </a:cubicBezTo>
                  <a:cubicBezTo>
                    <a:pt x="54696" y="1232"/>
                    <a:pt x="54631" y="1199"/>
                    <a:pt x="54566" y="1199"/>
                  </a:cubicBezTo>
                  <a:cubicBezTo>
                    <a:pt x="54501" y="1199"/>
                    <a:pt x="54436" y="1232"/>
                    <a:pt x="54372" y="1296"/>
                  </a:cubicBezTo>
                  <a:cubicBezTo>
                    <a:pt x="54242" y="1296"/>
                    <a:pt x="54242" y="1588"/>
                    <a:pt x="54242" y="1717"/>
                  </a:cubicBezTo>
                  <a:lnTo>
                    <a:pt x="48154" y="7643"/>
                  </a:lnTo>
                  <a:lnTo>
                    <a:pt x="48154" y="10202"/>
                  </a:lnTo>
                  <a:lnTo>
                    <a:pt x="46665" y="10202"/>
                  </a:lnTo>
                  <a:lnTo>
                    <a:pt x="46665" y="7773"/>
                  </a:lnTo>
                  <a:lnTo>
                    <a:pt x="52623" y="1847"/>
                  </a:lnTo>
                  <a:cubicBezTo>
                    <a:pt x="52753" y="1847"/>
                    <a:pt x="53012" y="1847"/>
                    <a:pt x="53012" y="1717"/>
                  </a:cubicBezTo>
                  <a:cubicBezTo>
                    <a:pt x="53141" y="1588"/>
                    <a:pt x="53141" y="1458"/>
                    <a:pt x="53012" y="1296"/>
                  </a:cubicBezTo>
                  <a:cubicBezTo>
                    <a:pt x="52947" y="1232"/>
                    <a:pt x="52882" y="1199"/>
                    <a:pt x="52817" y="1199"/>
                  </a:cubicBezTo>
                  <a:cubicBezTo>
                    <a:pt x="52753" y="1199"/>
                    <a:pt x="52688" y="1232"/>
                    <a:pt x="52623" y="1296"/>
                  </a:cubicBezTo>
                  <a:cubicBezTo>
                    <a:pt x="52494" y="1296"/>
                    <a:pt x="52494" y="1588"/>
                    <a:pt x="52494" y="1717"/>
                  </a:cubicBezTo>
                  <a:lnTo>
                    <a:pt x="46406" y="7643"/>
                  </a:lnTo>
                  <a:lnTo>
                    <a:pt x="46406" y="10202"/>
                  </a:lnTo>
                  <a:lnTo>
                    <a:pt x="44916" y="10202"/>
                  </a:lnTo>
                  <a:lnTo>
                    <a:pt x="44916" y="7773"/>
                  </a:lnTo>
                  <a:lnTo>
                    <a:pt x="50874" y="1847"/>
                  </a:lnTo>
                  <a:cubicBezTo>
                    <a:pt x="51004" y="1847"/>
                    <a:pt x="51263" y="1847"/>
                    <a:pt x="51263" y="1717"/>
                  </a:cubicBezTo>
                  <a:cubicBezTo>
                    <a:pt x="51392" y="1588"/>
                    <a:pt x="51392" y="1458"/>
                    <a:pt x="51263" y="1296"/>
                  </a:cubicBezTo>
                  <a:cubicBezTo>
                    <a:pt x="51198" y="1232"/>
                    <a:pt x="51133" y="1199"/>
                    <a:pt x="51069" y="1199"/>
                  </a:cubicBezTo>
                  <a:cubicBezTo>
                    <a:pt x="51004" y="1199"/>
                    <a:pt x="50939" y="1232"/>
                    <a:pt x="50874" y="1296"/>
                  </a:cubicBezTo>
                  <a:cubicBezTo>
                    <a:pt x="50712" y="1296"/>
                    <a:pt x="50712" y="1588"/>
                    <a:pt x="50712" y="1717"/>
                  </a:cubicBezTo>
                  <a:lnTo>
                    <a:pt x="44657" y="7643"/>
                  </a:lnTo>
                  <a:lnTo>
                    <a:pt x="44657" y="10202"/>
                  </a:lnTo>
                  <a:lnTo>
                    <a:pt x="43167" y="10202"/>
                  </a:lnTo>
                  <a:lnTo>
                    <a:pt x="43167" y="7773"/>
                  </a:lnTo>
                  <a:lnTo>
                    <a:pt x="49093" y="1847"/>
                  </a:lnTo>
                  <a:cubicBezTo>
                    <a:pt x="49255" y="1847"/>
                    <a:pt x="49514" y="1847"/>
                    <a:pt x="49514" y="1717"/>
                  </a:cubicBezTo>
                  <a:cubicBezTo>
                    <a:pt x="49644" y="1588"/>
                    <a:pt x="49644" y="1458"/>
                    <a:pt x="49514" y="1296"/>
                  </a:cubicBezTo>
                  <a:cubicBezTo>
                    <a:pt x="49450" y="1232"/>
                    <a:pt x="49385" y="1199"/>
                    <a:pt x="49316" y="1199"/>
                  </a:cubicBezTo>
                  <a:cubicBezTo>
                    <a:pt x="49247" y="1199"/>
                    <a:pt x="49174" y="1232"/>
                    <a:pt x="49093" y="1296"/>
                  </a:cubicBezTo>
                  <a:cubicBezTo>
                    <a:pt x="48964" y="1296"/>
                    <a:pt x="48964" y="1588"/>
                    <a:pt x="48964" y="1717"/>
                  </a:cubicBezTo>
                  <a:lnTo>
                    <a:pt x="42908" y="7643"/>
                  </a:lnTo>
                  <a:lnTo>
                    <a:pt x="42908" y="10202"/>
                  </a:lnTo>
                  <a:lnTo>
                    <a:pt x="41419" y="10202"/>
                  </a:lnTo>
                  <a:lnTo>
                    <a:pt x="41419" y="7773"/>
                  </a:lnTo>
                  <a:lnTo>
                    <a:pt x="47345" y="1847"/>
                  </a:lnTo>
                  <a:cubicBezTo>
                    <a:pt x="47474" y="1847"/>
                    <a:pt x="47766" y="1847"/>
                    <a:pt x="47766" y="1717"/>
                  </a:cubicBezTo>
                  <a:cubicBezTo>
                    <a:pt x="47895" y="1588"/>
                    <a:pt x="47895" y="1458"/>
                    <a:pt x="47766" y="1296"/>
                  </a:cubicBezTo>
                  <a:cubicBezTo>
                    <a:pt x="47701" y="1232"/>
                    <a:pt x="47628" y="1199"/>
                    <a:pt x="47555" y="1199"/>
                  </a:cubicBezTo>
                  <a:cubicBezTo>
                    <a:pt x="47482" y="1199"/>
                    <a:pt x="47409" y="1232"/>
                    <a:pt x="47345" y="1296"/>
                  </a:cubicBezTo>
                  <a:cubicBezTo>
                    <a:pt x="47215" y="1296"/>
                    <a:pt x="47215" y="1588"/>
                    <a:pt x="47215" y="1717"/>
                  </a:cubicBezTo>
                  <a:lnTo>
                    <a:pt x="41159" y="7643"/>
                  </a:lnTo>
                  <a:lnTo>
                    <a:pt x="41159" y="10202"/>
                  </a:lnTo>
                  <a:lnTo>
                    <a:pt x="39670" y="10202"/>
                  </a:lnTo>
                  <a:lnTo>
                    <a:pt x="39670" y="7773"/>
                  </a:lnTo>
                  <a:lnTo>
                    <a:pt x="45596" y="1847"/>
                  </a:lnTo>
                  <a:cubicBezTo>
                    <a:pt x="45725" y="1847"/>
                    <a:pt x="45855" y="1847"/>
                    <a:pt x="46017" y="1717"/>
                  </a:cubicBezTo>
                  <a:cubicBezTo>
                    <a:pt x="46146" y="1588"/>
                    <a:pt x="46146" y="1458"/>
                    <a:pt x="46017" y="1296"/>
                  </a:cubicBezTo>
                  <a:cubicBezTo>
                    <a:pt x="45936" y="1232"/>
                    <a:pt x="45863" y="1199"/>
                    <a:pt x="45794" y="1199"/>
                  </a:cubicBezTo>
                  <a:cubicBezTo>
                    <a:pt x="45725" y="1199"/>
                    <a:pt x="45661" y="1232"/>
                    <a:pt x="45596" y="1296"/>
                  </a:cubicBezTo>
                  <a:cubicBezTo>
                    <a:pt x="45466" y="1296"/>
                    <a:pt x="45466" y="1588"/>
                    <a:pt x="45466" y="1717"/>
                  </a:cubicBezTo>
                  <a:lnTo>
                    <a:pt x="39378" y="7643"/>
                  </a:lnTo>
                  <a:lnTo>
                    <a:pt x="39378" y="10202"/>
                  </a:lnTo>
                  <a:lnTo>
                    <a:pt x="23737" y="10202"/>
                  </a:lnTo>
                  <a:lnTo>
                    <a:pt x="23737" y="7773"/>
                  </a:lnTo>
                  <a:lnTo>
                    <a:pt x="29664" y="1847"/>
                  </a:lnTo>
                  <a:cubicBezTo>
                    <a:pt x="29825" y="1847"/>
                    <a:pt x="29955" y="1847"/>
                    <a:pt x="30085" y="1717"/>
                  </a:cubicBezTo>
                  <a:cubicBezTo>
                    <a:pt x="30214" y="1588"/>
                    <a:pt x="30214" y="1458"/>
                    <a:pt x="30085" y="1296"/>
                  </a:cubicBezTo>
                  <a:cubicBezTo>
                    <a:pt x="30020" y="1232"/>
                    <a:pt x="29955" y="1199"/>
                    <a:pt x="29886" y="1199"/>
                  </a:cubicBezTo>
                  <a:cubicBezTo>
                    <a:pt x="29817" y="1199"/>
                    <a:pt x="29745" y="1232"/>
                    <a:pt x="29664" y="1296"/>
                  </a:cubicBezTo>
                  <a:cubicBezTo>
                    <a:pt x="29534" y="1296"/>
                    <a:pt x="29534" y="1588"/>
                    <a:pt x="29534" y="1717"/>
                  </a:cubicBezTo>
                  <a:lnTo>
                    <a:pt x="23478" y="7643"/>
                  </a:lnTo>
                  <a:lnTo>
                    <a:pt x="23478" y="10202"/>
                  </a:lnTo>
                  <a:lnTo>
                    <a:pt x="21989" y="10202"/>
                  </a:lnTo>
                  <a:lnTo>
                    <a:pt x="21989" y="7773"/>
                  </a:lnTo>
                  <a:lnTo>
                    <a:pt x="27915" y="1847"/>
                  </a:lnTo>
                  <a:cubicBezTo>
                    <a:pt x="28044" y="1847"/>
                    <a:pt x="28206" y="1847"/>
                    <a:pt x="28336" y="1717"/>
                  </a:cubicBezTo>
                  <a:cubicBezTo>
                    <a:pt x="28465" y="1588"/>
                    <a:pt x="28465" y="1458"/>
                    <a:pt x="28336" y="1296"/>
                  </a:cubicBezTo>
                  <a:cubicBezTo>
                    <a:pt x="28271" y="1232"/>
                    <a:pt x="28198" y="1199"/>
                    <a:pt x="28125" y="1199"/>
                  </a:cubicBezTo>
                  <a:close/>
                  <a:moveTo>
                    <a:pt x="62208" y="72409"/>
                  </a:moveTo>
                  <a:cubicBezTo>
                    <a:pt x="62046" y="72409"/>
                    <a:pt x="61917" y="72539"/>
                    <a:pt x="61917" y="72701"/>
                  </a:cubicBezTo>
                  <a:cubicBezTo>
                    <a:pt x="61917" y="72830"/>
                    <a:pt x="62046" y="72960"/>
                    <a:pt x="62208" y="72960"/>
                  </a:cubicBezTo>
                  <a:lnTo>
                    <a:pt x="62208" y="130699"/>
                  </a:lnTo>
                  <a:cubicBezTo>
                    <a:pt x="62046" y="130699"/>
                    <a:pt x="61917" y="130828"/>
                    <a:pt x="61917" y="130990"/>
                  </a:cubicBezTo>
                  <a:cubicBezTo>
                    <a:pt x="61917" y="131120"/>
                    <a:pt x="62046" y="131249"/>
                    <a:pt x="62208" y="131249"/>
                  </a:cubicBezTo>
                  <a:cubicBezTo>
                    <a:pt x="62467" y="131249"/>
                    <a:pt x="62597" y="131120"/>
                    <a:pt x="62597" y="130990"/>
                  </a:cubicBezTo>
                  <a:cubicBezTo>
                    <a:pt x="62597" y="130828"/>
                    <a:pt x="62467" y="130699"/>
                    <a:pt x="62338" y="130699"/>
                  </a:cubicBezTo>
                  <a:lnTo>
                    <a:pt x="62338" y="72960"/>
                  </a:lnTo>
                  <a:cubicBezTo>
                    <a:pt x="62467" y="72960"/>
                    <a:pt x="62597" y="72830"/>
                    <a:pt x="62597" y="72701"/>
                  </a:cubicBezTo>
                  <a:cubicBezTo>
                    <a:pt x="62597" y="72539"/>
                    <a:pt x="62467" y="72409"/>
                    <a:pt x="62208" y="72409"/>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68"/>
            <p:cNvSpPr/>
            <p:nvPr/>
          </p:nvSpPr>
          <p:spPr>
            <a:xfrm rot="5400000">
              <a:off x="7118850" y="3315513"/>
              <a:ext cx="662647" cy="837841"/>
            </a:xfrm>
            <a:custGeom>
              <a:avLst/>
              <a:gdLst/>
              <a:ahLst/>
              <a:cxnLst/>
              <a:rect l="l" t="t" r="r" b="b"/>
              <a:pathLst>
                <a:path w="22539" h="28498" extrusionOk="0">
                  <a:moveTo>
                    <a:pt x="0" y="1"/>
                  </a:moveTo>
                  <a:lnTo>
                    <a:pt x="0" y="17552"/>
                  </a:lnTo>
                  <a:lnTo>
                    <a:pt x="1879" y="17552"/>
                  </a:lnTo>
                  <a:lnTo>
                    <a:pt x="1879" y="1"/>
                  </a:lnTo>
                  <a:close/>
                  <a:moveTo>
                    <a:pt x="2559" y="1"/>
                  </a:moveTo>
                  <a:lnTo>
                    <a:pt x="2559" y="17552"/>
                  </a:lnTo>
                  <a:lnTo>
                    <a:pt x="4307" y="17552"/>
                  </a:lnTo>
                  <a:lnTo>
                    <a:pt x="4307" y="1"/>
                  </a:lnTo>
                  <a:close/>
                  <a:moveTo>
                    <a:pt x="4987" y="1"/>
                  </a:moveTo>
                  <a:lnTo>
                    <a:pt x="4987" y="17552"/>
                  </a:lnTo>
                  <a:lnTo>
                    <a:pt x="6736" y="17552"/>
                  </a:lnTo>
                  <a:lnTo>
                    <a:pt x="6736" y="1"/>
                  </a:lnTo>
                  <a:close/>
                  <a:moveTo>
                    <a:pt x="7416" y="1"/>
                  </a:moveTo>
                  <a:lnTo>
                    <a:pt x="7416" y="17552"/>
                  </a:lnTo>
                  <a:lnTo>
                    <a:pt x="9165" y="17552"/>
                  </a:lnTo>
                  <a:lnTo>
                    <a:pt x="9165" y="1"/>
                  </a:lnTo>
                  <a:close/>
                  <a:moveTo>
                    <a:pt x="9845" y="1"/>
                  </a:moveTo>
                  <a:lnTo>
                    <a:pt x="9845" y="17552"/>
                  </a:lnTo>
                  <a:lnTo>
                    <a:pt x="11594" y="17552"/>
                  </a:lnTo>
                  <a:lnTo>
                    <a:pt x="11594" y="1"/>
                  </a:lnTo>
                  <a:close/>
                  <a:moveTo>
                    <a:pt x="12274" y="1"/>
                  </a:moveTo>
                  <a:lnTo>
                    <a:pt x="12274" y="17552"/>
                  </a:lnTo>
                  <a:lnTo>
                    <a:pt x="22539" y="17552"/>
                  </a:lnTo>
                  <a:lnTo>
                    <a:pt x="22539" y="1"/>
                  </a:lnTo>
                  <a:close/>
                  <a:moveTo>
                    <a:pt x="0" y="18233"/>
                  </a:moveTo>
                  <a:lnTo>
                    <a:pt x="0" y="22960"/>
                  </a:lnTo>
                  <a:lnTo>
                    <a:pt x="11594" y="22960"/>
                  </a:lnTo>
                  <a:lnTo>
                    <a:pt x="11594" y="18233"/>
                  </a:lnTo>
                  <a:close/>
                  <a:moveTo>
                    <a:pt x="0" y="23770"/>
                  </a:moveTo>
                  <a:lnTo>
                    <a:pt x="0" y="28498"/>
                  </a:lnTo>
                  <a:lnTo>
                    <a:pt x="11594" y="28498"/>
                  </a:lnTo>
                  <a:lnTo>
                    <a:pt x="11594" y="23770"/>
                  </a:lnTo>
                  <a:close/>
                  <a:moveTo>
                    <a:pt x="12274" y="18233"/>
                  </a:moveTo>
                  <a:lnTo>
                    <a:pt x="12274" y="28498"/>
                  </a:lnTo>
                  <a:lnTo>
                    <a:pt x="22539" y="28498"/>
                  </a:lnTo>
                  <a:lnTo>
                    <a:pt x="22539" y="18233"/>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68"/>
            <p:cNvSpPr/>
            <p:nvPr/>
          </p:nvSpPr>
          <p:spPr>
            <a:xfrm rot="5400000">
              <a:off x="7583443" y="3172702"/>
              <a:ext cx="55243" cy="516058"/>
            </a:xfrm>
            <a:custGeom>
              <a:avLst/>
              <a:gdLst/>
              <a:ahLst/>
              <a:cxnLst/>
              <a:rect l="l" t="t" r="r" b="b"/>
              <a:pathLst>
                <a:path w="1879" h="17553" extrusionOk="0">
                  <a:moveTo>
                    <a:pt x="0" y="1"/>
                  </a:moveTo>
                  <a:lnTo>
                    <a:pt x="0" y="17552"/>
                  </a:lnTo>
                  <a:lnTo>
                    <a:pt x="1879" y="17552"/>
                  </a:lnTo>
                  <a:lnTo>
                    <a:pt x="1879"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68"/>
            <p:cNvSpPr/>
            <p:nvPr/>
          </p:nvSpPr>
          <p:spPr>
            <a:xfrm rot="5400000">
              <a:off x="7585340" y="3246011"/>
              <a:ext cx="51450" cy="516058"/>
            </a:xfrm>
            <a:custGeom>
              <a:avLst/>
              <a:gdLst/>
              <a:ahLst/>
              <a:cxnLst/>
              <a:rect l="l" t="t" r="r" b="b"/>
              <a:pathLst>
                <a:path w="1750" h="17553" extrusionOk="0">
                  <a:moveTo>
                    <a:pt x="1" y="1"/>
                  </a:moveTo>
                  <a:lnTo>
                    <a:pt x="1" y="17552"/>
                  </a:lnTo>
                  <a:lnTo>
                    <a:pt x="1749" y="17552"/>
                  </a:lnTo>
                  <a:lnTo>
                    <a:pt x="1749"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68"/>
            <p:cNvSpPr/>
            <p:nvPr/>
          </p:nvSpPr>
          <p:spPr>
            <a:xfrm rot="5400000">
              <a:off x="7585340" y="3317424"/>
              <a:ext cx="51450" cy="516058"/>
            </a:xfrm>
            <a:custGeom>
              <a:avLst/>
              <a:gdLst/>
              <a:ahLst/>
              <a:cxnLst/>
              <a:rect l="l" t="t" r="r" b="b"/>
              <a:pathLst>
                <a:path w="1750" h="17553" extrusionOk="0">
                  <a:moveTo>
                    <a:pt x="0" y="1"/>
                  </a:moveTo>
                  <a:lnTo>
                    <a:pt x="0" y="17552"/>
                  </a:lnTo>
                  <a:lnTo>
                    <a:pt x="1749" y="17552"/>
                  </a:lnTo>
                  <a:lnTo>
                    <a:pt x="1749"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68"/>
            <p:cNvSpPr/>
            <p:nvPr/>
          </p:nvSpPr>
          <p:spPr>
            <a:xfrm rot="5400000">
              <a:off x="7585354" y="3388822"/>
              <a:ext cx="51421" cy="516058"/>
            </a:xfrm>
            <a:custGeom>
              <a:avLst/>
              <a:gdLst/>
              <a:ahLst/>
              <a:cxnLst/>
              <a:rect l="l" t="t" r="r" b="b"/>
              <a:pathLst>
                <a:path w="1749" h="17553" extrusionOk="0">
                  <a:moveTo>
                    <a:pt x="0" y="1"/>
                  </a:moveTo>
                  <a:lnTo>
                    <a:pt x="0" y="17552"/>
                  </a:lnTo>
                  <a:lnTo>
                    <a:pt x="1749" y="17552"/>
                  </a:lnTo>
                  <a:lnTo>
                    <a:pt x="1749"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68"/>
            <p:cNvSpPr/>
            <p:nvPr/>
          </p:nvSpPr>
          <p:spPr>
            <a:xfrm rot="5400000">
              <a:off x="7585340" y="3460220"/>
              <a:ext cx="51450" cy="516058"/>
            </a:xfrm>
            <a:custGeom>
              <a:avLst/>
              <a:gdLst/>
              <a:ahLst/>
              <a:cxnLst/>
              <a:rect l="l" t="t" r="r" b="b"/>
              <a:pathLst>
                <a:path w="1750" h="17553" extrusionOk="0">
                  <a:moveTo>
                    <a:pt x="1" y="1"/>
                  </a:moveTo>
                  <a:lnTo>
                    <a:pt x="1" y="17552"/>
                  </a:lnTo>
                  <a:lnTo>
                    <a:pt x="1750" y="17552"/>
                  </a:lnTo>
                  <a:lnTo>
                    <a:pt x="1750"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68"/>
            <p:cNvSpPr/>
            <p:nvPr/>
          </p:nvSpPr>
          <p:spPr>
            <a:xfrm rot="5400000">
              <a:off x="7789567" y="3986230"/>
              <a:ext cx="91405" cy="67649"/>
            </a:xfrm>
            <a:custGeom>
              <a:avLst/>
              <a:gdLst/>
              <a:ahLst/>
              <a:cxnLst/>
              <a:rect l="l" t="t" r="r" b="b"/>
              <a:pathLst>
                <a:path w="3109" h="2301" extrusionOk="0">
                  <a:moveTo>
                    <a:pt x="0" y="1"/>
                  </a:moveTo>
                  <a:lnTo>
                    <a:pt x="3109" y="2300"/>
                  </a:lnTo>
                  <a:lnTo>
                    <a:pt x="3109"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68"/>
            <p:cNvSpPr/>
            <p:nvPr/>
          </p:nvSpPr>
          <p:spPr>
            <a:xfrm rot="5400000">
              <a:off x="7460154" y="3656818"/>
              <a:ext cx="301820" cy="516058"/>
            </a:xfrm>
            <a:custGeom>
              <a:avLst/>
              <a:gdLst/>
              <a:ahLst/>
              <a:cxnLst/>
              <a:rect l="l" t="t" r="r" b="b"/>
              <a:pathLst>
                <a:path w="10266" h="17553" extrusionOk="0">
                  <a:moveTo>
                    <a:pt x="1" y="1"/>
                  </a:moveTo>
                  <a:lnTo>
                    <a:pt x="1" y="17552"/>
                  </a:lnTo>
                  <a:lnTo>
                    <a:pt x="10266" y="17552"/>
                  </a:lnTo>
                  <a:lnTo>
                    <a:pt x="10266" y="2300"/>
                  </a:lnTo>
                  <a:lnTo>
                    <a:pt x="7157"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5" name="Google Shape;1745;p68"/>
            <p:cNvSpPr/>
            <p:nvPr/>
          </p:nvSpPr>
          <p:spPr>
            <a:xfrm rot="5400000">
              <a:off x="6930337" y="3504026"/>
              <a:ext cx="340864" cy="139033"/>
            </a:xfrm>
            <a:custGeom>
              <a:avLst/>
              <a:gdLst/>
              <a:ahLst/>
              <a:cxnLst/>
              <a:rect l="l" t="t" r="r" b="b"/>
              <a:pathLst>
                <a:path w="11594" h="4729" extrusionOk="0">
                  <a:moveTo>
                    <a:pt x="0" y="1"/>
                  </a:moveTo>
                  <a:lnTo>
                    <a:pt x="0" y="4729"/>
                  </a:lnTo>
                  <a:lnTo>
                    <a:pt x="11594" y="4729"/>
                  </a:lnTo>
                  <a:lnTo>
                    <a:pt x="11594"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68"/>
            <p:cNvSpPr/>
            <p:nvPr/>
          </p:nvSpPr>
          <p:spPr>
            <a:xfrm rot="5400000">
              <a:off x="7093125" y="3504026"/>
              <a:ext cx="340864" cy="139033"/>
            </a:xfrm>
            <a:custGeom>
              <a:avLst/>
              <a:gdLst/>
              <a:ahLst/>
              <a:cxnLst/>
              <a:rect l="l" t="t" r="r" b="b"/>
              <a:pathLst>
                <a:path w="11594" h="4729" extrusionOk="0">
                  <a:moveTo>
                    <a:pt x="0" y="1"/>
                  </a:moveTo>
                  <a:lnTo>
                    <a:pt x="0" y="4728"/>
                  </a:lnTo>
                  <a:lnTo>
                    <a:pt x="11594" y="4728"/>
                  </a:lnTo>
                  <a:lnTo>
                    <a:pt x="11594"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68"/>
            <p:cNvSpPr/>
            <p:nvPr/>
          </p:nvSpPr>
          <p:spPr>
            <a:xfrm rot="5400000">
              <a:off x="7031253" y="3763936"/>
              <a:ext cx="301820" cy="301820"/>
            </a:xfrm>
            <a:custGeom>
              <a:avLst/>
              <a:gdLst/>
              <a:ahLst/>
              <a:cxnLst/>
              <a:rect l="l" t="t" r="r" b="b"/>
              <a:pathLst>
                <a:path w="10266" h="10266" extrusionOk="0">
                  <a:moveTo>
                    <a:pt x="1" y="1"/>
                  </a:moveTo>
                  <a:lnTo>
                    <a:pt x="1" y="10266"/>
                  </a:lnTo>
                  <a:lnTo>
                    <a:pt x="10266" y="10266"/>
                  </a:lnTo>
                  <a:lnTo>
                    <a:pt x="10266"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68"/>
            <p:cNvSpPr/>
            <p:nvPr/>
          </p:nvSpPr>
          <p:spPr>
            <a:xfrm rot="5400000">
              <a:off x="6258650" y="3636840"/>
              <a:ext cx="372292" cy="571271"/>
            </a:xfrm>
            <a:custGeom>
              <a:avLst/>
              <a:gdLst/>
              <a:ahLst/>
              <a:cxnLst/>
              <a:rect l="l" t="t" r="r" b="b"/>
              <a:pathLst>
                <a:path w="12663" h="19431" extrusionOk="0">
                  <a:moveTo>
                    <a:pt x="1069" y="292"/>
                  </a:moveTo>
                  <a:cubicBezTo>
                    <a:pt x="1490" y="292"/>
                    <a:pt x="1879" y="681"/>
                    <a:pt x="1879" y="1102"/>
                  </a:cubicBezTo>
                  <a:cubicBezTo>
                    <a:pt x="1879" y="1361"/>
                    <a:pt x="1749" y="1620"/>
                    <a:pt x="1490" y="1750"/>
                  </a:cubicBezTo>
                  <a:lnTo>
                    <a:pt x="1069" y="1102"/>
                  </a:lnTo>
                  <a:cubicBezTo>
                    <a:pt x="1069" y="1021"/>
                    <a:pt x="1037" y="980"/>
                    <a:pt x="1004" y="980"/>
                  </a:cubicBezTo>
                  <a:cubicBezTo>
                    <a:pt x="972" y="980"/>
                    <a:pt x="940" y="1021"/>
                    <a:pt x="940" y="1102"/>
                  </a:cubicBezTo>
                  <a:lnTo>
                    <a:pt x="940" y="1231"/>
                  </a:lnTo>
                  <a:lnTo>
                    <a:pt x="1328" y="1912"/>
                  </a:lnTo>
                  <a:cubicBezTo>
                    <a:pt x="1199" y="1912"/>
                    <a:pt x="1069" y="2041"/>
                    <a:pt x="1069" y="2041"/>
                  </a:cubicBezTo>
                  <a:cubicBezTo>
                    <a:pt x="519" y="2041"/>
                    <a:pt x="130" y="1620"/>
                    <a:pt x="130" y="1102"/>
                  </a:cubicBezTo>
                  <a:cubicBezTo>
                    <a:pt x="130" y="681"/>
                    <a:pt x="519" y="292"/>
                    <a:pt x="1069" y="292"/>
                  </a:cubicBezTo>
                  <a:close/>
                  <a:moveTo>
                    <a:pt x="3919" y="292"/>
                  </a:moveTo>
                  <a:cubicBezTo>
                    <a:pt x="4437" y="292"/>
                    <a:pt x="4858" y="681"/>
                    <a:pt x="4858" y="1102"/>
                  </a:cubicBezTo>
                  <a:cubicBezTo>
                    <a:pt x="4858" y="1361"/>
                    <a:pt x="4728" y="1620"/>
                    <a:pt x="4437" y="1750"/>
                  </a:cubicBezTo>
                  <a:lnTo>
                    <a:pt x="4048" y="1102"/>
                  </a:lnTo>
                  <a:cubicBezTo>
                    <a:pt x="4048" y="1021"/>
                    <a:pt x="4016" y="980"/>
                    <a:pt x="3984" y="980"/>
                  </a:cubicBezTo>
                  <a:cubicBezTo>
                    <a:pt x="3951" y="980"/>
                    <a:pt x="3919" y="1021"/>
                    <a:pt x="3919" y="1102"/>
                  </a:cubicBezTo>
                  <a:cubicBezTo>
                    <a:pt x="3757" y="1102"/>
                    <a:pt x="3757" y="1102"/>
                    <a:pt x="3757" y="1231"/>
                  </a:cubicBezTo>
                  <a:lnTo>
                    <a:pt x="4307" y="1912"/>
                  </a:lnTo>
                  <a:cubicBezTo>
                    <a:pt x="4178" y="1912"/>
                    <a:pt x="4048" y="2041"/>
                    <a:pt x="3919" y="2041"/>
                  </a:cubicBezTo>
                  <a:cubicBezTo>
                    <a:pt x="3498" y="2041"/>
                    <a:pt x="3109" y="1620"/>
                    <a:pt x="3109" y="1102"/>
                  </a:cubicBezTo>
                  <a:cubicBezTo>
                    <a:pt x="3109" y="681"/>
                    <a:pt x="3498" y="292"/>
                    <a:pt x="3919" y="292"/>
                  </a:cubicBezTo>
                  <a:close/>
                  <a:moveTo>
                    <a:pt x="6866" y="292"/>
                  </a:moveTo>
                  <a:cubicBezTo>
                    <a:pt x="7416" y="292"/>
                    <a:pt x="7805" y="681"/>
                    <a:pt x="7805" y="1102"/>
                  </a:cubicBezTo>
                  <a:cubicBezTo>
                    <a:pt x="7805" y="1361"/>
                    <a:pt x="7675" y="1620"/>
                    <a:pt x="7546" y="1750"/>
                  </a:cubicBezTo>
                  <a:lnTo>
                    <a:pt x="7157" y="1102"/>
                  </a:lnTo>
                  <a:cubicBezTo>
                    <a:pt x="7076" y="1021"/>
                    <a:pt x="7036" y="980"/>
                    <a:pt x="7015" y="980"/>
                  </a:cubicBezTo>
                  <a:cubicBezTo>
                    <a:pt x="6995" y="980"/>
                    <a:pt x="6995" y="1021"/>
                    <a:pt x="6995" y="1102"/>
                  </a:cubicBezTo>
                  <a:cubicBezTo>
                    <a:pt x="6866" y="1102"/>
                    <a:pt x="6866" y="1102"/>
                    <a:pt x="6866" y="1231"/>
                  </a:cubicBezTo>
                  <a:lnTo>
                    <a:pt x="7287" y="1912"/>
                  </a:lnTo>
                  <a:cubicBezTo>
                    <a:pt x="7157" y="1912"/>
                    <a:pt x="6995" y="2041"/>
                    <a:pt x="6866" y="2041"/>
                  </a:cubicBezTo>
                  <a:cubicBezTo>
                    <a:pt x="6477" y="2041"/>
                    <a:pt x="6056" y="1620"/>
                    <a:pt x="6056" y="1102"/>
                  </a:cubicBezTo>
                  <a:cubicBezTo>
                    <a:pt x="6056" y="681"/>
                    <a:pt x="6477" y="292"/>
                    <a:pt x="6866" y="292"/>
                  </a:cubicBezTo>
                  <a:close/>
                  <a:moveTo>
                    <a:pt x="9845" y="292"/>
                  </a:moveTo>
                  <a:cubicBezTo>
                    <a:pt x="10395" y="292"/>
                    <a:pt x="10784" y="681"/>
                    <a:pt x="10784" y="1102"/>
                  </a:cubicBezTo>
                  <a:cubicBezTo>
                    <a:pt x="10784" y="1361"/>
                    <a:pt x="10654" y="1491"/>
                    <a:pt x="10525" y="1620"/>
                  </a:cubicBezTo>
                  <a:lnTo>
                    <a:pt x="10104" y="1102"/>
                  </a:lnTo>
                  <a:cubicBezTo>
                    <a:pt x="10104" y="1021"/>
                    <a:pt x="10104" y="980"/>
                    <a:pt x="10088" y="980"/>
                  </a:cubicBezTo>
                  <a:cubicBezTo>
                    <a:pt x="10072" y="980"/>
                    <a:pt x="10039" y="1021"/>
                    <a:pt x="9974" y="1102"/>
                  </a:cubicBezTo>
                  <a:lnTo>
                    <a:pt x="9974" y="1231"/>
                  </a:lnTo>
                  <a:lnTo>
                    <a:pt x="10395" y="1750"/>
                  </a:lnTo>
                  <a:cubicBezTo>
                    <a:pt x="10233" y="1912"/>
                    <a:pt x="10104" y="2041"/>
                    <a:pt x="9845" y="2041"/>
                  </a:cubicBezTo>
                  <a:cubicBezTo>
                    <a:pt x="9424" y="2041"/>
                    <a:pt x="9035" y="1620"/>
                    <a:pt x="9035" y="1102"/>
                  </a:cubicBezTo>
                  <a:cubicBezTo>
                    <a:pt x="9035" y="681"/>
                    <a:pt x="9424" y="292"/>
                    <a:pt x="9845" y="292"/>
                  </a:cubicBezTo>
                  <a:close/>
                  <a:moveTo>
                    <a:pt x="2559" y="2721"/>
                  </a:moveTo>
                  <a:cubicBezTo>
                    <a:pt x="2947" y="2721"/>
                    <a:pt x="3368" y="3110"/>
                    <a:pt x="3368" y="3660"/>
                  </a:cubicBezTo>
                  <a:cubicBezTo>
                    <a:pt x="3368" y="4049"/>
                    <a:pt x="2947" y="4470"/>
                    <a:pt x="2559" y="4470"/>
                  </a:cubicBezTo>
                  <a:cubicBezTo>
                    <a:pt x="2008" y="4470"/>
                    <a:pt x="1620" y="4049"/>
                    <a:pt x="1620" y="3660"/>
                  </a:cubicBezTo>
                  <a:cubicBezTo>
                    <a:pt x="1620" y="3369"/>
                    <a:pt x="1749" y="3110"/>
                    <a:pt x="2008" y="2980"/>
                  </a:cubicBezTo>
                  <a:lnTo>
                    <a:pt x="2429" y="3660"/>
                  </a:lnTo>
                  <a:lnTo>
                    <a:pt x="2559" y="3660"/>
                  </a:lnTo>
                  <a:cubicBezTo>
                    <a:pt x="2688" y="3660"/>
                    <a:pt x="2688" y="3660"/>
                    <a:pt x="2559" y="3531"/>
                  </a:cubicBezTo>
                  <a:lnTo>
                    <a:pt x="2138" y="2851"/>
                  </a:lnTo>
                  <a:cubicBezTo>
                    <a:pt x="2300" y="2851"/>
                    <a:pt x="2429" y="2721"/>
                    <a:pt x="2559" y="2721"/>
                  </a:cubicBezTo>
                  <a:close/>
                  <a:moveTo>
                    <a:pt x="5538" y="2721"/>
                  </a:moveTo>
                  <a:cubicBezTo>
                    <a:pt x="5927" y="2721"/>
                    <a:pt x="6348" y="3110"/>
                    <a:pt x="6348" y="3660"/>
                  </a:cubicBezTo>
                  <a:cubicBezTo>
                    <a:pt x="6348" y="4049"/>
                    <a:pt x="5927" y="4470"/>
                    <a:pt x="5538" y="4470"/>
                  </a:cubicBezTo>
                  <a:cubicBezTo>
                    <a:pt x="4987" y="4470"/>
                    <a:pt x="4566" y="4049"/>
                    <a:pt x="4566" y="3660"/>
                  </a:cubicBezTo>
                  <a:cubicBezTo>
                    <a:pt x="4566" y="3369"/>
                    <a:pt x="4728" y="3110"/>
                    <a:pt x="4987" y="2980"/>
                  </a:cubicBezTo>
                  <a:lnTo>
                    <a:pt x="5376" y="3660"/>
                  </a:lnTo>
                  <a:lnTo>
                    <a:pt x="5538" y="3660"/>
                  </a:lnTo>
                  <a:lnTo>
                    <a:pt x="5538" y="3531"/>
                  </a:lnTo>
                  <a:lnTo>
                    <a:pt x="5117" y="2851"/>
                  </a:lnTo>
                  <a:cubicBezTo>
                    <a:pt x="5246" y="2851"/>
                    <a:pt x="5376" y="2721"/>
                    <a:pt x="5538" y="2721"/>
                  </a:cubicBezTo>
                  <a:close/>
                  <a:moveTo>
                    <a:pt x="8485" y="2721"/>
                  </a:moveTo>
                  <a:cubicBezTo>
                    <a:pt x="8906" y="2721"/>
                    <a:pt x="9294" y="3110"/>
                    <a:pt x="9294" y="3660"/>
                  </a:cubicBezTo>
                  <a:cubicBezTo>
                    <a:pt x="9294" y="4049"/>
                    <a:pt x="8906" y="4470"/>
                    <a:pt x="8485" y="4470"/>
                  </a:cubicBezTo>
                  <a:cubicBezTo>
                    <a:pt x="7967" y="4470"/>
                    <a:pt x="7546" y="4049"/>
                    <a:pt x="7546" y="3660"/>
                  </a:cubicBezTo>
                  <a:cubicBezTo>
                    <a:pt x="7546" y="3369"/>
                    <a:pt x="7675" y="3110"/>
                    <a:pt x="7967" y="2980"/>
                  </a:cubicBezTo>
                  <a:lnTo>
                    <a:pt x="8355" y="3660"/>
                  </a:lnTo>
                  <a:lnTo>
                    <a:pt x="8614" y="3660"/>
                  </a:lnTo>
                  <a:lnTo>
                    <a:pt x="8614" y="3531"/>
                  </a:lnTo>
                  <a:lnTo>
                    <a:pt x="8226" y="2851"/>
                  </a:lnTo>
                  <a:cubicBezTo>
                    <a:pt x="8226" y="2851"/>
                    <a:pt x="8355" y="2721"/>
                    <a:pt x="8485" y="2721"/>
                  </a:cubicBezTo>
                  <a:close/>
                  <a:moveTo>
                    <a:pt x="11464" y="2721"/>
                  </a:moveTo>
                  <a:cubicBezTo>
                    <a:pt x="11853" y="2721"/>
                    <a:pt x="12274" y="3110"/>
                    <a:pt x="12274" y="3660"/>
                  </a:cubicBezTo>
                  <a:cubicBezTo>
                    <a:pt x="12274" y="4049"/>
                    <a:pt x="11853" y="4470"/>
                    <a:pt x="11464" y="4470"/>
                  </a:cubicBezTo>
                  <a:cubicBezTo>
                    <a:pt x="10913" y="4470"/>
                    <a:pt x="10525" y="4049"/>
                    <a:pt x="10525" y="3660"/>
                  </a:cubicBezTo>
                  <a:cubicBezTo>
                    <a:pt x="10525" y="3239"/>
                    <a:pt x="10784" y="2980"/>
                    <a:pt x="11043" y="2851"/>
                  </a:cubicBezTo>
                  <a:lnTo>
                    <a:pt x="11464" y="3660"/>
                  </a:lnTo>
                  <a:lnTo>
                    <a:pt x="11594" y="3660"/>
                  </a:lnTo>
                  <a:cubicBezTo>
                    <a:pt x="11723" y="3660"/>
                    <a:pt x="11723" y="3660"/>
                    <a:pt x="11723" y="3531"/>
                  </a:cubicBezTo>
                  <a:lnTo>
                    <a:pt x="11205" y="2851"/>
                  </a:lnTo>
                  <a:cubicBezTo>
                    <a:pt x="11334" y="2721"/>
                    <a:pt x="11334" y="2721"/>
                    <a:pt x="11464" y="2721"/>
                  </a:cubicBezTo>
                  <a:close/>
                  <a:moveTo>
                    <a:pt x="1069" y="1"/>
                  </a:moveTo>
                  <a:cubicBezTo>
                    <a:pt x="389" y="1"/>
                    <a:pt x="0" y="551"/>
                    <a:pt x="0" y="1102"/>
                  </a:cubicBezTo>
                  <a:cubicBezTo>
                    <a:pt x="0" y="1750"/>
                    <a:pt x="389" y="2171"/>
                    <a:pt x="1069" y="2171"/>
                  </a:cubicBezTo>
                  <a:lnTo>
                    <a:pt x="1490" y="2171"/>
                  </a:lnTo>
                  <a:lnTo>
                    <a:pt x="1879" y="2721"/>
                  </a:lnTo>
                  <a:cubicBezTo>
                    <a:pt x="1620" y="2980"/>
                    <a:pt x="1490" y="3239"/>
                    <a:pt x="1490" y="3660"/>
                  </a:cubicBezTo>
                  <a:cubicBezTo>
                    <a:pt x="1490" y="4178"/>
                    <a:pt x="1879" y="4729"/>
                    <a:pt x="2559" y="4729"/>
                  </a:cubicBezTo>
                  <a:cubicBezTo>
                    <a:pt x="3109" y="4729"/>
                    <a:pt x="3627" y="4178"/>
                    <a:pt x="3627" y="3660"/>
                  </a:cubicBezTo>
                  <a:cubicBezTo>
                    <a:pt x="3627" y="2980"/>
                    <a:pt x="3109" y="2559"/>
                    <a:pt x="2559" y="2559"/>
                  </a:cubicBezTo>
                  <a:lnTo>
                    <a:pt x="2008" y="2559"/>
                  </a:lnTo>
                  <a:lnTo>
                    <a:pt x="1620" y="2041"/>
                  </a:lnTo>
                  <a:cubicBezTo>
                    <a:pt x="1879" y="1750"/>
                    <a:pt x="2008" y="1491"/>
                    <a:pt x="2008" y="1102"/>
                  </a:cubicBezTo>
                  <a:cubicBezTo>
                    <a:pt x="2008" y="551"/>
                    <a:pt x="1620" y="1"/>
                    <a:pt x="1069" y="1"/>
                  </a:cubicBezTo>
                  <a:close/>
                  <a:moveTo>
                    <a:pt x="3919" y="1"/>
                  </a:moveTo>
                  <a:cubicBezTo>
                    <a:pt x="3368" y="1"/>
                    <a:pt x="2818" y="551"/>
                    <a:pt x="2818" y="1102"/>
                  </a:cubicBezTo>
                  <a:cubicBezTo>
                    <a:pt x="2818" y="1750"/>
                    <a:pt x="3368" y="2171"/>
                    <a:pt x="3919" y="2171"/>
                  </a:cubicBezTo>
                  <a:lnTo>
                    <a:pt x="4437" y="2171"/>
                  </a:lnTo>
                  <a:lnTo>
                    <a:pt x="4858" y="2721"/>
                  </a:lnTo>
                  <a:cubicBezTo>
                    <a:pt x="4566" y="2980"/>
                    <a:pt x="4437" y="3239"/>
                    <a:pt x="4437" y="3660"/>
                  </a:cubicBezTo>
                  <a:cubicBezTo>
                    <a:pt x="4437" y="4178"/>
                    <a:pt x="4858" y="4729"/>
                    <a:pt x="5538" y="4729"/>
                  </a:cubicBezTo>
                  <a:cubicBezTo>
                    <a:pt x="6056" y="4729"/>
                    <a:pt x="6607" y="4178"/>
                    <a:pt x="6607" y="3660"/>
                  </a:cubicBezTo>
                  <a:cubicBezTo>
                    <a:pt x="6607" y="2980"/>
                    <a:pt x="6056" y="2559"/>
                    <a:pt x="5538" y="2559"/>
                  </a:cubicBezTo>
                  <a:cubicBezTo>
                    <a:pt x="5246" y="2559"/>
                    <a:pt x="5117" y="2559"/>
                    <a:pt x="4987" y="2721"/>
                  </a:cubicBezTo>
                  <a:lnTo>
                    <a:pt x="4566" y="2041"/>
                  </a:lnTo>
                  <a:cubicBezTo>
                    <a:pt x="4858" y="1750"/>
                    <a:pt x="4987" y="1491"/>
                    <a:pt x="4987" y="1102"/>
                  </a:cubicBezTo>
                  <a:cubicBezTo>
                    <a:pt x="4987" y="551"/>
                    <a:pt x="4566" y="1"/>
                    <a:pt x="3919" y="1"/>
                  </a:cubicBezTo>
                  <a:close/>
                  <a:moveTo>
                    <a:pt x="6866" y="1"/>
                  </a:moveTo>
                  <a:cubicBezTo>
                    <a:pt x="6348" y="1"/>
                    <a:pt x="5797" y="551"/>
                    <a:pt x="5797" y="1102"/>
                  </a:cubicBezTo>
                  <a:cubicBezTo>
                    <a:pt x="5797" y="1750"/>
                    <a:pt x="6348" y="2171"/>
                    <a:pt x="6866" y="2171"/>
                  </a:cubicBezTo>
                  <a:cubicBezTo>
                    <a:pt x="7157" y="2171"/>
                    <a:pt x="7287" y="2171"/>
                    <a:pt x="7416" y="2041"/>
                  </a:cubicBezTo>
                  <a:lnTo>
                    <a:pt x="7805" y="2721"/>
                  </a:lnTo>
                  <a:cubicBezTo>
                    <a:pt x="7546" y="2851"/>
                    <a:pt x="7416" y="3239"/>
                    <a:pt x="7416" y="3660"/>
                  </a:cubicBezTo>
                  <a:cubicBezTo>
                    <a:pt x="7416" y="4178"/>
                    <a:pt x="7805" y="4729"/>
                    <a:pt x="8485" y="4729"/>
                  </a:cubicBezTo>
                  <a:cubicBezTo>
                    <a:pt x="9035" y="4729"/>
                    <a:pt x="9586" y="4178"/>
                    <a:pt x="9586" y="3660"/>
                  </a:cubicBezTo>
                  <a:cubicBezTo>
                    <a:pt x="9586" y="2980"/>
                    <a:pt x="9035" y="2559"/>
                    <a:pt x="8485" y="2559"/>
                  </a:cubicBezTo>
                  <a:lnTo>
                    <a:pt x="8096" y="2559"/>
                  </a:lnTo>
                  <a:lnTo>
                    <a:pt x="7675" y="1912"/>
                  </a:lnTo>
                  <a:cubicBezTo>
                    <a:pt x="7805" y="1750"/>
                    <a:pt x="7967" y="1491"/>
                    <a:pt x="7967" y="1102"/>
                  </a:cubicBezTo>
                  <a:cubicBezTo>
                    <a:pt x="7967" y="551"/>
                    <a:pt x="7546" y="1"/>
                    <a:pt x="6866" y="1"/>
                  </a:cubicBezTo>
                  <a:close/>
                  <a:moveTo>
                    <a:pt x="9845" y="1"/>
                  </a:moveTo>
                  <a:cubicBezTo>
                    <a:pt x="9294" y="1"/>
                    <a:pt x="8776" y="551"/>
                    <a:pt x="8776" y="1102"/>
                  </a:cubicBezTo>
                  <a:cubicBezTo>
                    <a:pt x="8776" y="1750"/>
                    <a:pt x="9294" y="2171"/>
                    <a:pt x="9845" y="2171"/>
                  </a:cubicBezTo>
                  <a:cubicBezTo>
                    <a:pt x="10104" y="2171"/>
                    <a:pt x="10233" y="2171"/>
                    <a:pt x="10525" y="2041"/>
                  </a:cubicBezTo>
                  <a:lnTo>
                    <a:pt x="10913" y="2721"/>
                  </a:lnTo>
                  <a:cubicBezTo>
                    <a:pt x="10525" y="2851"/>
                    <a:pt x="10395" y="3239"/>
                    <a:pt x="10395" y="3660"/>
                  </a:cubicBezTo>
                  <a:cubicBezTo>
                    <a:pt x="10395" y="4178"/>
                    <a:pt x="10784" y="4729"/>
                    <a:pt x="11464" y="4729"/>
                  </a:cubicBezTo>
                  <a:cubicBezTo>
                    <a:pt x="12015" y="4729"/>
                    <a:pt x="12403" y="4178"/>
                    <a:pt x="12403" y="3660"/>
                  </a:cubicBezTo>
                  <a:cubicBezTo>
                    <a:pt x="12403" y="2980"/>
                    <a:pt x="12015" y="2559"/>
                    <a:pt x="11464" y="2559"/>
                  </a:cubicBezTo>
                  <a:lnTo>
                    <a:pt x="11043" y="2559"/>
                  </a:lnTo>
                  <a:lnTo>
                    <a:pt x="10654" y="1912"/>
                  </a:lnTo>
                  <a:cubicBezTo>
                    <a:pt x="10784" y="1620"/>
                    <a:pt x="10913" y="1361"/>
                    <a:pt x="10913" y="1102"/>
                  </a:cubicBezTo>
                  <a:cubicBezTo>
                    <a:pt x="10913" y="551"/>
                    <a:pt x="10525" y="1"/>
                    <a:pt x="9845" y="1"/>
                  </a:cubicBezTo>
                  <a:close/>
                  <a:moveTo>
                    <a:pt x="1069" y="5279"/>
                  </a:moveTo>
                  <a:cubicBezTo>
                    <a:pt x="1490" y="5279"/>
                    <a:pt x="1879" y="5538"/>
                    <a:pt x="1879" y="6089"/>
                  </a:cubicBezTo>
                  <a:cubicBezTo>
                    <a:pt x="1879" y="6348"/>
                    <a:pt x="1749" y="6607"/>
                    <a:pt x="1490" y="6769"/>
                  </a:cubicBezTo>
                  <a:lnTo>
                    <a:pt x="1069" y="6089"/>
                  </a:lnTo>
                  <a:cubicBezTo>
                    <a:pt x="1069" y="5959"/>
                    <a:pt x="940" y="5959"/>
                    <a:pt x="940" y="5959"/>
                  </a:cubicBezTo>
                  <a:lnTo>
                    <a:pt x="940" y="6218"/>
                  </a:lnTo>
                  <a:lnTo>
                    <a:pt x="1328" y="6898"/>
                  </a:lnTo>
                  <a:lnTo>
                    <a:pt x="1069" y="6898"/>
                  </a:lnTo>
                  <a:cubicBezTo>
                    <a:pt x="519" y="6898"/>
                    <a:pt x="130" y="6478"/>
                    <a:pt x="130" y="6089"/>
                  </a:cubicBezTo>
                  <a:cubicBezTo>
                    <a:pt x="130" y="5538"/>
                    <a:pt x="519" y="5279"/>
                    <a:pt x="1069" y="5279"/>
                  </a:cubicBezTo>
                  <a:close/>
                  <a:moveTo>
                    <a:pt x="3919" y="5279"/>
                  </a:moveTo>
                  <a:cubicBezTo>
                    <a:pt x="4437" y="5279"/>
                    <a:pt x="4858" y="5538"/>
                    <a:pt x="4858" y="6089"/>
                  </a:cubicBezTo>
                  <a:cubicBezTo>
                    <a:pt x="4858" y="6348"/>
                    <a:pt x="4728" y="6607"/>
                    <a:pt x="4437" y="6769"/>
                  </a:cubicBezTo>
                  <a:lnTo>
                    <a:pt x="4048" y="6089"/>
                  </a:lnTo>
                  <a:cubicBezTo>
                    <a:pt x="4048" y="5959"/>
                    <a:pt x="3919" y="5959"/>
                    <a:pt x="3919" y="5959"/>
                  </a:cubicBezTo>
                  <a:cubicBezTo>
                    <a:pt x="3757" y="6089"/>
                    <a:pt x="3757" y="6089"/>
                    <a:pt x="3757" y="6218"/>
                  </a:cubicBezTo>
                  <a:lnTo>
                    <a:pt x="4307" y="6898"/>
                  </a:lnTo>
                  <a:lnTo>
                    <a:pt x="3919" y="6898"/>
                  </a:lnTo>
                  <a:cubicBezTo>
                    <a:pt x="3498" y="6898"/>
                    <a:pt x="3109" y="6478"/>
                    <a:pt x="3109" y="6089"/>
                  </a:cubicBezTo>
                  <a:cubicBezTo>
                    <a:pt x="3109" y="5538"/>
                    <a:pt x="3498" y="5279"/>
                    <a:pt x="3919" y="5279"/>
                  </a:cubicBezTo>
                  <a:close/>
                  <a:moveTo>
                    <a:pt x="6866" y="5279"/>
                  </a:moveTo>
                  <a:cubicBezTo>
                    <a:pt x="7416" y="5279"/>
                    <a:pt x="7805" y="5538"/>
                    <a:pt x="7805" y="6089"/>
                  </a:cubicBezTo>
                  <a:cubicBezTo>
                    <a:pt x="7805" y="6348"/>
                    <a:pt x="7675" y="6478"/>
                    <a:pt x="7546" y="6607"/>
                  </a:cubicBezTo>
                  <a:lnTo>
                    <a:pt x="7157" y="6089"/>
                  </a:lnTo>
                  <a:lnTo>
                    <a:pt x="6995" y="5959"/>
                  </a:lnTo>
                  <a:cubicBezTo>
                    <a:pt x="6866" y="6089"/>
                    <a:pt x="6866" y="6089"/>
                    <a:pt x="6866" y="6218"/>
                  </a:cubicBezTo>
                  <a:lnTo>
                    <a:pt x="7287" y="6769"/>
                  </a:lnTo>
                  <a:cubicBezTo>
                    <a:pt x="7157" y="6898"/>
                    <a:pt x="6995" y="6898"/>
                    <a:pt x="6866" y="6898"/>
                  </a:cubicBezTo>
                  <a:cubicBezTo>
                    <a:pt x="6477" y="6898"/>
                    <a:pt x="6056" y="6478"/>
                    <a:pt x="6056" y="6089"/>
                  </a:cubicBezTo>
                  <a:cubicBezTo>
                    <a:pt x="6056" y="5538"/>
                    <a:pt x="6477" y="5279"/>
                    <a:pt x="6866" y="5279"/>
                  </a:cubicBezTo>
                  <a:close/>
                  <a:moveTo>
                    <a:pt x="9845" y="5279"/>
                  </a:moveTo>
                  <a:cubicBezTo>
                    <a:pt x="10395" y="5279"/>
                    <a:pt x="10784" y="5538"/>
                    <a:pt x="10784" y="6089"/>
                  </a:cubicBezTo>
                  <a:cubicBezTo>
                    <a:pt x="10784" y="6218"/>
                    <a:pt x="10654" y="6478"/>
                    <a:pt x="10525" y="6607"/>
                  </a:cubicBezTo>
                  <a:lnTo>
                    <a:pt x="10104" y="6089"/>
                  </a:lnTo>
                  <a:cubicBezTo>
                    <a:pt x="10104" y="5959"/>
                    <a:pt x="10104" y="5959"/>
                    <a:pt x="9974" y="5959"/>
                  </a:cubicBezTo>
                  <a:lnTo>
                    <a:pt x="9974" y="6218"/>
                  </a:lnTo>
                  <a:lnTo>
                    <a:pt x="10395" y="6769"/>
                  </a:lnTo>
                  <a:cubicBezTo>
                    <a:pt x="10233" y="6898"/>
                    <a:pt x="10104" y="6898"/>
                    <a:pt x="9845" y="6898"/>
                  </a:cubicBezTo>
                  <a:cubicBezTo>
                    <a:pt x="9424" y="6898"/>
                    <a:pt x="9035" y="6478"/>
                    <a:pt x="9035" y="6089"/>
                  </a:cubicBezTo>
                  <a:cubicBezTo>
                    <a:pt x="9035" y="5538"/>
                    <a:pt x="9424" y="5279"/>
                    <a:pt x="9845" y="5279"/>
                  </a:cubicBezTo>
                  <a:close/>
                  <a:moveTo>
                    <a:pt x="2559" y="7708"/>
                  </a:moveTo>
                  <a:cubicBezTo>
                    <a:pt x="2947" y="7708"/>
                    <a:pt x="3368" y="8097"/>
                    <a:pt x="3368" y="8518"/>
                  </a:cubicBezTo>
                  <a:cubicBezTo>
                    <a:pt x="3368" y="9036"/>
                    <a:pt x="2947" y="9327"/>
                    <a:pt x="2559" y="9327"/>
                  </a:cubicBezTo>
                  <a:cubicBezTo>
                    <a:pt x="2008" y="9327"/>
                    <a:pt x="1620" y="9036"/>
                    <a:pt x="1620" y="8518"/>
                  </a:cubicBezTo>
                  <a:cubicBezTo>
                    <a:pt x="1620" y="8226"/>
                    <a:pt x="1749" y="8097"/>
                    <a:pt x="2008" y="7838"/>
                  </a:cubicBezTo>
                  <a:lnTo>
                    <a:pt x="2429" y="8647"/>
                  </a:lnTo>
                  <a:lnTo>
                    <a:pt x="2559" y="8647"/>
                  </a:lnTo>
                  <a:cubicBezTo>
                    <a:pt x="2688" y="8647"/>
                    <a:pt x="2688" y="8518"/>
                    <a:pt x="2559" y="8518"/>
                  </a:cubicBezTo>
                  <a:lnTo>
                    <a:pt x="2138" y="7838"/>
                  </a:lnTo>
                  <a:cubicBezTo>
                    <a:pt x="2300" y="7708"/>
                    <a:pt x="2429" y="7708"/>
                    <a:pt x="2559" y="7708"/>
                  </a:cubicBezTo>
                  <a:close/>
                  <a:moveTo>
                    <a:pt x="5538" y="7708"/>
                  </a:moveTo>
                  <a:cubicBezTo>
                    <a:pt x="5927" y="7708"/>
                    <a:pt x="6348" y="8097"/>
                    <a:pt x="6348" y="8518"/>
                  </a:cubicBezTo>
                  <a:cubicBezTo>
                    <a:pt x="6348" y="9036"/>
                    <a:pt x="5927" y="9327"/>
                    <a:pt x="5538" y="9327"/>
                  </a:cubicBezTo>
                  <a:cubicBezTo>
                    <a:pt x="4987" y="9327"/>
                    <a:pt x="4566" y="9036"/>
                    <a:pt x="4566" y="8518"/>
                  </a:cubicBezTo>
                  <a:cubicBezTo>
                    <a:pt x="4566" y="8226"/>
                    <a:pt x="4728" y="8097"/>
                    <a:pt x="4858" y="7967"/>
                  </a:cubicBezTo>
                  <a:lnTo>
                    <a:pt x="5376" y="8647"/>
                  </a:lnTo>
                  <a:lnTo>
                    <a:pt x="5538" y="8647"/>
                  </a:lnTo>
                  <a:lnTo>
                    <a:pt x="5538" y="8518"/>
                  </a:lnTo>
                  <a:lnTo>
                    <a:pt x="5117" y="7838"/>
                  </a:lnTo>
                  <a:cubicBezTo>
                    <a:pt x="5246" y="7708"/>
                    <a:pt x="5376" y="7708"/>
                    <a:pt x="5538" y="7708"/>
                  </a:cubicBezTo>
                  <a:close/>
                  <a:moveTo>
                    <a:pt x="8485" y="7708"/>
                  </a:moveTo>
                  <a:cubicBezTo>
                    <a:pt x="8906" y="7708"/>
                    <a:pt x="9294" y="8097"/>
                    <a:pt x="9294" y="8518"/>
                  </a:cubicBezTo>
                  <a:cubicBezTo>
                    <a:pt x="9294" y="9036"/>
                    <a:pt x="8906" y="9327"/>
                    <a:pt x="8485" y="9327"/>
                  </a:cubicBezTo>
                  <a:cubicBezTo>
                    <a:pt x="7967" y="9327"/>
                    <a:pt x="7546" y="9036"/>
                    <a:pt x="7546" y="8518"/>
                  </a:cubicBezTo>
                  <a:cubicBezTo>
                    <a:pt x="7546" y="8226"/>
                    <a:pt x="7675" y="7967"/>
                    <a:pt x="7967" y="7838"/>
                  </a:cubicBezTo>
                  <a:lnTo>
                    <a:pt x="8355" y="8647"/>
                  </a:lnTo>
                  <a:lnTo>
                    <a:pt x="8614" y="8647"/>
                  </a:lnTo>
                  <a:lnTo>
                    <a:pt x="8614" y="8518"/>
                  </a:lnTo>
                  <a:lnTo>
                    <a:pt x="8096" y="7708"/>
                  </a:lnTo>
                  <a:close/>
                  <a:moveTo>
                    <a:pt x="11464" y="7708"/>
                  </a:moveTo>
                  <a:cubicBezTo>
                    <a:pt x="11853" y="7708"/>
                    <a:pt x="12274" y="8097"/>
                    <a:pt x="12274" y="8518"/>
                  </a:cubicBezTo>
                  <a:cubicBezTo>
                    <a:pt x="12274" y="9036"/>
                    <a:pt x="11853" y="9327"/>
                    <a:pt x="11464" y="9327"/>
                  </a:cubicBezTo>
                  <a:cubicBezTo>
                    <a:pt x="10913" y="9327"/>
                    <a:pt x="10525" y="9036"/>
                    <a:pt x="10525" y="8518"/>
                  </a:cubicBezTo>
                  <a:cubicBezTo>
                    <a:pt x="10525" y="8226"/>
                    <a:pt x="10784" y="7967"/>
                    <a:pt x="10913" y="7838"/>
                  </a:cubicBezTo>
                  <a:lnTo>
                    <a:pt x="11464" y="8647"/>
                  </a:lnTo>
                  <a:lnTo>
                    <a:pt x="11594" y="8647"/>
                  </a:lnTo>
                  <a:cubicBezTo>
                    <a:pt x="11723" y="8647"/>
                    <a:pt x="11723" y="8518"/>
                    <a:pt x="11723" y="8518"/>
                  </a:cubicBezTo>
                  <a:lnTo>
                    <a:pt x="11205" y="7708"/>
                  </a:lnTo>
                  <a:close/>
                  <a:moveTo>
                    <a:pt x="1069" y="4988"/>
                  </a:moveTo>
                  <a:cubicBezTo>
                    <a:pt x="389" y="4988"/>
                    <a:pt x="0" y="5409"/>
                    <a:pt x="0" y="6089"/>
                  </a:cubicBezTo>
                  <a:cubicBezTo>
                    <a:pt x="0" y="6607"/>
                    <a:pt x="389" y="7158"/>
                    <a:pt x="1069" y="7158"/>
                  </a:cubicBezTo>
                  <a:cubicBezTo>
                    <a:pt x="1199" y="7158"/>
                    <a:pt x="1328" y="7158"/>
                    <a:pt x="1490" y="7028"/>
                  </a:cubicBezTo>
                  <a:lnTo>
                    <a:pt x="1879" y="7708"/>
                  </a:lnTo>
                  <a:cubicBezTo>
                    <a:pt x="1620" y="7838"/>
                    <a:pt x="1490" y="8226"/>
                    <a:pt x="1490" y="8518"/>
                  </a:cubicBezTo>
                  <a:cubicBezTo>
                    <a:pt x="1490" y="9198"/>
                    <a:pt x="1879" y="9586"/>
                    <a:pt x="2559" y="9586"/>
                  </a:cubicBezTo>
                  <a:cubicBezTo>
                    <a:pt x="3109" y="9586"/>
                    <a:pt x="3627" y="9198"/>
                    <a:pt x="3627" y="8518"/>
                  </a:cubicBezTo>
                  <a:cubicBezTo>
                    <a:pt x="3627" y="7967"/>
                    <a:pt x="3109" y="7417"/>
                    <a:pt x="2559" y="7417"/>
                  </a:cubicBezTo>
                  <a:cubicBezTo>
                    <a:pt x="2300" y="7417"/>
                    <a:pt x="2138" y="7579"/>
                    <a:pt x="2008" y="7579"/>
                  </a:cubicBezTo>
                  <a:lnTo>
                    <a:pt x="1620" y="6898"/>
                  </a:lnTo>
                  <a:cubicBezTo>
                    <a:pt x="1879" y="6769"/>
                    <a:pt x="2008" y="6348"/>
                    <a:pt x="2008" y="6089"/>
                  </a:cubicBezTo>
                  <a:cubicBezTo>
                    <a:pt x="2008" y="5409"/>
                    <a:pt x="1620" y="4988"/>
                    <a:pt x="1069" y="4988"/>
                  </a:cubicBezTo>
                  <a:close/>
                  <a:moveTo>
                    <a:pt x="3919" y="4988"/>
                  </a:moveTo>
                  <a:cubicBezTo>
                    <a:pt x="3368" y="4988"/>
                    <a:pt x="2818" y="5409"/>
                    <a:pt x="2818" y="6089"/>
                  </a:cubicBezTo>
                  <a:cubicBezTo>
                    <a:pt x="2818" y="6607"/>
                    <a:pt x="3368" y="7158"/>
                    <a:pt x="3919" y="7158"/>
                  </a:cubicBezTo>
                  <a:cubicBezTo>
                    <a:pt x="4178" y="7158"/>
                    <a:pt x="4307" y="7158"/>
                    <a:pt x="4307" y="7028"/>
                  </a:cubicBezTo>
                  <a:lnTo>
                    <a:pt x="4728" y="7708"/>
                  </a:lnTo>
                  <a:cubicBezTo>
                    <a:pt x="4566" y="7967"/>
                    <a:pt x="4437" y="8226"/>
                    <a:pt x="4437" y="8518"/>
                  </a:cubicBezTo>
                  <a:cubicBezTo>
                    <a:pt x="4437" y="9198"/>
                    <a:pt x="4858" y="9586"/>
                    <a:pt x="5538" y="9586"/>
                  </a:cubicBezTo>
                  <a:cubicBezTo>
                    <a:pt x="6056" y="9586"/>
                    <a:pt x="6607" y="9198"/>
                    <a:pt x="6607" y="8518"/>
                  </a:cubicBezTo>
                  <a:cubicBezTo>
                    <a:pt x="6607" y="7967"/>
                    <a:pt x="6056" y="7417"/>
                    <a:pt x="5538" y="7417"/>
                  </a:cubicBezTo>
                  <a:cubicBezTo>
                    <a:pt x="5246" y="7417"/>
                    <a:pt x="5117" y="7579"/>
                    <a:pt x="4987" y="7579"/>
                  </a:cubicBezTo>
                  <a:lnTo>
                    <a:pt x="4566" y="6898"/>
                  </a:lnTo>
                  <a:cubicBezTo>
                    <a:pt x="4858" y="6769"/>
                    <a:pt x="4987" y="6478"/>
                    <a:pt x="4987" y="6089"/>
                  </a:cubicBezTo>
                  <a:cubicBezTo>
                    <a:pt x="4987" y="5409"/>
                    <a:pt x="4566" y="4988"/>
                    <a:pt x="3919" y="4988"/>
                  </a:cubicBezTo>
                  <a:close/>
                  <a:moveTo>
                    <a:pt x="6866" y="4988"/>
                  </a:moveTo>
                  <a:cubicBezTo>
                    <a:pt x="6348" y="4988"/>
                    <a:pt x="5797" y="5409"/>
                    <a:pt x="5797" y="6089"/>
                  </a:cubicBezTo>
                  <a:cubicBezTo>
                    <a:pt x="5797" y="6607"/>
                    <a:pt x="6348" y="7158"/>
                    <a:pt x="6866" y="7158"/>
                  </a:cubicBezTo>
                  <a:cubicBezTo>
                    <a:pt x="7157" y="7158"/>
                    <a:pt x="7287" y="7028"/>
                    <a:pt x="7416" y="7028"/>
                  </a:cubicBezTo>
                  <a:lnTo>
                    <a:pt x="7805" y="7708"/>
                  </a:lnTo>
                  <a:cubicBezTo>
                    <a:pt x="7546" y="7838"/>
                    <a:pt x="7416" y="8097"/>
                    <a:pt x="7416" y="8518"/>
                  </a:cubicBezTo>
                  <a:cubicBezTo>
                    <a:pt x="7416" y="9198"/>
                    <a:pt x="7805" y="9586"/>
                    <a:pt x="8485" y="9586"/>
                  </a:cubicBezTo>
                  <a:cubicBezTo>
                    <a:pt x="9035" y="9586"/>
                    <a:pt x="9586" y="9198"/>
                    <a:pt x="9586" y="8518"/>
                  </a:cubicBezTo>
                  <a:cubicBezTo>
                    <a:pt x="9586" y="7967"/>
                    <a:pt x="9035" y="7417"/>
                    <a:pt x="8485" y="7417"/>
                  </a:cubicBezTo>
                  <a:cubicBezTo>
                    <a:pt x="8226" y="7417"/>
                    <a:pt x="8096" y="7417"/>
                    <a:pt x="8096" y="7579"/>
                  </a:cubicBezTo>
                  <a:lnTo>
                    <a:pt x="7675" y="6898"/>
                  </a:lnTo>
                  <a:cubicBezTo>
                    <a:pt x="7805" y="6607"/>
                    <a:pt x="7967" y="6348"/>
                    <a:pt x="7967" y="6089"/>
                  </a:cubicBezTo>
                  <a:cubicBezTo>
                    <a:pt x="7967" y="5409"/>
                    <a:pt x="7546" y="4988"/>
                    <a:pt x="6866" y="4988"/>
                  </a:cubicBezTo>
                  <a:close/>
                  <a:moveTo>
                    <a:pt x="9845" y="4988"/>
                  </a:moveTo>
                  <a:cubicBezTo>
                    <a:pt x="9294" y="4988"/>
                    <a:pt x="8776" y="5409"/>
                    <a:pt x="8776" y="6089"/>
                  </a:cubicBezTo>
                  <a:cubicBezTo>
                    <a:pt x="8776" y="6607"/>
                    <a:pt x="9294" y="7158"/>
                    <a:pt x="9845" y="7158"/>
                  </a:cubicBezTo>
                  <a:cubicBezTo>
                    <a:pt x="10104" y="7158"/>
                    <a:pt x="10233" y="7028"/>
                    <a:pt x="10525" y="7028"/>
                  </a:cubicBezTo>
                  <a:lnTo>
                    <a:pt x="10913" y="7579"/>
                  </a:lnTo>
                  <a:cubicBezTo>
                    <a:pt x="10525" y="7838"/>
                    <a:pt x="10395" y="8097"/>
                    <a:pt x="10395" y="8518"/>
                  </a:cubicBezTo>
                  <a:cubicBezTo>
                    <a:pt x="10395" y="9198"/>
                    <a:pt x="10784" y="9586"/>
                    <a:pt x="11464" y="9586"/>
                  </a:cubicBezTo>
                  <a:cubicBezTo>
                    <a:pt x="12015" y="9586"/>
                    <a:pt x="12403" y="9198"/>
                    <a:pt x="12403" y="8518"/>
                  </a:cubicBezTo>
                  <a:cubicBezTo>
                    <a:pt x="12403" y="7967"/>
                    <a:pt x="12015" y="7417"/>
                    <a:pt x="11464" y="7417"/>
                  </a:cubicBezTo>
                  <a:cubicBezTo>
                    <a:pt x="11334" y="7417"/>
                    <a:pt x="11205" y="7417"/>
                    <a:pt x="11043" y="7579"/>
                  </a:cubicBezTo>
                  <a:lnTo>
                    <a:pt x="10654" y="6769"/>
                  </a:lnTo>
                  <a:cubicBezTo>
                    <a:pt x="10784" y="6607"/>
                    <a:pt x="10913" y="6348"/>
                    <a:pt x="10913" y="6089"/>
                  </a:cubicBezTo>
                  <a:cubicBezTo>
                    <a:pt x="10913" y="5409"/>
                    <a:pt x="10525" y="4988"/>
                    <a:pt x="9845" y="4988"/>
                  </a:cubicBezTo>
                  <a:close/>
                  <a:moveTo>
                    <a:pt x="1069" y="10137"/>
                  </a:moveTo>
                  <a:cubicBezTo>
                    <a:pt x="1490" y="10137"/>
                    <a:pt x="1879" y="10525"/>
                    <a:pt x="1879" y="10946"/>
                  </a:cubicBezTo>
                  <a:cubicBezTo>
                    <a:pt x="1879" y="11205"/>
                    <a:pt x="1749" y="11464"/>
                    <a:pt x="1490" y="11626"/>
                  </a:cubicBezTo>
                  <a:lnTo>
                    <a:pt x="1069" y="10946"/>
                  </a:lnTo>
                  <a:lnTo>
                    <a:pt x="940" y="10946"/>
                  </a:lnTo>
                  <a:lnTo>
                    <a:pt x="940" y="11076"/>
                  </a:lnTo>
                  <a:lnTo>
                    <a:pt x="1328" y="11756"/>
                  </a:lnTo>
                  <a:cubicBezTo>
                    <a:pt x="1199" y="11756"/>
                    <a:pt x="1069" y="11885"/>
                    <a:pt x="1069" y="11885"/>
                  </a:cubicBezTo>
                  <a:cubicBezTo>
                    <a:pt x="519" y="11885"/>
                    <a:pt x="130" y="11464"/>
                    <a:pt x="130" y="10946"/>
                  </a:cubicBezTo>
                  <a:cubicBezTo>
                    <a:pt x="130" y="10525"/>
                    <a:pt x="519" y="10137"/>
                    <a:pt x="1069" y="10137"/>
                  </a:cubicBezTo>
                  <a:close/>
                  <a:moveTo>
                    <a:pt x="3919" y="10137"/>
                  </a:moveTo>
                  <a:cubicBezTo>
                    <a:pt x="4437" y="10137"/>
                    <a:pt x="4858" y="10525"/>
                    <a:pt x="4858" y="10946"/>
                  </a:cubicBezTo>
                  <a:cubicBezTo>
                    <a:pt x="4858" y="11205"/>
                    <a:pt x="4728" y="11464"/>
                    <a:pt x="4437" y="11626"/>
                  </a:cubicBezTo>
                  <a:lnTo>
                    <a:pt x="4048" y="10946"/>
                  </a:lnTo>
                  <a:lnTo>
                    <a:pt x="3919" y="10946"/>
                  </a:lnTo>
                  <a:cubicBezTo>
                    <a:pt x="3757" y="10946"/>
                    <a:pt x="3757" y="11076"/>
                    <a:pt x="3757" y="11076"/>
                  </a:cubicBezTo>
                  <a:lnTo>
                    <a:pt x="4307" y="11756"/>
                  </a:lnTo>
                  <a:cubicBezTo>
                    <a:pt x="4178" y="11756"/>
                    <a:pt x="4048" y="11885"/>
                    <a:pt x="3919" y="11885"/>
                  </a:cubicBezTo>
                  <a:cubicBezTo>
                    <a:pt x="3498" y="11885"/>
                    <a:pt x="3109" y="11464"/>
                    <a:pt x="3109" y="10946"/>
                  </a:cubicBezTo>
                  <a:cubicBezTo>
                    <a:pt x="3109" y="10525"/>
                    <a:pt x="3498" y="10137"/>
                    <a:pt x="3919" y="10137"/>
                  </a:cubicBezTo>
                  <a:close/>
                  <a:moveTo>
                    <a:pt x="6866" y="10137"/>
                  </a:moveTo>
                  <a:cubicBezTo>
                    <a:pt x="7416" y="10137"/>
                    <a:pt x="7805" y="10525"/>
                    <a:pt x="7805" y="10946"/>
                  </a:cubicBezTo>
                  <a:cubicBezTo>
                    <a:pt x="7805" y="11205"/>
                    <a:pt x="7675" y="11464"/>
                    <a:pt x="7546" y="11626"/>
                  </a:cubicBezTo>
                  <a:lnTo>
                    <a:pt x="7157" y="10946"/>
                  </a:lnTo>
                  <a:lnTo>
                    <a:pt x="6995" y="10946"/>
                  </a:lnTo>
                  <a:cubicBezTo>
                    <a:pt x="6866" y="10946"/>
                    <a:pt x="6866" y="11076"/>
                    <a:pt x="6866" y="11076"/>
                  </a:cubicBezTo>
                  <a:lnTo>
                    <a:pt x="7287" y="11756"/>
                  </a:lnTo>
                  <a:cubicBezTo>
                    <a:pt x="7157" y="11756"/>
                    <a:pt x="6995" y="11885"/>
                    <a:pt x="6866" y="11885"/>
                  </a:cubicBezTo>
                  <a:cubicBezTo>
                    <a:pt x="6477" y="11885"/>
                    <a:pt x="6056" y="11464"/>
                    <a:pt x="6056" y="10946"/>
                  </a:cubicBezTo>
                  <a:cubicBezTo>
                    <a:pt x="6056" y="10525"/>
                    <a:pt x="6477" y="10137"/>
                    <a:pt x="6866" y="10137"/>
                  </a:cubicBezTo>
                  <a:close/>
                  <a:moveTo>
                    <a:pt x="9845" y="10137"/>
                  </a:moveTo>
                  <a:cubicBezTo>
                    <a:pt x="10395" y="10137"/>
                    <a:pt x="10784" y="10525"/>
                    <a:pt x="10784" y="10946"/>
                  </a:cubicBezTo>
                  <a:cubicBezTo>
                    <a:pt x="10784" y="11205"/>
                    <a:pt x="10654" y="11335"/>
                    <a:pt x="10525" y="11464"/>
                  </a:cubicBezTo>
                  <a:lnTo>
                    <a:pt x="10104" y="10946"/>
                  </a:lnTo>
                  <a:lnTo>
                    <a:pt x="9974" y="10946"/>
                  </a:lnTo>
                  <a:lnTo>
                    <a:pt x="9974" y="11076"/>
                  </a:lnTo>
                  <a:lnTo>
                    <a:pt x="10395" y="11756"/>
                  </a:lnTo>
                  <a:cubicBezTo>
                    <a:pt x="10233" y="11756"/>
                    <a:pt x="10104" y="11885"/>
                    <a:pt x="9845" y="11885"/>
                  </a:cubicBezTo>
                  <a:cubicBezTo>
                    <a:pt x="9424" y="11885"/>
                    <a:pt x="9035" y="11464"/>
                    <a:pt x="9035" y="10946"/>
                  </a:cubicBezTo>
                  <a:cubicBezTo>
                    <a:pt x="9035" y="10525"/>
                    <a:pt x="9424" y="10137"/>
                    <a:pt x="9845" y="10137"/>
                  </a:cubicBezTo>
                  <a:close/>
                  <a:moveTo>
                    <a:pt x="2559" y="12565"/>
                  </a:moveTo>
                  <a:cubicBezTo>
                    <a:pt x="2947" y="12565"/>
                    <a:pt x="3368" y="12954"/>
                    <a:pt x="3368" y="13505"/>
                  </a:cubicBezTo>
                  <a:cubicBezTo>
                    <a:pt x="3368" y="13893"/>
                    <a:pt x="2947" y="14314"/>
                    <a:pt x="2559" y="14314"/>
                  </a:cubicBezTo>
                  <a:cubicBezTo>
                    <a:pt x="2008" y="14314"/>
                    <a:pt x="1620" y="13893"/>
                    <a:pt x="1620" y="13505"/>
                  </a:cubicBezTo>
                  <a:cubicBezTo>
                    <a:pt x="1620" y="13246"/>
                    <a:pt x="1749" y="12954"/>
                    <a:pt x="2008" y="12825"/>
                  </a:cubicBezTo>
                  <a:lnTo>
                    <a:pt x="2429" y="13505"/>
                  </a:lnTo>
                  <a:cubicBezTo>
                    <a:pt x="2429" y="13634"/>
                    <a:pt x="2429" y="13634"/>
                    <a:pt x="2559" y="13634"/>
                  </a:cubicBezTo>
                  <a:cubicBezTo>
                    <a:pt x="2688" y="13505"/>
                    <a:pt x="2688" y="13505"/>
                    <a:pt x="2559" y="13375"/>
                  </a:cubicBezTo>
                  <a:lnTo>
                    <a:pt x="2138" y="12695"/>
                  </a:lnTo>
                  <a:cubicBezTo>
                    <a:pt x="2300" y="12695"/>
                    <a:pt x="2429" y="12565"/>
                    <a:pt x="2559" y="12565"/>
                  </a:cubicBezTo>
                  <a:close/>
                  <a:moveTo>
                    <a:pt x="5538" y="12565"/>
                  </a:moveTo>
                  <a:cubicBezTo>
                    <a:pt x="5927" y="12565"/>
                    <a:pt x="6348" y="12954"/>
                    <a:pt x="6348" y="13505"/>
                  </a:cubicBezTo>
                  <a:cubicBezTo>
                    <a:pt x="6348" y="13893"/>
                    <a:pt x="5927" y="14314"/>
                    <a:pt x="5538" y="14314"/>
                  </a:cubicBezTo>
                  <a:cubicBezTo>
                    <a:pt x="4987" y="14314"/>
                    <a:pt x="4566" y="13893"/>
                    <a:pt x="4566" y="13505"/>
                  </a:cubicBezTo>
                  <a:cubicBezTo>
                    <a:pt x="4566" y="13246"/>
                    <a:pt x="4728" y="12954"/>
                    <a:pt x="4858" y="12825"/>
                  </a:cubicBezTo>
                  <a:lnTo>
                    <a:pt x="5376" y="13505"/>
                  </a:lnTo>
                  <a:lnTo>
                    <a:pt x="5376" y="13634"/>
                  </a:lnTo>
                  <a:lnTo>
                    <a:pt x="5538" y="13634"/>
                  </a:lnTo>
                  <a:lnTo>
                    <a:pt x="5538" y="13375"/>
                  </a:lnTo>
                  <a:lnTo>
                    <a:pt x="5117" y="12695"/>
                  </a:lnTo>
                  <a:cubicBezTo>
                    <a:pt x="5246" y="12695"/>
                    <a:pt x="5376" y="12565"/>
                    <a:pt x="5538" y="12565"/>
                  </a:cubicBezTo>
                  <a:close/>
                  <a:moveTo>
                    <a:pt x="8485" y="12565"/>
                  </a:moveTo>
                  <a:cubicBezTo>
                    <a:pt x="8906" y="12565"/>
                    <a:pt x="9294" y="12954"/>
                    <a:pt x="9294" y="13505"/>
                  </a:cubicBezTo>
                  <a:cubicBezTo>
                    <a:pt x="9294" y="13893"/>
                    <a:pt x="8906" y="14314"/>
                    <a:pt x="8485" y="14314"/>
                  </a:cubicBezTo>
                  <a:cubicBezTo>
                    <a:pt x="7967" y="14314"/>
                    <a:pt x="7546" y="13893"/>
                    <a:pt x="7546" y="13505"/>
                  </a:cubicBezTo>
                  <a:cubicBezTo>
                    <a:pt x="7546" y="13246"/>
                    <a:pt x="7675" y="12954"/>
                    <a:pt x="7967" y="12825"/>
                  </a:cubicBezTo>
                  <a:lnTo>
                    <a:pt x="8355" y="13505"/>
                  </a:lnTo>
                  <a:lnTo>
                    <a:pt x="8485" y="13634"/>
                  </a:lnTo>
                  <a:lnTo>
                    <a:pt x="8614" y="13634"/>
                  </a:lnTo>
                  <a:lnTo>
                    <a:pt x="8614" y="13375"/>
                  </a:lnTo>
                  <a:lnTo>
                    <a:pt x="8096" y="12695"/>
                  </a:lnTo>
                  <a:cubicBezTo>
                    <a:pt x="8226" y="12695"/>
                    <a:pt x="8355" y="12565"/>
                    <a:pt x="8485" y="12565"/>
                  </a:cubicBezTo>
                  <a:close/>
                  <a:moveTo>
                    <a:pt x="11464" y="12565"/>
                  </a:moveTo>
                  <a:cubicBezTo>
                    <a:pt x="11853" y="12565"/>
                    <a:pt x="12274" y="12954"/>
                    <a:pt x="12274" y="13505"/>
                  </a:cubicBezTo>
                  <a:cubicBezTo>
                    <a:pt x="12274" y="13893"/>
                    <a:pt x="11853" y="14314"/>
                    <a:pt x="11464" y="14314"/>
                  </a:cubicBezTo>
                  <a:cubicBezTo>
                    <a:pt x="10913" y="14314"/>
                    <a:pt x="10525" y="13893"/>
                    <a:pt x="10525" y="13505"/>
                  </a:cubicBezTo>
                  <a:cubicBezTo>
                    <a:pt x="10525" y="13084"/>
                    <a:pt x="10784" y="12825"/>
                    <a:pt x="10913" y="12695"/>
                  </a:cubicBezTo>
                  <a:lnTo>
                    <a:pt x="11464" y="13505"/>
                  </a:lnTo>
                  <a:cubicBezTo>
                    <a:pt x="11464" y="13634"/>
                    <a:pt x="11594" y="13634"/>
                    <a:pt x="11594" y="13634"/>
                  </a:cubicBezTo>
                  <a:cubicBezTo>
                    <a:pt x="11723" y="13505"/>
                    <a:pt x="11723" y="13505"/>
                    <a:pt x="11723" y="13375"/>
                  </a:cubicBezTo>
                  <a:lnTo>
                    <a:pt x="11205" y="12695"/>
                  </a:lnTo>
                  <a:cubicBezTo>
                    <a:pt x="11334" y="12695"/>
                    <a:pt x="11334" y="12565"/>
                    <a:pt x="11464" y="12565"/>
                  </a:cubicBezTo>
                  <a:close/>
                  <a:moveTo>
                    <a:pt x="1069" y="9845"/>
                  </a:moveTo>
                  <a:cubicBezTo>
                    <a:pt x="389" y="9845"/>
                    <a:pt x="0" y="10396"/>
                    <a:pt x="0" y="10946"/>
                  </a:cubicBezTo>
                  <a:cubicBezTo>
                    <a:pt x="0" y="11626"/>
                    <a:pt x="389" y="12015"/>
                    <a:pt x="1069" y="12015"/>
                  </a:cubicBezTo>
                  <a:lnTo>
                    <a:pt x="1490" y="12015"/>
                  </a:lnTo>
                  <a:lnTo>
                    <a:pt x="1879" y="12565"/>
                  </a:lnTo>
                  <a:cubicBezTo>
                    <a:pt x="1620" y="12825"/>
                    <a:pt x="1490" y="13084"/>
                    <a:pt x="1490" y="13505"/>
                  </a:cubicBezTo>
                  <a:cubicBezTo>
                    <a:pt x="1490" y="14055"/>
                    <a:pt x="1879" y="14573"/>
                    <a:pt x="2559" y="14573"/>
                  </a:cubicBezTo>
                  <a:cubicBezTo>
                    <a:pt x="3109" y="14573"/>
                    <a:pt x="3627" y="14055"/>
                    <a:pt x="3627" y="13505"/>
                  </a:cubicBezTo>
                  <a:cubicBezTo>
                    <a:pt x="3627" y="12825"/>
                    <a:pt x="3109" y="12436"/>
                    <a:pt x="2559" y="12436"/>
                  </a:cubicBezTo>
                  <a:cubicBezTo>
                    <a:pt x="2300" y="12436"/>
                    <a:pt x="2138" y="12436"/>
                    <a:pt x="2008" y="12565"/>
                  </a:cubicBezTo>
                  <a:lnTo>
                    <a:pt x="1620" y="11885"/>
                  </a:lnTo>
                  <a:cubicBezTo>
                    <a:pt x="1879" y="11626"/>
                    <a:pt x="2008" y="11335"/>
                    <a:pt x="2008" y="10946"/>
                  </a:cubicBezTo>
                  <a:cubicBezTo>
                    <a:pt x="2008" y="10396"/>
                    <a:pt x="1620" y="9845"/>
                    <a:pt x="1069" y="9845"/>
                  </a:cubicBezTo>
                  <a:close/>
                  <a:moveTo>
                    <a:pt x="3919" y="9845"/>
                  </a:moveTo>
                  <a:cubicBezTo>
                    <a:pt x="3368" y="9845"/>
                    <a:pt x="2818" y="10396"/>
                    <a:pt x="2818" y="10946"/>
                  </a:cubicBezTo>
                  <a:cubicBezTo>
                    <a:pt x="2818" y="11626"/>
                    <a:pt x="3368" y="12015"/>
                    <a:pt x="3919" y="12015"/>
                  </a:cubicBezTo>
                  <a:lnTo>
                    <a:pt x="4437" y="12015"/>
                  </a:lnTo>
                  <a:lnTo>
                    <a:pt x="4858" y="12695"/>
                  </a:lnTo>
                  <a:cubicBezTo>
                    <a:pt x="4566" y="12825"/>
                    <a:pt x="4437" y="13084"/>
                    <a:pt x="4437" y="13505"/>
                  </a:cubicBezTo>
                  <a:cubicBezTo>
                    <a:pt x="4437" y="14055"/>
                    <a:pt x="4858" y="14573"/>
                    <a:pt x="5538" y="14573"/>
                  </a:cubicBezTo>
                  <a:cubicBezTo>
                    <a:pt x="6056" y="14573"/>
                    <a:pt x="6607" y="14055"/>
                    <a:pt x="6607" y="13505"/>
                  </a:cubicBezTo>
                  <a:cubicBezTo>
                    <a:pt x="6607" y="12825"/>
                    <a:pt x="6056" y="12436"/>
                    <a:pt x="5538" y="12436"/>
                  </a:cubicBezTo>
                  <a:cubicBezTo>
                    <a:pt x="5246" y="12436"/>
                    <a:pt x="5117" y="12436"/>
                    <a:pt x="4987" y="12565"/>
                  </a:cubicBezTo>
                  <a:lnTo>
                    <a:pt x="4566" y="11885"/>
                  </a:lnTo>
                  <a:cubicBezTo>
                    <a:pt x="4858" y="11626"/>
                    <a:pt x="4987" y="11335"/>
                    <a:pt x="4987" y="10946"/>
                  </a:cubicBezTo>
                  <a:cubicBezTo>
                    <a:pt x="4987" y="10396"/>
                    <a:pt x="4566" y="9845"/>
                    <a:pt x="3919" y="9845"/>
                  </a:cubicBezTo>
                  <a:close/>
                  <a:moveTo>
                    <a:pt x="6866" y="9845"/>
                  </a:moveTo>
                  <a:cubicBezTo>
                    <a:pt x="6348" y="9845"/>
                    <a:pt x="5797" y="10396"/>
                    <a:pt x="5797" y="10946"/>
                  </a:cubicBezTo>
                  <a:cubicBezTo>
                    <a:pt x="5797" y="11626"/>
                    <a:pt x="6348" y="12015"/>
                    <a:pt x="6866" y="12015"/>
                  </a:cubicBezTo>
                  <a:cubicBezTo>
                    <a:pt x="7157" y="12015"/>
                    <a:pt x="7287" y="12015"/>
                    <a:pt x="7416" y="11885"/>
                  </a:cubicBezTo>
                  <a:lnTo>
                    <a:pt x="7805" y="12565"/>
                  </a:lnTo>
                  <a:cubicBezTo>
                    <a:pt x="7546" y="12825"/>
                    <a:pt x="7416" y="13084"/>
                    <a:pt x="7416" y="13505"/>
                  </a:cubicBezTo>
                  <a:cubicBezTo>
                    <a:pt x="7416" y="14055"/>
                    <a:pt x="7805" y="14573"/>
                    <a:pt x="8485" y="14573"/>
                  </a:cubicBezTo>
                  <a:cubicBezTo>
                    <a:pt x="9035" y="14573"/>
                    <a:pt x="9586" y="14055"/>
                    <a:pt x="9586" y="13505"/>
                  </a:cubicBezTo>
                  <a:cubicBezTo>
                    <a:pt x="9586" y="12825"/>
                    <a:pt x="9035" y="12436"/>
                    <a:pt x="8485" y="12436"/>
                  </a:cubicBezTo>
                  <a:lnTo>
                    <a:pt x="8096" y="12436"/>
                  </a:lnTo>
                  <a:lnTo>
                    <a:pt x="7675" y="11756"/>
                  </a:lnTo>
                  <a:cubicBezTo>
                    <a:pt x="7805" y="11626"/>
                    <a:pt x="7967" y="11335"/>
                    <a:pt x="7967" y="10946"/>
                  </a:cubicBezTo>
                  <a:cubicBezTo>
                    <a:pt x="7967" y="10396"/>
                    <a:pt x="7546" y="9845"/>
                    <a:pt x="6866" y="9845"/>
                  </a:cubicBezTo>
                  <a:close/>
                  <a:moveTo>
                    <a:pt x="9845" y="9845"/>
                  </a:moveTo>
                  <a:cubicBezTo>
                    <a:pt x="9294" y="9845"/>
                    <a:pt x="8776" y="10396"/>
                    <a:pt x="8776" y="10946"/>
                  </a:cubicBezTo>
                  <a:cubicBezTo>
                    <a:pt x="8776" y="11626"/>
                    <a:pt x="9294" y="12015"/>
                    <a:pt x="9845" y="12015"/>
                  </a:cubicBezTo>
                  <a:cubicBezTo>
                    <a:pt x="10104" y="12015"/>
                    <a:pt x="10233" y="12015"/>
                    <a:pt x="10525" y="11885"/>
                  </a:cubicBezTo>
                  <a:lnTo>
                    <a:pt x="10913" y="12565"/>
                  </a:lnTo>
                  <a:cubicBezTo>
                    <a:pt x="10525" y="12695"/>
                    <a:pt x="10395" y="13084"/>
                    <a:pt x="10395" y="13505"/>
                  </a:cubicBezTo>
                  <a:cubicBezTo>
                    <a:pt x="10395" y="14055"/>
                    <a:pt x="10784" y="14573"/>
                    <a:pt x="11464" y="14573"/>
                  </a:cubicBezTo>
                  <a:cubicBezTo>
                    <a:pt x="12015" y="14573"/>
                    <a:pt x="12403" y="14055"/>
                    <a:pt x="12403" y="13505"/>
                  </a:cubicBezTo>
                  <a:cubicBezTo>
                    <a:pt x="12403" y="12825"/>
                    <a:pt x="12015" y="12436"/>
                    <a:pt x="11464" y="12436"/>
                  </a:cubicBezTo>
                  <a:lnTo>
                    <a:pt x="11043" y="12436"/>
                  </a:lnTo>
                  <a:lnTo>
                    <a:pt x="10654" y="11756"/>
                  </a:lnTo>
                  <a:cubicBezTo>
                    <a:pt x="10784" y="11464"/>
                    <a:pt x="10913" y="11335"/>
                    <a:pt x="10913" y="10946"/>
                  </a:cubicBezTo>
                  <a:cubicBezTo>
                    <a:pt x="10913" y="10396"/>
                    <a:pt x="10525" y="9845"/>
                    <a:pt x="9845" y="9845"/>
                  </a:cubicBezTo>
                  <a:close/>
                  <a:moveTo>
                    <a:pt x="1620" y="15804"/>
                  </a:moveTo>
                  <a:lnTo>
                    <a:pt x="1620" y="19431"/>
                  </a:lnTo>
                  <a:lnTo>
                    <a:pt x="2300" y="19431"/>
                  </a:lnTo>
                  <a:lnTo>
                    <a:pt x="2300" y="15804"/>
                  </a:lnTo>
                  <a:close/>
                  <a:moveTo>
                    <a:pt x="2818" y="15804"/>
                  </a:moveTo>
                  <a:lnTo>
                    <a:pt x="2818" y="19431"/>
                  </a:lnTo>
                  <a:lnTo>
                    <a:pt x="3498" y="19431"/>
                  </a:lnTo>
                  <a:lnTo>
                    <a:pt x="3498" y="15804"/>
                  </a:lnTo>
                  <a:close/>
                  <a:moveTo>
                    <a:pt x="4178" y="15804"/>
                  </a:moveTo>
                  <a:lnTo>
                    <a:pt x="4178" y="19431"/>
                  </a:lnTo>
                  <a:lnTo>
                    <a:pt x="4858" y="19431"/>
                  </a:lnTo>
                  <a:lnTo>
                    <a:pt x="4858" y="15804"/>
                  </a:lnTo>
                  <a:close/>
                  <a:moveTo>
                    <a:pt x="5538" y="15804"/>
                  </a:moveTo>
                  <a:lnTo>
                    <a:pt x="5538" y="19431"/>
                  </a:lnTo>
                  <a:lnTo>
                    <a:pt x="6186" y="19431"/>
                  </a:lnTo>
                  <a:lnTo>
                    <a:pt x="6186" y="15804"/>
                  </a:lnTo>
                  <a:close/>
                  <a:moveTo>
                    <a:pt x="6736" y="15804"/>
                  </a:moveTo>
                  <a:lnTo>
                    <a:pt x="6736" y="19431"/>
                  </a:lnTo>
                  <a:lnTo>
                    <a:pt x="7416" y="19431"/>
                  </a:lnTo>
                  <a:lnTo>
                    <a:pt x="7416" y="15804"/>
                  </a:lnTo>
                  <a:close/>
                  <a:moveTo>
                    <a:pt x="8096" y="15804"/>
                  </a:moveTo>
                  <a:lnTo>
                    <a:pt x="8096" y="19431"/>
                  </a:lnTo>
                  <a:lnTo>
                    <a:pt x="8776" y="19431"/>
                  </a:lnTo>
                  <a:lnTo>
                    <a:pt x="8776" y="15804"/>
                  </a:lnTo>
                  <a:close/>
                  <a:moveTo>
                    <a:pt x="9424" y="15804"/>
                  </a:moveTo>
                  <a:lnTo>
                    <a:pt x="9424" y="19431"/>
                  </a:lnTo>
                  <a:lnTo>
                    <a:pt x="10104" y="19431"/>
                  </a:lnTo>
                  <a:lnTo>
                    <a:pt x="10104" y="15804"/>
                  </a:lnTo>
                  <a:close/>
                  <a:moveTo>
                    <a:pt x="10784" y="15804"/>
                  </a:moveTo>
                  <a:lnTo>
                    <a:pt x="10784" y="19431"/>
                  </a:lnTo>
                  <a:lnTo>
                    <a:pt x="11464" y="19431"/>
                  </a:lnTo>
                  <a:lnTo>
                    <a:pt x="11464" y="15804"/>
                  </a:lnTo>
                  <a:close/>
                  <a:moveTo>
                    <a:pt x="12015" y="15804"/>
                  </a:moveTo>
                  <a:lnTo>
                    <a:pt x="12015" y="19431"/>
                  </a:lnTo>
                  <a:lnTo>
                    <a:pt x="12662" y="19431"/>
                  </a:lnTo>
                  <a:lnTo>
                    <a:pt x="12662" y="15804"/>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68"/>
            <p:cNvSpPr/>
            <p:nvPr/>
          </p:nvSpPr>
          <p:spPr>
            <a:xfrm rot="5400000">
              <a:off x="5384661" y="3871055"/>
              <a:ext cx="199009" cy="47628"/>
            </a:xfrm>
            <a:custGeom>
              <a:avLst/>
              <a:gdLst/>
              <a:ahLst/>
              <a:cxnLst/>
              <a:rect l="l" t="t" r="r" b="b"/>
              <a:pathLst>
                <a:path w="6769" h="1620" extrusionOk="0">
                  <a:moveTo>
                    <a:pt x="0" y="1"/>
                  </a:moveTo>
                  <a:lnTo>
                    <a:pt x="0" y="1620"/>
                  </a:lnTo>
                  <a:lnTo>
                    <a:pt x="6768" y="1620"/>
                  </a:lnTo>
                  <a:lnTo>
                    <a:pt x="676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68"/>
            <p:cNvSpPr/>
            <p:nvPr/>
          </p:nvSpPr>
          <p:spPr>
            <a:xfrm rot="5400000">
              <a:off x="5443197" y="4062890"/>
              <a:ext cx="82879" cy="8585"/>
            </a:xfrm>
            <a:custGeom>
              <a:avLst/>
              <a:gdLst/>
              <a:ahLst/>
              <a:cxnLst/>
              <a:rect l="l" t="t" r="r" b="b"/>
              <a:pathLst>
                <a:path w="2819" h="292" extrusionOk="0">
                  <a:moveTo>
                    <a:pt x="1" y="0"/>
                  </a:moveTo>
                  <a:lnTo>
                    <a:pt x="1" y="292"/>
                  </a:lnTo>
                  <a:lnTo>
                    <a:pt x="2818" y="292"/>
                  </a:lnTo>
                  <a:lnTo>
                    <a:pt x="281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68"/>
            <p:cNvSpPr/>
            <p:nvPr/>
          </p:nvSpPr>
          <p:spPr>
            <a:xfrm rot="5400000">
              <a:off x="5452252" y="3871055"/>
              <a:ext cx="199009" cy="47628"/>
            </a:xfrm>
            <a:custGeom>
              <a:avLst/>
              <a:gdLst/>
              <a:ahLst/>
              <a:cxnLst/>
              <a:rect l="l" t="t" r="r" b="b"/>
              <a:pathLst>
                <a:path w="6769" h="1620" extrusionOk="0">
                  <a:moveTo>
                    <a:pt x="0" y="0"/>
                  </a:moveTo>
                  <a:lnTo>
                    <a:pt x="0" y="1620"/>
                  </a:lnTo>
                  <a:lnTo>
                    <a:pt x="6768" y="1620"/>
                  </a:lnTo>
                  <a:lnTo>
                    <a:pt x="676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68"/>
            <p:cNvSpPr/>
            <p:nvPr/>
          </p:nvSpPr>
          <p:spPr>
            <a:xfrm rot="5400000">
              <a:off x="5510317" y="4063361"/>
              <a:ext cx="82879" cy="7644"/>
            </a:xfrm>
            <a:custGeom>
              <a:avLst/>
              <a:gdLst/>
              <a:ahLst/>
              <a:cxnLst/>
              <a:rect l="l" t="t" r="r" b="b"/>
              <a:pathLst>
                <a:path w="2819" h="260" extrusionOk="0">
                  <a:moveTo>
                    <a:pt x="1" y="0"/>
                  </a:moveTo>
                  <a:lnTo>
                    <a:pt x="1" y="260"/>
                  </a:lnTo>
                  <a:lnTo>
                    <a:pt x="2818" y="260"/>
                  </a:lnTo>
                  <a:lnTo>
                    <a:pt x="281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68"/>
            <p:cNvSpPr/>
            <p:nvPr/>
          </p:nvSpPr>
          <p:spPr>
            <a:xfrm rot="5400000">
              <a:off x="5523665" y="3871055"/>
              <a:ext cx="199009" cy="47628"/>
            </a:xfrm>
            <a:custGeom>
              <a:avLst/>
              <a:gdLst/>
              <a:ahLst/>
              <a:cxnLst/>
              <a:rect l="l" t="t" r="r" b="b"/>
              <a:pathLst>
                <a:path w="6769" h="1620" extrusionOk="0">
                  <a:moveTo>
                    <a:pt x="0" y="1"/>
                  </a:moveTo>
                  <a:lnTo>
                    <a:pt x="0" y="1620"/>
                  </a:lnTo>
                  <a:lnTo>
                    <a:pt x="6768" y="1620"/>
                  </a:lnTo>
                  <a:lnTo>
                    <a:pt x="676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68"/>
            <p:cNvSpPr/>
            <p:nvPr/>
          </p:nvSpPr>
          <p:spPr>
            <a:xfrm rot="5400000">
              <a:off x="5581730" y="4063361"/>
              <a:ext cx="82879" cy="7644"/>
            </a:xfrm>
            <a:custGeom>
              <a:avLst/>
              <a:gdLst/>
              <a:ahLst/>
              <a:cxnLst/>
              <a:rect l="l" t="t" r="r" b="b"/>
              <a:pathLst>
                <a:path w="2819" h="260" extrusionOk="0">
                  <a:moveTo>
                    <a:pt x="1" y="1"/>
                  </a:moveTo>
                  <a:lnTo>
                    <a:pt x="1" y="260"/>
                  </a:lnTo>
                  <a:lnTo>
                    <a:pt x="2818" y="260"/>
                  </a:lnTo>
                  <a:lnTo>
                    <a:pt x="281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68"/>
            <p:cNvSpPr/>
            <p:nvPr/>
          </p:nvSpPr>
          <p:spPr>
            <a:xfrm rot="5400000">
              <a:off x="5591255" y="3871055"/>
              <a:ext cx="199009" cy="47628"/>
            </a:xfrm>
            <a:custGeom>
              <a:avLst/>
              <a:gdLst/>
              <a:ahLst/>
              <a:cxnLst/>
              <a:rect l="l" t="t" r="r" b="b"/>
              <a:pathLst>
                <a:path w="6769" h="1620" extrusionOk="0">
                  <a:moveTo>
                    <a:pt x="0" y="1"/>
                  </a:moveTo>
                  <a:lnTo>
                    <a:pt x="0" y="1620"/>
                  </a:lnTo>
                  <a:lnTo>
                    <a:pt x="6768" y="1620"/>
                  </a:lnTo>
                  <a:lnTo>
                    <a:pt x="676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68"/>
            <p:cNvSpPr/>
            <p:nvPr/>
          </p:nvSpPr>
          <p:spPr>
            <a:xfrm rot="5400000">
              <a:off x="5658846" y="3871055"/>
              <a:ext cx="199009" cy="47628"/>
            </a:xfrm>
            <a:custGeom>
              <a:avLst/>
              <a:gdLst/>
              <a:ahLst/>
              <a:cxnLst/>
              <a:rect l="l" t="t" r="r" b="b"/>
              <a:pathLst>
                <a:path w="6769" h="1620" extrusionOk="0">
                  <a:moveTo>
                    <a:pt x="0" y="0"/>
                  </a:moveTo>
                  <a:lnTo>
                    <a:pt x="0" y="1619"/>
                  </a:lnTo>
                  <a:lnTo>
                    <a:pt x="6768" y="1619"/>
                  </a:lnTo>
                  <a:lnTo>
                    <a:pt x="676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68"/>
            <p:cNvSpPr/>
            <p:nvPr/>
          </p:nvSpPr>
          <p:spPr>
            <a:xfrm rot="5400000">
              <a:off x="5726436" y="3871055"/>
              <a:ext cx="199009" cy="47628"/>
            </a:xfrm>
            <a:custGeom>
              <a:avLst/>
              <a:gdLst/>
              <a:ahLst/>
              <a:cxnLst/>
              <a:rect l="l" t="t" r="r" b="b"/>
              <a:pathLst>
                <a:path w="6769" h="1620" extrusionOk="0">
                  <a:moveTo>
                    <a:pt x="0" y="0"/>
                  </a:moveTo>
                  <a:lnTo>
                    <a:pt x="0" y="1619"/>
                  </a:lnTo>
                  <a:lnTo>
                    <a:pt x="6768" y="1619"/>
                  </a:lnTo>
                  <a:lnTo>
                    <a:pt x="676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68"/>
            <p:cNvSpPr/>
            <p:nvPr/>
          </p:nvSpPr>
          <p:spPr>
            <a:xfrm rot="5400000">
              <a:off x="5794042" y="3871041"/>
              <a:ext cx="199009" cy="47657"/>
            </a:xfrm>
            <a:custGeom>
              <a:avLst/>
              <a:gdLst/>
              <a:ahLst/>
              <a:cxnLst/>
              <a:rect l="l" t="t" r="r" b="b"/>
              <a:pathLst>
                <a:path w="6769" h="1621" extrusionOk="0">
                  <a:moveTo>
                    <a:pt x="0" y="1"/>
                  </a:moveTo>
                  <a:lnTo>
                    <a:pt x="0" y="1620"/>
                  </a:lnTo>
                  <a:lnTo>
                    <a:pt x="6768" y="1620"/>
                  </a:lnTo>
                  <a:lnTo>
                    <a:pt x="676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68"/>
            <p:cNvSpPr/>
            <p:nvPr/>
          </p:nvSpPr>
          <p:spPr>
            <a:xfrm rot="5400000">
              <a:off x="5858781" y="3869159"/>
              <a:ext cx="199009" cy="51421"/>
            </a:xfrm>
            <a:custGeom>
              <a:avLst/>
              <a:gdLst/>
              <a:ahLst/>
              <a:cxnLst/>
              <a:rect l="l" t="t" r="r" b="b"/>
              <a:pathLst>
                <a:path w="6769" h="1749" extrusionOk="0">
                  <a:moveTo>
                    <a:pt x="0" y="0"/>
                  </a:moveTo>
                  <a:lnTo>
                    <a:pt x="0" y="1749"/>
                  </a:lnTo>
                  <a:lnTo>
                    <a:pt x="6768" y="1749"/>
                  </a:lnTo>
                  <a:lnTo>
                    <a:pt x="676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68"/>
            <p:cNvSpPr/>
            <p:nvPr/>
          </p:nvSpPr>
          <p:spPr>
            <a:xfrm rot="5400000">
              <a:off x="5649320" y="4063361"/>
              <a:ext cx="82879" cy="7644"/>
            </a:xfrm>
            <a:custGeom>
              <a:avLst/>
              <a:gdLst/>
              <a:ahLst/>
              <a:cxnLst/>
              <a:rect l="l" t="t" r="r" b="b"/>
              <a:pathLst>
                <a:path w="2819" h="260" extrusionOk="0">
                  <a:moveTo>
                    <a:pt x="1" y="1"/>
                  </a:moveTo>
                  <a:lnTo>
                    <a:pt x="1" y="260"/>
                  </a:lnTo>
                  <a:lnTo>
                    <a:pt x="2818" y="260"/>
                  </a:lnTo>
                  <a:lnTo>
                    <a:pt x="281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68"/>
            <p:cNvSpPr/>
            <p:nvPr/>
          </p:nvSpPr>
          <p:spPr>
            <a:xfrm rot="5400000">
              <a:off x="5716911" y="4063361"/>
              <a:ext cx="82879" cy="7644"/>
            </a:xfrm>
            <a:custGeom>
              <a:avLst/>
              <a:gdLst/>
              <a:ahLst/>
              <a:cxnLst/>
              <a:rect l="l" t="t" r="r" b="b"/>
              <a:pathLst>
                <a:path w="2819" h="260" extrusionOk="0">
                  <a:moveTo>
                    <a:pt x="1" y="0"/>
                  </a:moveTo>
                  <a:lnTo>
                    <a:pt x="1" y="259"/>
                  </a:lnTo>
                  <a:lnTo>
                    <a:pt x="2818" y="259"/>
                  </a:lnTo>
                  <a:lnTo>
                    <a:pt x="281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68"/>
            <p:cNvSpPr/>
            <p:nvPr/>
          </p:nvSpPr>
          <p:spPr>
            <a:xfrm rot="5400000">
              <a:off x="5784501" y="4063361"/>
              <a:ext cx="82879" cy="7644"/>
            </a:xfrm>
            <a:custGeom>
              <a:avLst/>
              <a:gdLst/>
              <a:ahLst/>
              <a:cxnLst/>
              <a:rect l="l" t="t" r="r" b="b"/>
              <a:pathLst>
                <a:path w="2819" h="260" extrusionOk="0">
                  <a:moveTo>
                    <a:pt x="1" y="0"/>
                  </a:moveTo>
                  <a:lnTo>
                    <a:pt x="1" y="259"/>
                  </a:lnTo>
                  <a:lnTo>
                    <a:pt x="2818" y="259"/>
                  </a:lnTo>
                  <a:lnTo>
                    <a:pt x="2818" y="0"/>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68"/>
            <p:cNvSpPr/>
            <p:nvPr/>
          </p:nvSpPr>
          <p:spPr>
            <a:xfrm rot="5400000">
              <a:off x="5851636" y="4062876"/>
              <a:ext cx="82879" cy="8614"/>
            </a:xfrm>
            <a:custGeom>
              <a:avLst/>
              <a:gdLst/>
              <a:ahLst/>
              <a:cxnLst/>
              <a:rect l="l" t="t" r="r" b="b"/>
              <a:pathLst>
                <a:path w="2819" h="293" extrusionOk="0">
                  <a:moveTo>
                    <a:pt x="1" y="1"/>
                  </a:moveTo>
                  <a:lnTo>
                    <a:pt x="1" y="292"/>
                  </a:lnTo>
                  <a:lnTo>
                    <a:pt x="2818" y="292"/>
                  </a:lnTo>
                  <a:lnTo>
                    <a:pt x="281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68"/>
            <p:cNvSpPr/>
            <p:nvPr/>
          </p:nvSpPr>
          <p:spPr>
            <a:xfrm rot="5400000">
              <a:off x="5917331" y="4060979"/>
              <a:ext cx="82879" cy="12407"/>
            </a:xfrm>
            <a:custGeom>
              <a:avLst/>
              <a:gdLst/>
              <a:ahLst/>
              <a:cxnLst/>
              <a:rect l="l" t="t" r="r" b="b"/>
              <a:pathLst>
                <a:path w="2819" h="422" extrusionOk="0">
                  <a:moveTo>
                    <a:pt x="1" y="1"/>
                  </a:moveTo>
                  <a:lnTo>
                    <a:pt x="1" y="422"/>
                  </a:lnTo>
                  <a:lnTo>
                    <a:pt x="2818" y="422"/>
                  </a:lnTo>
                  <a:lnTo>
                    <a:pt x="281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68"/>
            <p:cNvSpPr/>
            <p:nvPr/>
          </p:nvSpPr>
          <p:spPr>
            <a:xfrm rot="5400000">
              <a:off x="5984451" y="4061450"/>
              <a:ext cx="82879" cy="11466"/>
            </a:xfrm>
            <a:custGeom>
              <a:avLst/>
              <a:gdLst/>
              <a:ahLst/>
              <a:cxnLst/>
              <a:rect l="l" t="t" r="r" b="b"/>
              <a:pathLst>
                <a:path w="2819" h="390" extrusionOk="0">
                  <a:moveTo>
                    <a:pt x="1" y="1"/>
                  </a:moveTo>
                  <a:lnTo>
                    <a:pt x="1" y="390"/>
                  </a:lnTo>
                  <a:lnTo>
                    <a:pt x="2818" y="390"/>
                  </a:lnTo>
                  <a:lnTo>
                    <a:pt x="281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68"/>
            <p:cNvSpPr/>
            <p:nvPr/>
          </p:nvSpPr>
          <p:spPr>
            <a:xfrm rot="5400000">
              <a:off x="6019701" y="3807257"/>
              <a:ext cx="43806" cy="20021"/>
            </a:xfrm>
            <a:custGeom>
              <a:avLst/>
              <a:gdLst/>
              <a:ahLst/>
              <a:cxnLst/>
              <a:rect l="l" t="t" r="r" b="b"/>
              <a:pathLst>
                <a:path w="1490" h="681" extrusionOk="0">
                  <a:moveTo>
                    <a:pt x="0" y="1"/>
                  </a:moveTo>
                  <a:lnTo>
                    <a:pt x="0" y="681"/>
                  </a:lnTo>
                  <a:lnTo>
                    <a:pt x="1490"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68"/>
            <p:cNvSpPr/>
            <p:nvPr/>
          </p:nvSpPr>
          <p:spPr>
            <a:xfrm rot="5400000">
              <a:off x="5926386" y="3869144"/>
              <a:ext cx="199009" cy="51450"/>
            </a:xfrm>
            <a:custGeom>
              <a:avLst/>
              <a:gdLst/>
              <a:ahLst/>
              <a:cxnLst/>
              <a:rect l="l" t="t" r="r" b="b"/>
              <a:pathLst>
                <a:path w="6769" h="1750" extrusionOk="0">
                  <a:moveTo>
                    <a:pt x="1490" y="1"/>
                  </a:moveTo>
                  <a:lnTo>
                    <a:pt x="0" y="681"/>
                  </a:lnTo>
                  <a:lnTo>
                    <a:pt x="0" y="1750"/>
                  </a:lnTo>
                  <a:lnTo>
                    <a:pt x="6768" y="1750"/>
                  </a:lnTo>
                  <a:lnTo>
                    <a:pt x="6768" y="1"/>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68"/>
            <p:cNvSpPr/>
            <p:nvPr/>
          </p:nvSpPr>
          <p:spPr>
            <a:xfrm rot="5400000">
              <a:off x="5599355" y="3656362"/>
              <a:ext cx="313257" cy="591263"/>
            </a:xfrm>
            <a:custGeom>
              <a:avLst/>
              <a:gdLst/>
              <a:ahLst/>
              <a:cxnLst/>
              <a:rect l="l" t="t" r="r" b="b"/>
              <a:pathLst>
                <a:path w="10655" h="20111" extrusionOk="0">
                  <a:moveTo>
                    <a:pt x="7837" y="681"/>
                  </a:moveTo>
                  <a:lnTo>
                    <a:pt x="7837" y="1070"/>
                  </a:lnTo>
                  <a:lnTo>
                    <a:pt x="10654" y="1070"/>
                  </a:lnTo>
                  <a:lnTo>
                    <a:pt x="10654" y="681"/>
                  </a:lnTo>
                  <a:close/>
                  <a:moveTo>
                    <a:pt x="0" y="1"/>
                  </a:moveTo>
                  <a:lnTo>
                    <a:pt x="0" y="1750"/>
                  </a:lnTo>
                  <a:lnTo>
                    <a:pt x="6768" y="1750"/>
                  </a:lnTo>
                  <a:lnTo>
                    <a:pt x="6768" y="1"/>
                  </a:lnTo>
                  <a:close/>
                  <a:moveTo>
                    <a:pt x="7837" y="2948"/>
                  </a:moveTo>
                  <a:lnTo>
                    <a:pt x="7837" y="3369"/>
                  </a:lnTo>
                  <a:lnTo>
                    <a:pt x="10654" y="3369"/>
                  </a:lnTo>
                  <a:lnTo>
                    <a:pt x="10654" y="2948"/>
                  </a:lnTo>
                  <a:close/>
                  <a:moveTo>
                    <a:pt x="0" y="2300"/>
                  </a:moveTo>
                  <a:lnTo>
                    <a:pt x="0" y="4049"/>
                  </a:lnTo>
                  <a:lnTo>
                    <a:pt x="6768" y="4049"/>
                  </a:lnTo>
                  <a:lnTo>
                    <a:pt x="6768" y="2300"/>
                  </a:lnTo>
                  <a:close/>
                  <a:moveTo>
                    <a:pt x="7837" y="5247"/>
                  </a:moveTo>
                  <a:lnTo>
                    <a:pt x="7837" y="5538"/>
                  </a:lnTo>
                  <a:lnTo>
                    <a:pt x="10654" y="5538"/>
                  </a:lnTo>
                  <a:lnTo>
                    <a:pt x="10654" y="5247"/>
                  </a:lnTo>
                  <a:close/>
                  <a:moveTo>
                    <a:pt x="0" y="4567"/>
                  </a:moveTo>
                  <a:lnTo>
                    <a:pt x="0" y="6186"/>
                  </a:lnTo>
                  <a:lnTo>
                    <a:pt x="6768" y="6186"/>
                  </a:lnTo>
                  <a:lnTo>
                    <a:pt x="6768" y="4567"/>
                  </a:lnTo>
                  <a:close/>
                  <a:moveTo>
                    <a:pt x="7837" y="7546"/>
                  </a:moveTo>
                  <a:lnTo>
                    <a:pt x="7837" y="7805"/>
                  </a:lnTo>
                  <a:lnTo>
                    <a:pt x="10654" y="7805"/>
                  </a:lnTo>
                  <a:lnTo>
                    <a:pt x="10654" y="7546"/>
                  </a:lnTo>
                  <a:close/>
                  <a:moveTo>
                    <a:pt x="0" y="6866"/>
                  </a:moveTo>
                  <a:lnTo>
                    <a:pt x="0" y="8485"/>
                  </a:lnTo>
                  <a:lnTo>
                    <a:pt x="6768" y="8485"/>
                  </a:lnTo>
                  <a:lnTo>
                    <a:pt x="6768" y="6866"/>
                  </a:lnTo>
                  <a:close/>
                  <a:moveTo>
                    <a:pt x="7837" y="9845"/>
                  </a:moveTo>
                  <a:lnTo>
                    <a:pt x="7837" y="10104"/>
                  </a:lnTo>
                  <a:lnTo>
                    <a:pt x="10654" y="10104"/>
                  </a:lnTo>
                  <a:lnTo>
                    <a:pt x="10654" y="9845"/>
                  </a:lnTo>
                  <a:close/>
                  <a:moveTo>
                    <a:pt x="0" y="9165"/>
                  </a:moveTo>
                  <a:lnTo>
                    <a:pt x="0" y="10784"/>
                  </a:lnTo>
                  <a:lnTo>
                    <a:pt x="6768" y="10784"/>
                  </a:lnTo>
                  <a:lnTo>
                    <a:pt x="6768" y="9165"/>
                  </a:lnTo>
                  <a:close/>
                  <a:moveTo>
                    <a:pt x="7837" y="12145"/>
                  </a:moveTo>
                  <a:lnTo>
                    <a:pt x="7837" y="12404"/>
                  </a:lnTo>
                  <a:lnTo>
                    <a:pt x="10654" y="12404"/>
                  </a:lnTo>
                  <a:lnTo>
                    <a:pt x="10654" y="12145"/>
                  </a:lnTo>
                  <a:close/>
                  <a:moveTo>
                    <a:pt x="0" y="11465"/>
                  </a:moveTo>
                  <a:lnTo>
                    <a:pt x="0" y="13084"/>
                  </a:lnTo>
                  <a:lnTo>
                    <a:pt x="6768" y="13084"/>
                  </a:lnTo>
                  <a:lnTo>
                    <a:pt x="6768" y="11465"/>
                  </a:lnTo>
                  <a:close/>
                  <a:moveTo>
                    <a:pt x="7837" y="14444"/>
                  </a:moveTo>
                  <a:lnTo>
                    <a:pt x="7837" y="14703"/>
                  </a:lnTo>
                  <a:lnTo>
                    <a:pt x="10654" y="14703"/>
                  </a:lnTo>
                  <a:lnTo>
                    <a:pt x="10654" y="14444"/>
                  </a:lnTo>
                  <a:close/>
                  <a:moveTo>
                    <a:pt x="0" y="13764"/>
                  </a:moveTo>
                  <a:lnTo>
                    <a:pt x="0" y="15383"/>
                  </a:lnTo>
                  <a:lnTo>
                    <a:pt x="6768" y="15383"/>
                  </a:lnTo>
                  <a:lnTo>
                    <a:pt x="6768" y="13764"/>
                  </a:lnTo>
                  <a:close/>
                  <a:moveTo>
                    <a:pt x="7837" y="16872"/>
                  </a:moveTo>
                  <a:lnTo>
                    <a:pt x="7837" y="17132"/>
                  </a:lnTo>
                  <a:lnTo>
                    <a:pt x="10654" y="17132"/>
                  </a:lnTo>
                  <a:lnTo>
                    <a:pt x="10654" y="16872"/>
                  </a:lnTo>
                  <a:close/>
                  <a:moveTo>
                    <a:pt x="0" y="16192"/>
                  </a:moveTo>
                  <a:lnTo>
                    <a:pt x="0" y="17812"/>
                  </a:lnTo>
                  <a:lnTo>
                    <a:pt x="6768" y="17812"/>
                  </a:lnTo>
                  <a:lnTo>
                    <a:pt x="6768" y="16192"/>
                  </a:lnTo>
                  <a:close/>
                  <a:moveTo>
                    <a:pt x="7837" y="19139"/>
                  </a:moveTo>
                  <a:lnTo>
                    <a:pt x="7837" y="19431"/>
                  </a:lnTo>
                  <a:lnTo>
                    <a:pt x="10654" y="19431"/>
                  </a:lnTo>
                  <a:lnTo>
                    <a:pt x="10654" y="19139"/>
                  </a:lnTo>
                  <a:close/>
                  <a:moveTo>
                    <a:pt x="0" y="18492"/>
                  </a:moveTo>
                  <a:lnTo>
                    <a:pt x="0" y="20111"/>
                  </a:lnTo>
                  <a:lnTo>
                    <a:pt x="6768" y="20111"/>
                  </a:lnTo>
                  <a:lnTo>
                    <a:pt x="6768" y="18492"/>
                  </a:ln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9" name="Google Shape;1769;p68"/>
          <p:cNvGrpSpPr/>
          <p:nvPr/>
        </p:nvGrpSpPr>
        <p:grpSpPr>
          <a:xfrm rot="10800000">
            <a:off x="8405839" y="144"/>
            <a:ext cx="531830" cy="1973192"/>
            <a:chOff x="4128096" y="2589445"/>
            <a:chExt cx="465334" cy="1726630"/>
          </a:xfrm>
        </p:grpSpPr>
        <p:sp>
          <p:nvSpPr>
            <p:cNvPr id="1770" name="Google Shape;1770;p68"/>
            <p:cNvSpPr/>
            <p:nvPr/>
          </p:nvSpPr>
          <p:spPr>
            <a:xfrm rot="-5400000">
              <a:off x="4350516" y="3592343"/>
              <a:ext cx="447328" cy="38495"/>
            </a:xfrm>
            <a:custGeom>
              <a:avLst/>
              <a:gdLst/>
              <a:ahLst/>
              <a:cxnLst/>
              <a:rect l="l" t="t" r="r" b="b"/>
              <a:pathLst>
                <a:path w="10284" h="885" extrusionOk="0">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68"/>
            <p:cNvSpPr/>
            <p:nvPr/>
          </p:nvSpPr>
          <p:spPr>
            <a:xfrm rot="-5400000">
              <a:off x="4258650" y="2857151"/>
              <a:ext cx="602484" cy="67073"/>
            </a:xfrm>
            <a:custGeom>
              <a:avLst/>
              <a:gdLst/>
              <a:ahLst/>
              <a:cxnLst/>
              <a:rect l="l" t="t" r="r" b="b"/>
              <a:pathLst>
                <a:path w="13851" h="1542" extrusionOk="0">
                  <a:moveTo>
                    <a:pt x="13494" y="1"/>
                  </a:moveTo>
                  <a:cubicBezTo>
                    <a:pt x="13322" y="1"/>
                    <a:pt x="13137" y="58"/>
                    <a:pt x="13137" y="243"/>
                  </a:cubicBezTo>
                  <a:lnTo>
                    <a:pt x="1" y="243"/>
                  </a:lnTo>
                  <a:lnTo>
                    <a:pt x="1" y="1541"/>
                  </a:lnTo>
                  <a:lnTo>
                    <a:pt x="243" y="1541"/>
                  </a:lnTo>
                  <a:lnTo>
                    <a:pt x="243" y="472"/>
                  </a:lnTo>
                  <a:lnTo>
                    <a:pt x="13137" y="472"/>
                  </a:lnTo>
                  <a:cubicBezTo>
                    <a:pt x="13137" y="600"/>
                    <a:pt x="13322" y="714"/>
                    <a:pt x="13494" y="714"/>
                  </a:cubicBezTo>
                  <a:cubicBezTo>
                    <a:pt x="13679" y="714"/>
                    <a:pt x="13850" y="543"/>
                    <a:pt x="13850" y="357"/>
                  </a:cubicBezTo>
                  <a:cubicBezTo>
                    <a:pt x="13850" y="115"/>
                    <a:pt x="13679" y="1"/>
                    <a:pt x="1349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68"/>
            <p:cNvSpPr/>
            <p:nvPr/>
          </p:nvSpPr>
          <p:spPr>
            <a:xfrm rot="-5400000">
              <a:off x="4342753" y="2990231"/>
              <a:ext cx="395827" cy="105525"/>
            </a:xfrm>
            <a:custGeom>
              <a:avLst/>
              <a:gdLst/>
              <a:ahLst/>
              <a:cxnLst/>
              <a:rect l="l" t="t" r="r" b="b"/>
              <a:pathLst>
                <a:path w="9100" h="2426" extrusionOk="0">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68"/>
            <p:cNvSpPr/>
            <p:nvPr/>
          </p:nvSpPr>
          <p:spPr>
            <a:xfrm rot="-5400000">
              <a:off x="4236967" y="2935946"/>
              <a:ext cx="565859" cy="147065"/>
            </a:xfrm>
            <a:custGeom>
              <a:avLst/>
              <a:gdLst/>
              <a:ahLst/>
              <a:cxnLst/>
              <a:rect l="l" t="t" r="r" b="b"/>
              <a:pathLst>
                <a:path w="13009" h="3381" extrusionOk="0">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68"/>
            <p:cNvSpPr/>
            <p:nvPr/>
          </p:nvSpPr>
          <p:spPr>
            <a:xfrm rot="-5400000">
              <a:off x="4284728" y="3027769"/>
              <a:ext cx="421317" cy="196087"/>
            </a:xfrm>
            <a:custGeom>
              <a:avLst/>
              <a:gdLst/>
              <a:ahLst/>
              <a:cxnLst/>
              <a:rect l="l" t="t" r="r" b="b"/>
              <a:pathLst>
                <a:path w="9686" h="4508" extrusionOk="0">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68"/>
            <p:cNvSpPr/>
            <p:nvPr/>
          </p:nvSpPr>
          <p:spPr>
            <a:xfrm rot="-5400000">
              <a:off x="3936988" y="3222875"/>
              <a:ext cx="1067777" cy="245108"/>
            </a:xfrm>
            <a:custGeom>
              <a:avLst/>
              <a:gdLst/>
              <a:ahLst/>
              <a:cxnLst/>
              <a:rect l="l" t="t" r="r" b="b"/>
              <a:pathLst>
                <a:path w="24548" h="5635" extrusionOk="0">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68"/>
            <p:cNvSpPr/>
            <p:nvPr/>
          </p:nvSpPr>
          <p:spPr>
            <a:xfrm rot="-5400000">
              <a:off x="3583049" y="3406216"/>
              <a:ext cx="1613105" cy="206613"/>
            </a:xfrm>
            <a:custGeom>
              <a:avLst/>
              <a:gdLst/>
              <a:ahLst/>
              <a:cxnLst/>
              <a:rect l="l" t="t" r="r" b="b"/>
              <a:pathLst>
                <a:path w="37085" h="4750" extrusionOk="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68"/>
            <p:cNvSpPr/>
            <p:nvPr/>
          </p:nvSpPr>
          <p:spPr>
            <a:xfrm rot="-5400000">
              <a:off x="3683572" y="3550758"/>
              <a:ext cx="1318409" cy="212224"/>
            </a:xfrm>
            <a:custGeom>
              <a:avLst/>
              <a:gdLst/>
              <a:ahLst/>
              <a:cxnLst/>
              <a:rect l="l" t="t" r="r" b="b"/>
              <a:pathLst>
                <a:path w="30310" h="4879" extrusionOk="0">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68"/>
            <p:cNvSpPr/>
            <p:nvPr/>
          </p:nvSpPr>
          <p:spPr>
            <a:xfrm rot="-5400000">
              <a:off x="3890469" y="3910287"/>
              <a:ext cx="679996" cy="131580"/>
            </a:xfrm>
            <a:custGeom>
              <a:avLst/>
              <a:gdLst/>
              <a:ahLst/>
              <a:cxnLst/>
              <a:rect l="l" t="t" r="r" b="b"/>
              <a:pathLst>
                <a:path w="15633" h="3025" extrusionOk="0">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68"/>
            <p:cNvSpPr/>
            <p:nvPr/>
          </p:nvSpPr>
          <p:spPr>
            <a:xfrm rot="-5400000">
              <a:off x="3593294" y="3509501"/>
              <a:ext cx="1400924" cy="212224"/>
            </a:xfrm>
            <a:custGeom>
              <a:avLst/>
              <a:gdLst/>
              <a:ahLst/>
              <a:cxnLst/>
              <a:rect l="l" t="t" r="r" b="b"/>
              <a:pathLst>
                <a:path w="32207" h="4879" extrusionOk="0">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68"/>
            <p:cNvSpPr/>
            <p:nvPr/>
          </p:nvSpPr>
          <p:spPr>
            <a:xfrm rot="-5400000">
              <a:off x="3468913" y="3442188"/>
              <a:ext cx="1533069" cy="214704"/>
            </a:xfrm>
            <a:custGeom>
              <a:avLst/>
              <a:gdLst/>
              <a:ahLst/>
              <a:cxnLst/>
              <a:rect l="l" t="t" r="r" b="b"/>
              <a:pathLst>
                <a:path w="35245" h="4936" extrusionOk="0">
                  <a:moveTo>
                    <a:pt x="34831" y="0"/>
                  </a:moveTo>
                  <a:cubicBezTo>
                    <a:pt x="34702" y="0"/>
                    <a:pt x="34531" y="71"/>
                    <a:pt x="34474" y="243"/>
                  </a:cubicBezTo>
                  <a:lnTo>
                    <a:pt x="16403" y="243"/>
                  </a:lnTo>
                  <a:lnTo>
                    <a:pt x="16403" y="4707"/>
                  </a:lnTo>
                  <a:lnTo>
                    <a:pt x="1" y="4707"/>
                  </a:lnTo>
                  <a:lnTo>
                    <a:pt x="1" y="4935"/>
                  </a:lnTo>
                  <a:lnTo>
                    <a:pt x="16645" y="4935"/>
                  </a:lnTo>
                  <a:lnTo>
                    <a:pt x="16645" y="485"/>
                  </a:lnTo>
                  <a:lnTo>
                    <a:pt x="34474" y="485"/>
                  </a:lnTo>
                  <a:cubicBezTo>
                    <a:pt x="34531" y="599"/>
                    <a:pt x="34702" y="713"/>
                    <a:pt x="34831" y="713"/>
                  </a:cubicBezTo>
                  <a:cubicBezTo>
                    <a:pt x="35059" y="713"/>
                    <a:pt x="35244" y="542"/>
                    <a:pt x="35244" y="357"/>
                  </a:cubicBezTo>
                  <a:cubicBezTo>
                    <a:pt x="35244" y="129"/>
                    <a:pt x="35059" y="0"/>
                    <a:pt x="3483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A841A25C-54DE-1790-5585-D1749FF4C2B8}"/>
              </a:ext>
            </a:extLst>
          </p:cNvPr>
          <p:cNvPicPr>
            <a:picLocks noChangeAspect="1"/>
          </p:cNvPicPr>
          <p:nvPr/>
        </p:nvPicPr>
        <p:blipFill>
          <a:blip r:embed="rId3"/>
          <a:srcRect/>
          <a:stretch/>
        </p:blipFill>
        <p:spPr>
          <a:xfrm>
            <a:off x="745955" y="1312279"/>
            <a:ext cx="6120761" cy="1425063"/>
          </a:xfrm>
          <a:prstGeom prst="rect">
            <a:avLst/>
          </a:prstGeom>
        </p:spPr>
      </p:pic>
      <p:sp>
        <p:nvSpPr>
          <p:cNvPr id="6" name="TextBox 5">
            <a:extLst>
              <a:ext uri="{FF2B5EF4-FFF2-40B4-BE49-F238E27FC236}">
                <a16:creationId xmlns:a16="http://schemas.microsoft.com/office/drawing/2014/main" id="{A6FABEF1-9B1D-0175-E291-28CCB0D05FC4}"/>
              </a:ext>
            </a:extLst>
          </p:cNvPr>
          <p:cNvSpPr txBox="1"/>
          <p:nvPr/>
        </p:nvSpPr>
        <p:spPr>
          <a:xfrm>
            <a:off x="719110" y="2887025"/>
            <a:ext cx="3740496" cy="1169551"/>
          </a:xfrm>
          <a:prstGeom prst="rect">
            <a:avLst/>
          </a:prstGeom>
          <a:noFill/>
        </p:spPr>
        <p:txBody>
          <a:bodyPr wrap="square" rtlCol="0">
            <a:spAutoFit/>
          </a:bodyPr>
          <a:lstStyle/>
          <a:p>
            <a:r>
              <a:rPr lang="en-US" dirty="0">
                <a:solidFill>
                  <a:schemeClr val="tx1"/>
                </a:solidFill>
                <a:latin typeface="Catamaran" pitchFamily="2" charset="0"/>
                <a:cs typeface="Catamaran" pitchFamily="2" charset="0"/>
              </a:rPr>
              <a:t>As the above example, We’ve allowed student to select maximum upto two courses but it’s not essential. Due to this particular reason, we’ve created “NullCourse” object for the students who wish to pursue only a single course.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46;p53">
            <a:extLst>
              <a:ext uri="{FF2B5EF4-FFF2-40B4-BE49-F238E27FC236}">
                <a16:creationId xmlns:a16="http://schemas.microsoft.com/office/drawing/2014/main" id="{2F59ACD0-D1AF-2EBB-06AD-CCFF990D1B2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latin typeface="Comic Sans MS" panose="030F0702030302020204" pitchFamily="66" charset="0"/>
              </a:rPr>
              <a:t>Display Functions</a:t>
            </a:r>
            <a:endParaRPr sz="3600" dirty="0">
              <a:latin typeface="Comic Sans MS" panose="030F0702030302020204" pitchFamily="66" charset="0"/>
            </a:endParaRPr>
          </a:p>
        </p:txBody>
      </p:sp>
      <p:pic>
        <p:nvPicPr>
          <p:cNvPr id="7" name="Picture 6">
            <a:extLst>
              <a:ext uri="{FF2B5EF4-FFF2-40B4-BE49-F238E27FC236}">
                <a16:creationId xmlns:a16="http://schemas.microsoft.com/office/drawing/2014/main" id="{757A3F6E-CA3F-2488-E66E-A4C36DCD35C3}"/>
              </a:ext>
            </a:extLst>
          </p:cNvPr>
          <p:cNvPicPr>
            <a:picLocks noChangeAspect="1"/>
          </p:cNvPicPr>
          <p:nvPr/>
        </p:nvPicPr>
        <p:blipFill>
          <a:blip r:embed="rId2"/>
          <a:stretch>
            <a:fillRect/>
          </a:stretch>
        </p:blipFill>
        <p:spPr>
          <a:xfrm>
            <a:off x="610586" y="1392901"/>
            <a:ext cx="5547938" cy="1627916"/>
          </a:xfrm>
          <a:prstGeom prst="rect">
            <a:avLst/>
          </a:prstGeom>
        </p:spPr>
      </p:pic>
      <p:sp>
        <p:nvSpPr>
          <p:cNvPr id="8" name="TextBox 7">
            <a:extLst>
              <a:ext uri="{FF2B5EF4-FFF2-40B4-BE49-F238E27FC236}">
                <a16:creationId xmlns:a16="http://schemas.microsoft.com/office/drawing/2014/main" id="{8DDB544D-0DD9-3DCD-9646-DDC3CD7B72DB}"/>
              </a:ext>
            </a:extLst>
          </p:cNvPr>
          <p:cNvSpPr txBox="1"/>
          <p:nvPr/>
        </p:nvSpPr>
        <p:spPr>
          <a:xfrm>
            <a:off x="4032738" y="3395993"/>
            <a:ext cx="3344985" cy="1169551"/>
          </a:xfrm>
          <a:prstGeom prst="rect">
            <a:avLst/>
          </a:prstGeom>
          <a:noFill/>
        </p:spPr>
        <p:txBody>
          <a:bodyPr wrap="square" rtlCol="0">
            <a:spAutoFit/>
          </a:bodyPr>
          <a:lstStyle/>
          <a:p>
            <a:pPr algn="r"/>
            <a:r>
              <a:rPr lang="en-US" dirty="0">
                <a:solidFill>
                  <a:schemeClr val="tx1"/>
                </a:solidFill>
                <a:latin typeface="Catamaran" pitchFamily="2" charset="0"/>
                <a:cs typeface="Catamaran" pitchFamily="2" charset="0"/>
              </a:rPr>
              <a:t>Each &amp; every function has display method. It can output every details that are related to its object. Some functions are designed to access public variables, some of them are to access private data.</a:t>
            </a:r>
          </a:p>
        </p:txBody>
      </p:sp>
    </p:spTree>
    <p:extLst>
      <p:ext uri="{BB962C8B-B14F-4D97-AF65-F5344CB8AC3E}">
        <p14:creationId xmlns:p14="http://schemas.microsoft.com/office/powerpoint/2010/main" val="1871421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46;p53">
            <a:extLst>
              <a:ext uri="{FF2B5EF4-FFF2-40B4-BE49-F238E27FC236}">
                <a16:creationId xmlns:a16="http://schemas.microsoft.com/office/drawing/2014/main" id="{2F59ACD0-D1AF-2EBB-06AD-CCFF990D1B2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latin typeface="Comic Sans MS" panose="030F0702030302020204" pitchFamily="66" charset="0"/>
              </a:rPr>
              <a:t>Update Functions</a:t>
            </a:r>
            <a:endParaRPr sz="3600" dirty="0">
              <a:latin typeface="Comic Sans MS" panose="030F0702030302020204" pitchFamily="66" charset="0"/>
            </a:endParaRPr>
          </a:p>
        </p:txBody>
      </p:sp>
      <p:sp>
        <p:nvSpPr>
          <p:cNvPr id="8" name="TextBox 7">
            <a:extLst>
              <a:ext uri="{FF2B5EF4-FFF2-40B4-BE49-F238E27FC236}">
                <a16:creationId xmlns:a16="http://schemas.microsoft.com/office/drawing/2014/main" id="{8DDB544D-0DD9-3DCD-9646-DDC3CD7B72DB}"/>
              </a:ext>
            </a:extLst>
          </p:cNvPr>
          <p:cNvSpPr txBox="1"/>
          <p:nvPr/>
        </p:nvSpPr>
        <p:spPr>
          <a:xfrm>
            <a:off x="3695462" y="1596205"/>
            <a:ext cx="3344985" cy="1600438"/>
          </a:xfrm>
          <a:prstGeom prst="rect">
            <a:avLst/>
          </a:prstGeom>
          <a:noFill/>
        </p:spPr>
        <p:txBody>
          <a:bodyPr wrap="square" rtlCol="0">
            <a:spAutoFit/>
          </a:bodyPr>
          <a:lstStyle/>
          <a:p>
            <a:pPr algn="r"/>
            <a:r>
              <a:rPr lang="en-US" dirty="0">
                <a:solidFill>
                  <a:schemeClr val="tx1"/>
                </a:solidFill>
                <a:latin typeface="Catamaran" pitchFamily="2" charset="0"/>
                <a:cs typeface="Catamaran" pitchFamily="2" charset="0"/>
              </a:rPr>
              <a:t>There are update functions on some classes for special purpose. If some data needs to change later, User can call these methods by its object.</a:t>
            </a:r>
          </a:p>
          <a:p>
            <a:pPr algn="r"/>
            <a:endParaRPr lang="en-US" dirty="0">
              <a:solidFill>
                <a:schemeClr val="tx1"/>
              </a:solidFill>
              <a:latin typeface="Catamaran" pitchFamily="2" charset="0"/>
              <a:cs typeface="Catamaran" pitchFamily="2" charset="0"/>
            </a:endParaRPr>
          </a:p>
          <a:p>
            <a:pPr algn="r"/>
            <a:r>
              <a:rPr lang="en-US" dirty="0">
                <a:solidFill>
                  <a:schemeClr val="tx1"/>
                </a:solidFill>
                <a:latin typeface="Catamaran" pitchFamily="2" charset="0"/>
                <a:cs typeface="Catamaran" pitchFamily="2" charset="0"/>
              </a:rPr>
              <a:t>One class may have different update methods based on its requirement.</a:t>
            </a:r>
          </a:p>
        </p:txBody>
      </p:sp>
      <p:pic>
        <p:nvPicPr>
          <p:cNvPr id="3" name="Picture 2">
            <a:extLst>
              <a:ext uri="{FF2B5EF4-FFF2-40B4-BE49-F238E27FC236}">
                <a16:creationId xmlns:a16="http://schemas.microsoft.com/office/drawing/2014/main" id="{EC704949-3AE6-39E6-B273-4A898D4CA679}"/>
              </a:ext>
            </a:extLst>
          </p:cNvPr>
          <p:cNvPicPr>
            <a:picLocks noChangeAspect="1"/>
          </p:cNvPicPr>
          <p:nvPr/>
        </p:nvPicPr>
        <p:blipFill>
          <a:blip r:embed="rId2"/>
          <a:stretch>
            <a:fillRect/>
          </a:stretch>
        </p:blipFill>
        <p:spPr>
          <a:xfrm>
            <a:off x="3888761" y="3477097"/>
            <a:ext cx="3676532" cy="1329957"/>
          </a:xfrm>
          <a:prstGeom prst="rect">
            <a:avLst/>
          </a:prstGeom>
        </p:spPr>
      </p:pic>
      <p:pic>
        <p:nvPicPr>
          <p:cNvPr id="6" name="Picture 5">
            <a:extLst>
              <a:ext uri="{FF2B5EF4-FFF2-40B4-BE49-F238E27FC236}">
                <a16:creationId xmlns:a16="http://schemas.microsoft.com/office/drawing/2014/main" id="{98DF5ACE-0F30-C25F-FB14-90721CB3D3AA}"/>
              </a:ext>
            </a:extLst>
          </p:cNvPr>
          <p:cNvPicPr>
            <a:picLocks noChangeAspect="1"/>
          </p:cNvPicPr>
          <p:nvPr/>
        </p:nvPicPr>
        <p:blipFill>
          <a:blip r:embed="rId3"/>
          <a:stretch>
            <a:fillRect/>
          </a:stretch>
        </p:blipFill>
        <p:spPr>
          <a:xfrm>
            <a:off x="731378" y="1352247"/>
            <a:ext cx="2744350" cy="2088354"/>
          </a:xfrm>
          <a:prstGeom prst="rect">
            <a:avLst/>
          </a:prstGeom>
        </p:spPr>
      </p:pic>
    </p:spTree>
    <p:extLst>
      <p:ext uri="{BB962C8B-B14F-4D97-AF65-F5344CB8AC3E}">
        <p14:creationId xmlns:p14="http://schemas.microsoft.com/office/powerpoint/2010/main" val="2314682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46;p53">
            <a:extLst>
              <a:ext uri="{FF2B5EF4-FFF2-40B4-BE49-F238E27FC236}">
                <a16:creationId xmlns:a16="http://schemas.microsoft.com/office/drawing/2014/main" id="{2F59ACD0-D1AF-2EBB-06AD-CCFF990D1B2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latin typeface="Comic Sans MS" panose="030F0702030302020204" pitchFamily="66" charset="0"/>
              </a:rPr>
              <a:t>Overriding Functions</a:t>
            </a:r>
            <a:endParaRPr sz="3600" dirty="0">
              <a:latin typeface="Comic Sans MS" panose="030F0702030302020204" pitchFamily="66" charset="0"/>
            </a:endParaRPr>
          </a:p>
        </p:txBody>
      </p:sp>
      <p:sp>
        <p:nvSpPr>
          <p:cNvPr id="8" name="TextBox 7">
            <a:extLst>
              <a:ext uri="{FF2B5EF4-FFF2-40B4-BE49-F238E27FC236}">
                <a16:creationId xmlns:a16="http://schemas.microsoft.com/office/drawing/2014/main" id="{8DDB544D-0DD9-3DCD-9646-DDC3CD7B72DB}"/>
              </a:ext>
            </a:extLst>
          </p:cNvPr>
          <p:cNvSpPr txBox="1"/>
          <p:nvPr/>
        </p:nvSpPr>
        <p:spPr>
          <a:xfrm>
            <a:off x="4040553" y="3528924"/>
            <a:ext cx="3344985" cy="1246495"/>
          </a:xfrm>
          <a:prstGeom prst="rect">
            <a:avLst/>
          </a:prstGeom>
          <a:noFill/>
        </p:spPr>
        <p:txBody>
          <a:bodyPr wrap="square" rtlCol="0">
            <a:spAutoFit/>
          </a:bodyPr>
          <a:lstStyle/>
          <a:p>
            <a:pPr algn="r"/>
            <a:r>
              <a:rPr lang="en-US" dirty="0">
                <a:solidFill>
                  <a:schemeClr val="tx1"/>
                </a:solidFill>
                <a:latin typeface="Catamaran" pitchFamily="2" charset="0"/>
                <a:cs typeface="Catamaran" pitchFamily="2" charset="0"/>
              </a:rPr>
              <a:t>These two functions are placed on two  inherited classes.</a:t>
            </a:r>
          </a:p>
          <a:p>
            <a:pPr algn="r"/>
            <a:endParaRPr lang="en-US" sz="500" dirty="0">
              <a:solidFill>
                <a:schemeClr val="tx1"/>
              </a:solidFill>
              <a:latin typeface="Catamaran" pitchFamily="2" charset="0"/>
              <a:cs typeface="Catamaran" pitchFamily="2" charset="0"/>
            </a:endParaRPr>
          </a:p>
          <a:p>
            <a:pPr algn="r"/>
            <a:r>
              <a:rPr lang="en-US" dirty="0">
                <a:solidFill>
                  <a:schemeClr val="tx1"/>
                </a:solidFill>
                <a:latin typeface="Catamaran" pitchFamily="2" charset="0"/>
                <a:cs typeface="Catamaran" pitchFamily="2" charset="0"/>
              </a:rPr>
              <a:t>If superclass object calls the function, compiler will execute the first one.</a:t>
            </a:r>
          </a:p>
          <a:p>
            <a:pPr algn="r"/>
            <a:r>
              <a:rPr lang="en-US" dirty="0">
                <a:solidFill>
                  <a:schemeClr val="tx1"/>
                </a:solidFill>
                <a:latin typeface="Catamaran" pitchFamily="2" charset="0"/>
                <a:cs typeface="Catamaran" pitchFamily="2" charset="0"/>
              </a:rPr>
              <a:t>Subclass object owns the second method.</a:t>
            </a:r>
          </a:p>
        </p:txBody>
      </p:sp>
      <p:pic>
        <p:nvPicPr>
          <p:cNvPr id="3" name="Picture 2">
            <a:extLst>
              <a:ext uri="{FF2B5EF4-FFF2-40B4-BE49-F238E27FC236}">
                <a16:creationId xmlns:a16="http://schemas.microsoft.com/office/drawing/2014/main" id="{2C1A2661-ABAB-1E8D-1BE0-C7B5B4B53DA2}"/>
              </a:ext>
            </a:extLst>
          </p:cNvPr>
          <p:cNvPicPr>
            <a:picLocks noChangeAspect="1"/>
          </p:cNvPicPr>
          <p:nvPr/>
        </p:nvPicPr>
        <p:blipFill>
          <a:blip r:embed="rId2"/>
          <a:stretch>
            <a:fillRect/>
          </a:stretch>
        </p:blipFill>
        <p:spPr>
          <a:xfrm>
            <a:off x="406383" y="1325239"/>
            <a:ext cx="4892464" cy="975445"/>
          </a:xfrm>
          <a:prstGeom prst="rect">
            <a:avLst/>
          </a:prstGeom>
        </p:spPr>
      </p:pic>
      <p:pic>
        <p:nvPicPr>
          <p:cNvPr id="6" name="Picture 5">
            <a:extLst>
              <a:ext uri="{FF2B5EF4-FFF2-40B4-BE49-F238E27FC236}">
                <a16:creationId xmlns:a16="http://schemas.microsoft.com/office/drawing/2014/main" id="{7505732F-E7F7-ECDC-B9EB-DEFC324760DE}"/>
              </a:ext>
            </a:extLst>
          </p:cNvPr>
          <p:cNvPicPr>
            <a:picLocks noChangeAspect="1"/>
          </p:cNvPicPr>
          <p:nvPr/>
        </p:nvPicPr>
        <p:blipFill>
          <a:blip r:embed="rId3"/>
          <a:stretch>
            <a:fillRect/>
          </a:stretch>
        </p:blipFill>
        <p:spPr>
          <a:xfrm>
            <a:off x="2617721" y="2374146"/>
            <a:ext cx="5182049" cy="937341"/>
          </a:xfrm>
          <a:prstGeom prst="rect">
            <a:avLst/>
          </a:prstGeom>
        </p:spPr>
      </p:pic>
    </p:spTree>
    <p:extLst>
      <p:ext uri="{BB962C8B-B14F-4D97-AF65-F5344CB8AC3E}">
        <p14:creationId xmlns:p14="http://schemas.microsoft.com/office/powerpoint/2010/main" val="2660769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46;p53">
            <a:extLst>
              <a:ext uri="{FF2B5EF4-FFF2-40B4-BE49-F238E27FC236}">
                <a16:creationId xmlns:a16="http://schemas.microsoft.com/office/drawing/2014/main" id="{2F59ACD0-D1AF-2EBB-06AD-CCFF990D1B2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latin typeface="Comic Sans MS" panose="030F0702030302020204" pitchFamily="66" charset="0"/>
              </a:rPr>
              <a:t>Overloading Functions</a:t>
            </a:r>
            <a:endParaRPr sz="3600" dirty="0">
              <a:latin typeface="Comic Sans MS" panose="030F0702030302020204" pitchFamily="66" charset="0"/>
            </a:endParaRPr>
          </a:p>
        </p:txBody>
      </p:sp>
      <p:sp>
        <p:nvSpPr>
          <p:cNvPr id="8" name="TextBox 7">
            <a:extLst>
              <a:ext uri="{FF2B5EF4-FFF2-40B4-BE49-F238E27FC236}">
                <a16:creationId xmlns:a16="http://schemas.microsoft.com/office/drawing/2014/main" id="{8DDB544D-0DD9-3DCD-9646-DDC3CD7B72DB}"/>
              </a:ext>
            </a:extLst>
          </p:cNvPr>
          <p:cNvSpPr txBox="1"/>
          <p:nvPr/>
        </p:nvSpPr>
        <p:spPr>
          <a:xfrm>
            <a:off x="4040553" y="3528924"/>
            <a:ext cx="3344985" cy="1384995"/>
          </a:xfrm>
          <a:prstGeom prst="rect">
            <a:avLst/>
          </a:prstGeom>
          <a:noFill/>
        </p:spPr>
        <p:txBody>
          <a:bodyPr wrap="square" rtlCol="0">
            <a:spAutoFit/>
          </a:bodyPr>
          <a:lstStyle/>
          <a:p>
            <a:pPr algn="r"/>
            <a:r>
              <a:rPr lang="en-US" dirty="0">
                <a:solidFill>
                  <a:schemeClr val="tx1"/>
                </a:solidFill>
                <a:latin typeface="Catamaran" pitchFamily="2" charset="0"/>
                <a:cs typeface="Catamaran" pitchFamily="2" charset="0"/>
              </a:rPr>
              <a:t>More likely the previous one but function execution is not based on the object, compiler will execute the right method by its passing arguments.</a:t>
            </a:r>
          </a:p>
          <a:p>
            <a:pPr algn="r"/>
            <a:r>
              <a:rPr lang="en-US" dirty="0">
                <a:solidFill>
                  <a:schemeClr val="tx1"/>
                </a:solidFill>
                <a:latin typeface="Catamaran" pitchFamily="2" charset="0"/>
                <a:cs typeface="Catamaran" pitchFamily="2" charset="0"/>
              </a:rPr>
              <a:t>Can work within a same class. Inheritance isn’t must. </a:t>
            </a:r>
          </a:p>
        </p:txBody>
      </p:sp>
      <p:pic>
        <p:nvPicPr>
          <p:cNvPr id="4" name="Picture 3">
            <a:extLst>
              <a:ext uri="{FF2B5EF4-FFF2-40B4-BE49-F238E27FC236}">
                <a16:creationId xmlns:a16="http://schemas.microsoft.com/office/drawing/2014/main" id="{7F31F40D-9320-E535-F003-1BBA1F91C1C3}"/>
              </a:ext>
            </a:extLst>
          </p:cNvPr>
          <p:cNvPicPr>
            <a:picLocks noChangeAspect="1"/>
          </p:cNvPicPr>
          <p:nvPr/>
        </p:nvPicPr>
        <p:blipFill>
          <a:blip r:embed="rId2"/>
          <a:stretch>
            <a:fillRect/>
          </a:stretch>
        </p:blipFill>
        <p:spPr>
          <a:xfrm>
            <a:off x="349839" y="1325255"/>
            <a:ext cx="4167453" cy="872092"/>
          </a:xfrm>
          <a:prstGeom prst="rect">
            <a:avLst/>
          </a:prstGeom>
        </p:spPr>
      </p:pic>
      <p:pic>
        <p:nvPicPr>
          <p:cNvPr id="9" name="Picture 8">
            <a:extLst>
              <a:ext uri="{FF2B5EF4-FFF2-40B4-BE49-F238E27FC236}">
                <a16:creationId xmlns:a16="http://schemas.microsoft.com/office/drawing/2014/main" id="{13F9A77F-9733-AA12-8B26-2771D134268C}"/>
              </a:ext>
            </a:extLst>
          </p:cNvPr>
          <p:cNvPicPr>
            <a:picLocks noChangeAspect="1"/>
          </p:cNvPicPr>
          <p:nvPr/>
        </p:nvPicPr>
        <p:blipFill>
          <a:blip r:embed="rId3"/>
          <a:stretch>
            <a:fillRect/>
          </a:stretch>
        </p:blipFill>
        <p:spPr>
          <a:xfrm>
            <a:off x="2428653" y="2317266"/>
            <a:ext cx="4733220" cy="1091739"/>
          </a:xfrm>
          <a:prstGeom prst="rect">
            <a:avLst/>
          </a:prstGeom>
        </p:spPr>
      </p:pic>
    </p:spTree>
    <p:extLst>
      <p:ext uri="{BB962C8B-B14F-4D97-AF65-F5344CB8AC3E}">
        <p14:creationId xmlns:p14="http://schemas.microsoft.com/office/powerpoint/2010/main" val="1348243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46;p53">
            <a:extLst>
              <a:ext uri="{FF2B5EF4-FFF2-40B4-BE49-F238E27FC236}">
                <a16:creationId xmlns:a16="http://schemas.microsoft.com/office/drawing/2014/main" id="{2F59ACD0-D1AF-2EBB-06AD-CCFF990D1B2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latin typeface="Comic Sans MS" panose="030F0702030302020204" pitchFamily="66" charset="0"/>
              </a:rPr>
              <a:t>Getters &amp; Setters</a:t>
            </a:r>
            <a:endParaRPr sz="3600" dirty="0">
              <a:latin typeface="Comic Sans MS" panose="030F0702030302020204" pitchFamily="66" charset="0"/>
            </a:endParaRPr>
          </a:p>
        </p:txBody>
      </p:sp>
      <p:sp>
        <p:nvSpPr>
          <p:cNvPr id="8" name="TextBox 7">
            <a:extLst>
              <a:ext uri="{FF2B5EF4-FFF2-40B4-BE49-F238E27FC236}">
                <a16:creationId xmlns:a16="http://schemas.microsoft.com/office/drawing/2014/main" id="{8DDB544D-0DD9-3DCD-9646-DDC3CD7B72DB}"/>
              </a:ext>
            </a:extLst>
          </p:cNvPr>
          <p:cNvSpPr txBox="1"/>
          <p:nvPr/>
        </p:nvSpPr>
        <p:spPr>
          <a:xfrm>
            <a:off x="3695462" y="1596205"/>
            <a:ext cx="3344985" cy="2031325"/>
          </a:xfrm>
          <a:prstGeom prst="rect">
            <a:avLst/>
          </a:prstGeom>
          <a:noFill/>
        </p:spPr>
        <p:txBody>
          <a:bodyPr wrap="square" rtlCol="0">
            <a:spAutoFit/>
          </a:bodyPr>
          <a:lstStyle/>
          <a:p>
            <a:pPr algn="r"/>
            <a:r>
              <a:rPr lang="en-US" dirty="0">
                <a:solidFill>
                  <a:schemeClr val="tx1"/>
                </a:solidFill>
                <a:latin typeface="Catamaran" pitchFamily="2" charset="0"/>
                <a:cs typeface="Catamaran" pitchFamily="2" charset="0"/>
              </a:rPr>
              <a:t>Getter &amp; Setter methods are implemented because of restricted data access.</a:t>
            </a:r>
          </a:p>
          <a:p>
            <a:pPr algn="r"/>
            <a:endParaRPr lang="en-US" dirty="0">
              <a:solidFill>
                <a:schemeClr val="tx1"/>
              </a:solidFill>
              <a:latin typeface="Catamaran" pitchFamily="2" charset="0"/>
              <a:cs typeface="Catamaran" pitchFamily="2" charset="0"/>
            </a:endParaRPr>
          </a:p>
          <a:p>
            <a:pPr algn="r"/>
            <a:r>
              <a:rPr lang="en-US" dirty="0">
                <a:solidFill>
                  <a:schemeClr val="tx1"/>
                </a:solidFill>
                <a:latin typeface="Catamaran" pitchFamily="2" charset="0"/>
                <a:cs typeface="Catamaran" pitchFamily="2" charset="0"/>
              </a:rPr>
              <a:t>Get functions are used to return a value of a variable but it can be used to get an object as well.</a:t>
            </a:r>
          </a:p>
          <a:p>
            <a:pPr algn="r"/>
            <a:endParaRPr lang="en-US" dirty="0">
              <a:solidFill>
                <a:schemeClr val="tx1"/>
              </a:solidFill>
              <a:latin typeface="Catamaran" pitchFamily="2" charset="0"/>
              <a:cs typeface="Catamaran" pitchFamily="2" charset="0"/>
            </a:endParaRPr>
          </a:p>
          <a:p>
            <a:pPr algn="r"/>
            <a:r>
              <a:rPr lang="en-US" dirty="0">
                <a:solidFill>
                  <a:schemeClr val="tx1"/>
                </a:solidFill>
                <a:latin typeface="Catamaran" pitchFamily="2" charset="0"/>
                <a:cs typeface="Catamaran" pitchFamily="2" charset="0"/>
              </a:rPr>
              <a:t>Setters are used to set a value into a variable that can’t be access from outside.</a:t>
            </a:r>
          </a:p>
        </p:txBody>
      </p:sp>
      <p:pic>
        <p:nvPicPr>
          <p:cNvPr id="4" name="Picture 3">
            <a:extLst>
              <a:ext uri="{FF2B5EF4-FFF2-40B4-BE49-F238E27FC236}">
                <a16:creationId xmlns:a16="http://schemas.microsoft.com/office/drawing/2014/main" id="{6300BA95-376A-8F5C-55EB-B79BC7778F25}"/>
              </a:ext>
            </a:extLst>
          </p:cNvPr>
          <p:cNvPicPr>
            <a:picLocks noChangeAspect="1"/>
          </p:cNvPicPr>
          <p:nvPr/>
        </p:nvPicPr>
        <p:blipFill>
          <a:blip r:embed="rId2"/>
          <a:stretch>
            <a:fillRect/>
          </a:stretch>
        </p:blipFill>
        <p:spPr>
          <a:xfrm>
            <a:off x="720000" y="1345081"/>
            <a:ext cx="2627530" cy="2132016"/>
          </a:xfrm>
          <a:prstGeom prst="rect">
            <a:avLst/>
          </a:prstGeom>
        </p:spPr>
      </p:pic>
      <p:pic>
        <p:nvPicPr>
          <p:cNvPr id="9" name="Picture 8">
            <a:extLst>
              <a:ext uri="{FF2B5EF4-FFF2-40B4-BE49-F238E27FC236}">
                <a16:creationId xmlns:a16="http://schemas.microsoft.com/office/drawing/2014/main" id="{E928E221-3127-BF31-9087-23148FF8DF80}"/>
              </a:ext>
            </a:extLst>
          </p:cNvPr>
          <p:cNvPicPr>
            <a:picLocks noChangeAspect="1"/>
          </p:cNvPicPr>
          <p:nvPr/>
        </p:nvPicPr>
        <p:blipFill>
          <a:blip r:embed="rId3"/>
          <a:stretch>
            <a:fillRect/>
          </a:stretch>
        </p:blipFill>
        <p:spPr>
          <a:xfrm>
            <a:off x="3427103" y="3749083"/>
            <a:ext cx="3881701" cy="745924"/>
          </a:xfrm>
          <a:prstGeom prst="rect">
            <a:avLst/>
          </a:prstGeom>
        </p:spPr>
      </p:pic>
    </p:spTree>
    <p:extLst>
      <p:ext uri="{BB962C8B-B14F-4D97-AF65-F5344CB8AC3E}">
        <p14:creationId xmlns:p14="http://schemas.microsoft.com/office/powerpoint/2010/main" val="1189765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latin typeface="Bebas Neue" panose="020B0606020202050201" pitchFamily="34" charset="0"/>
              </a:rPr>
              <a:t>Simple data types</a:t>
            </a:r>
            <a:endParaRPr sz="3200" dirty="0">
              <a:latin typeface="Bebas Neue" panose="020B0606020202050201" pitchFamily="34" charset="0"/>
            </a:endParaRPr>
          </a:p>
        </p:txBody>
      </p:sp>
      <p:graphicFrame>
        <p:nvGraphicFramePr>
          <p:cNvPr id="1227" name="Google Shape;1227;p56"/>
          <p:cNvGraphicFramePr/>
          <p:nvPr>
            <p:extLst>
              <p:ext uri="{D42A27DB-BD31-4B8C-83A1-F6EECF244321}">
                <p14:modId xmlns:p14="http://schemas.microsoft.com/office/powerpoint/2010/main" val="3761057662"/>
              </p:ext>
            </p:extLst>
          </p:nvPr>
        </p:nvGraphicFramePr>
        <p:xfrm>
          <a:off x="1444238" y="1356995"/>
          <a:ext cx="6255525" cy="3169680"/>
        </p:xfrm>
        <a:graphic>
          <a:graphicData uri="http://schemas.openxmlformats.org/drawingml/2006/table">
            <a:tbl>
              <a:tblPr>
                <a:noFill/>
                <a:tableStyleId>{CAFD274C-04CB-417D-834A-2586BFB712F2}</a:tableStyleId>
              </a:tblPr>
              <a:tblGrid>
                <a:gridCol w="1301825">
                  <a:extLst>
                    <a:ext uri="{9D8B030D-6E8A-4147-A177-3AD203B41FA5}">
                      <a16:colId xmlns:a16="http://schemas.microsoft.com/office/drawing/2014/main" val="20000"/>
                    </a:ext>
                  </a:extLst>
                </a:gridCol>
                <a:gridCol w="2654375">
                  <a:extLst>
                    <a:ext uri="{9D8B030D-6E8A-4147-A177-3AD203B41FA5}">
                      <a16:colId xmlns:a16="http://schemas.microsoft.com/office/drawing/2014/main" val="20001"/>
                    </a:ext>
                  </a:extLst>
                </a:gridCol>
                <a:gridCol w="2299325">
                  <a:extLst>
                    <a:ext uri="{9D8B030D-6E8A-4147-A177-3AD203B41FA5}">
                      <a16:colId xmlns:a16="http://schemas.microsoft.com/office/drawing/2014/main" val="20002"/>
                    </a:ext>
                  </a:extLst>
                </a:gridCol>
              </a:tblGrid>
              <a:tr h="253300">
                <a:tc>
                  <a:txBody>
                    <a:bodyPr/>
                    <a:lstStyle/>
                    <a:p>
                      <a:pPr marL="0" lvl="0" indent="0" algn="l" rtl="0">
                        <a:spcBef>
                          <a:spcPts val="0"/>
                        </a:spcBef>
                        <a:spcAft>
                          <a:spcPts val="0"/>
                        </a:spcAft>
                        <a:buNone/>
                      </a:pPr>
                      <a:r>
                        <a:rPr lang="en" dirty="0">
                          <a:solidFill>
                            <a:schemeClr val="dk1"/>
                          </a:solidFill>
                          <a:latin typeface="Source Sans Pro Black" panose="020B0803030403020204" pitchFamily="34" charset="0"/>
                          <a:ea typeface="Source Sans Pro Black" panose="020B0803030403020204" pitchFamily="34" charset="0"/>
                          <a:cs typeface="Anton"/>
                          <a:sym typeface="Anton"/>
                        </a:rPr>
                        <a:t>Type</a:t>
                      </a:r>
                      <a:endParaRPr dirty="0">
                        <a:solidFill>
                          <a:schemeClr val="dk1"/>
                        </a:solidFill>
                        <a:latin typeface="Source Sans Pro Black" panose="020B0803030403020204" pitchFamily="34" charset="0"/>
                        <a:ea typeface="Source Sans Pro Black" panose="020B0803030403020204" pitchFamily="34" charset="0"/>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dirty="0">
                          <a:solidFill>
                            <a:schemeClr val="dk1"/>
                          </a:solidFill>
                          <a:latin typeface="Source Sans Pro Black" panose="020B0803030403020204" pitchFamily="34" charset="0"/>
                          <a:ea typeface="Source Sans Pro Black" panose="020B0803030403020204" pitchFamily="34" charset="0"/>
                          <a:cs typeface="Anton"/>
                          <a:sym typeface="Anton"/>
                        </a:rPr>
                        <a:t>Size/Format</a:t>
                      </a:r>
                      <a:endParaRPr dirty="0">
                        <a:solidFill>
                          <a:schemeClr val="dk1"/>
                        </a:solidFill>
                        <a:latin typeface="Source Sans Pro Black" panose="020B0803030403020204" pitchFamily="34" charset="0"/>
                        <a:ea typeface="Source Sans Pro Black" panose="020B0803030403020204" pitchFamily="34" charset="0"/>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dirty="0">
                          <a:solidFill>
                            <a:schemeClr val="dk1"/>
                          </a:solidFill>
                          <a:latin typeface="Source Sans Pro Black" panose="020B0803030403020204" pitchFamily="34" charset="0"/>
                          <a:ea typeface="Source Sans Pro Black" panose="020B0803030403020204" pitchFamily="34" charset="0"/>
                          <a:cs typeface="Anton"/>
                          <a:sym typeface="Anton"/>
                        </a:rPr>
                        <a:t>Description</a:t>
                      </a:r>
                      <a:endParaRPr dirty="0">
                        <a:solidFill>
                          <a:schemeClr val="dk1"/>
                        </a:solidFill>
                        <a:latin typeface="Source Sans Pro Black" panose="020B0803030403020204" pitchFamily="34" charset="0"/>
                        <a:ea typeface="Source Sans Pro Black" panose="020B0803030403020204" pitchFamily="34" charset="0"/>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75850">
                <a:tc>
                  <a:txBody>
                    <a:bodyPr/>
                    <a:lstStyle/>
                    <a:p>
                      <a:pPr marL="0" lvl="0" indent="0" algn="l" rtl="0">
                        <a:spcBef>
                          <a:spcPts val="0"/>
                        </a:spcBef>
                        <a:spcAft>
                          <a:spcPts val="0"/>
                        </a:spcAft>
                        <a:buNone/>
                      </a:pPr>
                      <a:r>
                        <a:rPr lang="en" dirty="0">
                          <a:solidFill>
                            <a:schemeClr val="dk1"/>
                          </a:solidFill>
                          <a:latin typeface="Source Sans Pro" panose="020F0502020204030204" pitchFamily="34" charset="0"/>
                          <a:ea typeface="Anton"/>
                          <a:cs typeface="Anton"/>
                          <a:sym typeface="Anton"/>
                        </a:rPr>
                        <a:t>Byte</a:t>
                      </a:r>
                      <a:endParaRPr dirty="0">
                        <a:solidFill>
                          <a:schemeClr val="dk1"/>
                        </a:solidFill>
                        <a:latin typeface="Source Sans Pro" panose="020F0502020204030204" pitchFamily="34" charset="0"/>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dirty="0">
                          <a:solidFill>
                            <a:schemeClr val="dk1"/>
                          </a:solidFill>
                          <a:latin typeface="Catamaran"/>
                          <a:ea typeface="Catamaran"/>
                          <a:cs typeface="Catamaran"/>
                          <a:sym typeface="Catamaran"/>
                        </a:rPr>
                        <a:t>8-bit, 2's complement</a:t>
                      </a:r>
                      <a:endParaRPr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1-byte integer</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75850">
                <a:tc>
                  <a:txBody>
                    <a:bodyPr/>
                    <a:lstStyle/>
                    <a:p>
                      <a:pPr marL="0" lvl="0" indent="0" algn="l" rtl="0">
                        <a:spcBef>
                          <a:spcPts val="0"/>
                        </a:spcBef>
                        <a:spcAft>
                          <a:spcPts val="0"/>
                        </a:spcAft>
                        <a:buNone/>
                      </a:pPr>
                      <a:r>
                        <a:rPr lang="en" dirty="0">
                          <a:solidFill>
                            <a:schemeClr val="dk1"/>
                          </a:solidFill>
                          <a:latin typeface="Source Sans Pro" panose="020F0502020204030204" pitchFamily="34" charset="0"/>
                          <a:ea typeface="Anton"/>
                          <a:cs typeface="Anton"/>
                          <a:sym typeface="Anton"/>
                        </a:rPr>
                        <a:t>Short</a:t>
                      </a:r>
                      <a:endParaRPr dirty="0">
                        <a:solidFill>
                          <a:schemeClr val="dk1"/>
                        </a:solidFill>
                        <a:latin typeface="Source Sans Pro" panose="020F0502020204030204" pitchFamily="34" charset="0"/>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16-bit, 2's complement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Short integer</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375850">
                <a:tc>
                  <a:txBody>
                    <a:bodyPr/>
                    <a:lstStyle/>
                    <a:p>
                      <a:pPr marL="0" lvl="0" indent="0" algn="l" rtl="0">
                        <a:spcBef>
                          <a:spcPts val="0"/>
                        </a:spcBef>
                        <a:spcAft>
                          <a:spcPts val="0"/>
                        </a:spcAft>
                        <a:buNone/>
                      </a:pPr>
                      <a:r>
                        <a:rPr lang="en" dirty="0">
                          <a:solidFill>
                            <a:schemeClr val="dk1"/>
                          </a:solidFill>
                          <a:latin typeface="Source Sans Pro" panose="020F0502020204030204" pitchFamily="34" charset="0"/>
                          <a:ea typeface="Anton"/>
                          <a:cs typeface="Anton"/>
                          <a:sym typeface="Anton"/>
                        </a:rPr>
                        <a:t>Int</a:t>
                      </a:r>
                      <a:endParaRPr dirty="0">
                        <a:solidFill>
                          <a:schemeClr val="dk1"/>
                        </a:solidFill>
                        <a:latin typeface="Source Sans Pro" panose="020F0502020204030204" pitchFamily="34" charset="0"/>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32-bit, 2's complement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Whole</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375850">
                <a:tc>
                  <a:txBody>
                    <a:bodyPr/>
                    <a:lstStyle/>
                    <a:p>
                      <a:pPr marL="0" lvl="0" indent="0" algn="l" rtl="0">
                        <a:spcBef>
                          <a:spcPts val="0"/>
                        </a:spcBef>
                        <a:spcAft>
                          <a:spcPts val="0"/>
                        </a:spcAft>
                        <a:buNone/>
                      </a:pPr>
                      <a:r>
                        <a:rPr lang="en" dirty="0">
                          <a:solidFill>
                            <a:schemeClr val="dk1"/>
                          </a:solidFill>
                          <a:latin typeface="Source Sans Pro" panose="020F0502020204030204" pitchFamily="34" charset="0"/>
                          <a:ea typeface="Anton"/>
                          <a:cs typeface="Anton"/>
                          <a:sym typeface="Anton"/>
                        </a:rPr>
                        <a:t>Long</a:t>
                      </a:r>
                      <a:endParaRPr dirty="0">
                        <a:solidFill>
                          <a:schemeClr val="dk1"/>
                        </a:solidFill>
                        <a:latin typeface="Source Sans Pro" panose="020F0502020204030204" pitchFamily="34" charset="0"/>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64-bit, 2's complement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Longint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375850">
                <a:tc>
                  <a:txBody>
                    <a:bodyPr/>
                    <a:lstStyle/>
                    <a:p>
                      <a:pPr marL="0" lvl="0" indent="0" algn="l" rtl="0">
                        <a:spcBef>
                          <a:spcPts val="0"/>
                        </a:spcBef>
                        <a:spcAft>
                          <a:spcPts val="0"/>
                        </a:spcAft>
                        <a:buNone/>
                      </a:pPr>
                      <a:r>
                        <a:rPr lang="en" dirty="0">
                          <a:solidFill>
                            <a:schemeClr val="dk1"/>
                          </a:solidFill>
                          <a:latin typeface="Source Sans Pro" panose="020F0502020204030204" pitchFamily="34" charset="0"/>
                          <a:ea typeface="Anton"/>
                          <a:cs typeface="Anton"/>
                          <a:sym typeface="Anton"/>
                        </a:rPr>
                        <a:t>Float</a:t>
                      </a:r>
                      <a:endParaRPr dirty="0">
                        <a:solidFill>
                          <a:schemeClr val="dk1"/>
                        </a:solidFill>
                        <a:latin typeface="Source Sans Pro" panose="020F0502020204030204" pitchFamily="34" charset="0"/>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32-bit, IEEE 754</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Real simple precision</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r h="375850">
                <a:tc>
                  <a:txBody>
                    <a:bodyPr/>
                    <a:lstStyle/>
                    <a:p>
                      <a:pPr marL="0" lvl="0" indent="0" algn="l" rtl="0">
                        <a:spcBef>
                          <a:spcPts val="0"/>
                        </a:spcBef>
                        <a:spcAft>
                          <a:spcPts val="0"/>
                        </a:spcAft>
                        <a:buNone/>
                      </a:pPr>
                      <a:r>
                        <a:rPr lang="en" dirty="0">
                          <a:solidFill>
                            <a:schemeClr val="dk1"/>
                          </a:solidFill>
                          <a:latin typeface="Source Sans Pro" panose="020F0502020204030204" pitchFamily="34" charset="0"/>
                          <a:ea typeface="Anton"/>
                          <a:cs typeface="Anton"/>
                          <a:sym typeface="Anton"/>
                        </a:rPr>
                        <a:t>Double</a:t>
                      </a:r>
                      <a:endParaRPr dirty="0">
                        <a:solidFill>
                          <a:schemeClr val="dk1"/>
                        </a:solidFill>
                        <a:latin typeface="Source Sans Pro" panose="020F0502020204030204" pitchFamily="34" charset="0"/>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64-bit, IEEE 754</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True double precision</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r h="253300">
                <a:tc>
                  <a:txBody>
                    <a:bodyPr/>
                    <a:lstStyle/>
                    <a:p>
                      <a:pPr marL="0" lvl="0" indent="0" algn="l" rtl="0">
                        <a:spcBef>
                          <a:spcPts val="0"/>
                        </a:spcBef>
                        <a:spcAft>
                          <a:spcPts val="0"/>
                        </a:spcAft>
                        <a:buNone/>
                      </a:pPr>
                      <a:r>
                        <a:rPr lang="en" dirty="0">
                          <a:solidFill>
                            <a:schemeClr val="dk1"/>
                          </a:solidFill>
                          <a:latin typeface="Source Sans Pro" panose="020F0502020204030204" pitchFamily="34" charset="0"/>
                          <a:ea typeface="Anton"/>
                          <a:cs typeface="Anton"/>
                          <a:sym typeface="Anton"/>
                        </a:rPr>
                        <a:t>Char</a:t>
                      </a:r>
                      <a:endParaRPr dirty="0">
                        <a:solidFill>
                          <a:schemeClr val="dk1"/>
                        </a:solidFill>
                        <a:latin typeface="Source Sans Pro" panose="020F0502020204030204" pitchFamily="34" charset="0"/>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16 bit character</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dirty="0">
                          <a:solidFill>
                            <a:schemeClr val="dk1"/>
                          </a:solidFill>
                          <a:latin typeface="Catamaran"/>
                          <a:ea typeface="Catamaran"/>
                          <a:cs typeface="Catamaran"/>
                          <a:sym typeface="Catamaran"/>
                        </a:rPr>
                        <a:t>Simple character</a:t>
                      </a:r>
                      <a:endParaRPr dirty="0">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7"/>
                  </a:ext>
                </a:extLst>
              </a:tr>
            </a:tbl>
          </a:graphicData>
        </a:graphic>
      </p:graphicFrame>
      <p:grpSp>
        <p:nvGrpSpPr>
          <p:cNvPr id="1228" name="Google Shape;1228;p56"/>
          <p:cNvGrpSpPr/>
          <p:nvPr/>
        </p:nvGrpSpPr>
        <p:grpSpPr>
          <a:xfrm rot="10800000">
            <a:off x="8062451" y="2"/>
            <a:ext cx="1010350" cy="2269336"/>
            <a:chOff x="1390914" y="2488356"/>
            <a:chExt cx="811526" cy="1822760"/>
          </a:xfrm>
        </p:grpSpPr>
        <p:sp>
          <p:nvSpPr>
            <p:cNvPr id="1229" name="Google Shape;1229;p56"/>
            <p:cNvSpPr/>
            <p:nvPr/>
          </p:nvSpPr>
          <p:spPr>
            <a:xfrm rot="-5400000">
              <a:off x="1739909" y="2894384"/>
              <a:ext cx="868558" cy="56503"/>
            </a:xfrm>
            <a:custGeom>
              <a:avLst/>
              <a:gdLst/>
              <a:ahLst/>
              <a:cxnLst/>
              <a:rect l="l" t="t" r="r" b="b"/>
              <a:pathLst>
                <a:path w="19968" h="1299" extrusionOk="0">
                  <a:moveTo>
                    <a:pt x="19554" y="0"/>
                  </a:moveTo>
                  <a:cubicBezTo>
                    <a:pt x="19426" y="0"/>
                    <a:pt x="19255" y="114"/>
                    <a:pt x="19198" y="229"/>
                  </a:cubicBezTo>
                  <a:lnTo>
                    <a:pt x="0" y="229"/>
                  </a:lnTo>
                  <a:lnTo>
                    <a:pt x="0" y="1298"/>
                  </a:lnTo>
                  <a:lnTo>
                    <a:pt x="228" y="1298"/>
                  </a:lnTo>
                  <a:lnTo>
                    <a:pt x="228" y="471"/>
                  </a:lnTo>
                  <a:lnTo>
                    <a:pt x="19198" y="471"/>
                  </a:lnTo>
                  <a:cubicBezTo>
                    <a:pt x="19255" y="642"/>
                    <a:pt x="19426" y="770"/>
                    <a:pt x="19554" y="770"/>
                  </a:cubicBezTo>
                  <a:cubicBezTo>
                    <a:pt x="19783" y="770"/>
                    <a:pt x="19968" y="585"/>
                    <a:pt x="19968" y="357"/>
                  </a:cubicBezTo>
                  <a:cubicBezTo>
                    <a:pt x="19968" y="171"/>
                    <a:pt x="19783" y="0"/>
                    <a:pt x="1955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56"/>
            <p:cNvSpPr/>
            <p:nvPr/>
          </p:nvSpPr>
          <p:spPr>
            <a:xfrm rot="-5400000">
              <a:off x="1765616" y="2959195"/>
              <a:ext cx="778040" cy="95608"/>
            </a:xfrm>
            <a:custGeom>
              <a:avLst/>
              <a:gdLst/>
              <a:ahLst/>
              <a:cxnLst/>
              <a:rect l="l" t="t" r="r" b="b"/>
              <a:pathLst>
                <a:path w="17887" h="2198" extrusionOk="0">
                  <a:moveTo>
                    <a:pt x="17472" y="1"/>
                  </a:moveTo>
                  <a:cubicBezTo>
                    <a:pt x="17358" y="1"/>
                    <a:pt x="17173" y="115"/>
                    <a:pt x="17116" y="243"/>
                  </a:cubicBezTo>
                  <a:lnTo>
                    <a:pt x="0" y="243"/>
                  </a:lnTo>
                  <a:lnTo>
                    <a:pt x="0" y="2197"/>
                  </a:lnTo>
                  <a:lnTo>
                    <a:pt x="243" y="2197"/>
                  </a:lnTo>
                  <a:lnTo>
                    <a:pt x="243" y="471"/>
                  </a:lnTo>
                  <a:lnTo>
                    <a:pt x="17116" y="471"/>
                  </a:lnTo>
                  <a:cubicBezTo>
                    <a:pt x="17173" y="657"/>
                    <a:pt x="17358" y="714"/>
                    <a:pt x="17472" y="714"/>
                  </a:cubicBezTo>
                  <a:cubicBezTo>
                    <a:pt x="17715" y="714"/>
                    <a:pt x="17886" y="600"/>
                    <a:pt x="17886" y="357"/>
                  </a:cubicBezTo>
                  <a:cubicBezTo>
                    <a:pt x="17886" y="186"/>
                    <a:pt x="17715" y="1"/>
                    <a:pt x="1747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56"/>
            <p:cNvSpPr/>
            <p:nvPr/>
          </p:nvSpPr>
          <p:spPr>
            <a:xfrm rot="-5400000">
              <a:off x="1756634" y="3001714"/>
              <a:ext cx="760032" cy="131580"/>
            </a:xfrm>
            <a:custGeom>
              <a:avLst/>
              <a:gdLst/>
              <a:ahLst/>
              <a:cxnLst/>
              <a:rect l="l" t="t" r="r" b="b"/>
              <a:pathLst>
                <a:path w="17473" h="3025" extrusionOk="0">
                  <a:moveTo>
                    <a:pt x="17116" y="0"/>
                  </a:moveTo>
                  <a:cubicBezTo>
                    <a:pt x="16931" y="0"/>
                    <a:pt x="16817" y="58"/>
                    <a:pt x="16759" y="229"/>
                  </a:cubicBezTo>
                  <a:lnTo>
                    <a:pt x="1" y="229"/>
                  </a:lnTo>
                  <a:lnTo>
                    <a:pt x="1" y="3024"/>
                  </a:lnTo>
                  <a:lnTo>
                    <a:pt x="243" y="3024"/>
                  </a:lnTo>
                  <a:lnTo>
                    <a:pt x="243" y="471"/>
                  </a:lnTo>
                  <a:lnTo>
                    <a:pt x="16759" y="471"/>
                  </a:lnTo>
                  <a:cubicBezTo>
                    <a:pt x="16817" y="585"/>
                    <a:pt x="16931" y="714"/>
                    <a:pt x="17116" y="714"/>
                  </a:cubicBezTo>
                  <a:cubicBezTo>
                    <a:pt x="17287" y="714"/>
                    <a:pt x="17473" y="528"/>
                    <a:pt x="17473" y="357"/>
                  </a:cubicBezTo>
                  <a:cubicBezTo>
                    <a:pt x="17473" y="115"/>
                    <a:pt x="17287" y="0"/>
                    <a:pt x="171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56"/>
            <p:cNvSpPr/>
            <p:nvPr/>
          </p:nvSpPr>
          <p:spPr>
            <a:xfrm rot="-5400000">
              <a:off x="1370420" y="3504542"/>
              <a:ext cx="1460472" cy="152676"/>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56"/>
            <p:cNvSpPr/>
            <p:nvPr/>
          </p:nvSpPr>
          <p:spPr>
            <a:xfrm rot="-5400000">
              <a:off x="1428446" y="3604151"/>
              <a:ext cx="1253859" cy="160071"/>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56"/>
            <p:cNvSpPr/>
            <p:nvPr/>
          </p:nvSpPr>
          <p:spPr>
            <a:xfrm rot="-5400000">
              <a:off x="1332600" y="3552324"/>
              <a:ext cx="1354991" cy="162594"/>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56"/>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6"/>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56"/>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56"/>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56"/>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56"/>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56"/>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56"/>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56"/>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56"/>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56"/>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56"/>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6"/>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6"/>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9" name="Google Shape;1249;p56"/>
          <p:cNvGrpSpPr/>
          <p:nvPr/>
        </p:nvGrpSpPr>
        <p:grpSpPr>
          <a:xfrm>
            <a:off x="459336" y="3109214"/>
            <a:ext cx="495184" cy="2037667"/>
            <a:chOff x="426802" y="2674436"/>
            <a:chExt cx="397738" cy="1636680"/>
          </a:xfrm>
        </p:grpSpPr>
        <p:sp>
          <p:nvSpPr>
            <p:cNvPr id="1250" name="Google Shape;1250;p56"/>
            <p:cNvSpPr/>
            <p:nvPr/>
          </p:nvSpPr>
          <p:spPr>
            <a:xfrm rot="-5400000">
              <a:off x="-81621" y="3482511"/>
              <a:ext cx="1556645" cy="100566"/>
            </a:xfrm>
            <a:custGeom>
              <a:avLst/>
              <a:gdLst/>
              <a:ahLst/>
              <a:cxnLst/>
              <a:rect l="l" t="t" r="r" b="b"/>
              <a:pathLst>
                <a:path w="35787" h="2312" extrusionOk="0">
                  <a:moveTo>
                    <a:pt x="17658" y="1"/>
                  </a:moveTo>
                  <a:lnTo>
                    <a:pt x="15576" y="2083"/>
                  </a:lnTo>
                  <a:lnTo>
                    <a:pt x="1" y="2083"/>
                  </a:lnTo>
                  <a:lnTo>
                    <a:pt x="1" y="2312"/>
                  </a:lnTo>
                  <a:lnTo>
                    <a:pt x="15633" y="2312"/>
                  </a:lnTo>
                  <a:lnTo>
                    <a:pt x="17772" y="243"/>
                  </a:lnTo>
                  <a:lnTo>
                    <a:pt x="23363" y="243"/>
                  </a:lnTo>
                  <a:lnTo>
                    <a:pt x="24904" y="1784"/>
                  </a:lnTo>
                  <a:lnTo>
                    <a:pt x="35073" y="1784"/>
                  </a:lnTo>
                  <a:cubicBezTo>
                    <a:pt x="35130" y="1898"/>
                    <a:pt x="35244" y="2026"/>
                    <a:pt x="35430" y="2026"/>
                  </a:cubicBezTo>
                  <a:cubicBezTo>
                    <a:pt x="35601" y="2026"/>
                    <a:pt x="35786" y="1841"/>
                    <a:pt x="35786" y="1670"/>
                  </a:cubicBezTo>
                  <a:cubicBezTo>
                    <a:pt x="35786" y="1427"/>
                    <a:pt x="35601" y="1242"/>
                    <a:pt x="35430" y="1242"/>
                  </a:cubicBezTo>
                  <a:cubicBezTo>
                    <a:pt x="35244" y="1242"/>
                    <a:pt x="35130" y="1370"/>
                    <a:pt x="35073" y="1541"/>
                  </a:cubicBezTo>
                  <a:lnTo>
                    <a:pt x="25018" y="1541"/>
                  </a:lnTo>
                  <a:lnTo>
                    <a:pt x="2342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6"/>
            <p:cNvSpPr/>
            <p:nvPr/>
          </p:nvSpPr>
          <p:spPr>
            <a:xfrm rot="-5400000">
              <a:off x="-285730" y="3386968"/>
              <a:ext cx="1636680" cy="211615"/>
            </a:xfrm>
            <a:custGeom>
              <a:avLst/>
              <a:gdLst/>
              <a:ahLst/>
              <a:cxnLst/>
              <a:rect l="l" t="t" r="r" b="b"/>
              <a:pathLst>
                <a:path w="37627" h="4865" extrusionOk="0">
                  <a:moveTo>
                    <a:pt x="13137" y="1"/>
                  </a:moveTo>
                  <a:lnTo>
                    <a:pt x="13137" y="4636"/>
                  </a:lnTo>
                  <a:lnTo>
                    <a:pt x="12181" y="4636"/>
                  </a:lnTo>
                  <a:lnTo>
                    <a:pt x="12181" y="771"/>
                  </a:lnTo>
                  <a:lnTo>
                    <a:pt x="1" y="771"/>
                  </a:lnTo>
                  <a:lnTo>
                    <a:pt x="1" y="1014"/>
                  </a:lnTo>
                  <a:lnTo>
                    <a:pt x="11953" y="1014"/>
                  </a:lnTo>
                  <a:lnTo>
                    <a:pt x="11953" y="4865"/>
                  </a:lnTo>
                  <a:lnTo>
                    <a:pt x="13379" y="4865"/>
                  </a:lnTo>
                  <a:lnTo>
                    <a:pt x="13379" y="229"/>
                  </a:lnTo>
                  <a:lnTo>
                    <a:pt x="20454" y="229"/>
                  </a:lnTo>
                  <a:lnTo>
                    <a:pt x="22237" y="2083"/>
                  </a:lnTo>
                  <a:lnTo>
                    <a:pt x="36856" y="2083"/>
                  </a:lnTo>
                  <a:cubicBezTo>
                    <a:pt x="36913" y="2197"/>
                    <a:pt x="37084" y="2311"/>
                    <a:pt x="37213" y="2311"/>
                  </a:cubicBezTo>
                  <a:cubicBezTo>
                    <a:pt x="37441" y="2311"/>
                    <a:pt x="37626" y="2140"/>
                    <a:pt x="37626" y="1955"/>
                  </a:cubicBezTo>
                  <a:cubicBezTo>
                    <a:pt x="37626" y="1727"/>
                    <a:pt x="37441" y="1541"/>
                    <a:pt x="37213" y="1541"/>
                  </a:cubicBezTo>
                  <a:cubicBezTo>
                    <a:pt x="37084" y="1541"/>
                    <a:pt x="36913" y="1655"/>
                    <a:pt x="36856" y="1841"/>
                  </a:cubicBezTo>
                  <a:lnTo>
                    <a:pt x="22351" y="1841"/>
                  </a:lnTo>
                  <a:lnTo>
                    <a:pt x="2051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6"/>
            <p:cNvSpPr/>
            <p:nvPr/>
          </p:nvSpPr>
          <p:spPr>
            <a:xfrm rot="-5400000">
              <a:off x="416274" y="4013898"/>
              <a:ext cx="447372" cy="147065"/>
            </a:xfrm>
            <a:custGeom>
              <a:avLst/>
              <a:gdLst/>
              <a:ahLst/>
              <a:cxnLst/>
              <a:rect l="l" t="t" r="r" b="b"/>
              <a:pathLst>
                <a:path w="10285" h="3381" extrusionOk="0">
                  <a:moveTo>
                    <a:pt x="1" y="0"/>
                  </a:moveTo>
                  <a:lnTo>
                    <a:pt x="1" y="228"/>
                  </a:lnTo>
                  <a:lnTo>
                    <a:pt x="9757" y="228"/>
                  </a:lnTo>
                  <a:lnTo>
                    <a:pt x="9757" y="2667"/>
                  </a:lnTo>
                  <a:cubicBezTo>
                    <a:pt x="9628" y="2667"/>
                    <a:pt x="9514" y="2853"/>
                    <a:pt x="9514" y="3024"/>
                  </a:cubicBezTo>
                  <a:cubicBezTo>
                    <a:pt x="9514" y="3209"/>
                    <a:pt x="9685" y="3380"/>
                    <a:pt x="9871" y="3380"/>
                  </a:cubicBezTo>
                  <a:cubicBezTo>
                    <a:pt x="10113" y="3380"/>
                    <a:pt x="10284" y="3209"/>
                    <a:pt x="10284" y="3024"/>
                  </a:cubicBezTo>
                  <a:cubicBezTo>
                    <a:pt x="10284" y="2853"/>
                    <a:pt x="10170" y="2667"/>
                    <a:pt x="9985" y="2667"/>
                  </a:cubicBezTo>
                  <a:lnTo>
                    <a:pt x="998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6"/>
            <p:cNvSpPr/>
            <p:nvPr/>
          </p:nvSpPr>
          <p:spPr>
            <a:xfrm rot="-5400000">
              <a:off x="32255" y="3518831"/>
              <a:ext cx="1497053" cy="87517"/>
            </a:xfrm>
            <a:custGeom>
              <a:avLst/>
              <a:gdLst/>
              <a:ahLst/>
              <a:cxnLst/>
              <a:rect l="l" t="t" r="r" b="b"/>
              <a:pathLst>
                <a:path w="34417" h="2012" extrusionOk="0">
                  <a:moveTo>
                    <a:pt x="18243" y="0"/>
                  </a:moveTo>
                  <a:lnTo>
                    <a:pt x="16588" y="1655"/>
                  </a:lnTo>
                  <a:lnTo>
                    <a:pt x="1" y="1655"/>
                  </a:lnTo>
                  <a:lnTo>
                    <a:pt x="1" y="1897"/>
                  </a:lnTo>
                  <a:lnTo>
                    <a:pt x="16645" y="1897"/>
                  </a:lnTo>
                  <a:lnTo>
                    <a:pt x="18314" y="229"/>
                  </a:lnTo>
                  <a:lnTo>
                    <a:pt x="22522" y="229"/>
                  </a:lnTo>
                  <a:lnTo>
                    <a:pt x="24076" y="1783"/>
                  </a:lnTo>
                  <a:lnTo>
                    <a:pt x="33647" y="1783"/>
                  </a:lnTo>
                  <a:cubicBezTo>
                    <a:pt x="33704" y="1954"/>
                    <a:pt x="33875" y="2011"/>
                    <a:pt x="34003" y="2011"/>
                  </a:cubicBezTo>
                  <a:cubicBezTo>
                    <a:pt x="34232" y="2011"/>
                    <a:pt x="34417" y="1840"/>
                    <a:pt x="34417" y="1655"/>
                  </a:cubicBezTo>
                  <a:cubicBezTo>
                    <a:pt x="34417" y="1427"/>
                    <a:pt x="34232" y="1298"/>
                    <a:pt x="34003" y="1298"/>
                  </a:cubicBezTo>
                  <a:cubicBezTo>
                    <a:pt x="33875" y="1298"/>
                    <a:pt x="33704" y="1370"/>
                    <a:pt x="33647" y="1541"/>
                  </a:cubicBezTo>
                  <a:lnTo>
                    <a:pt x="24191" y="1541"/>
                  </a:lnTo>
                  <a:lnTo>
                    <a:pt x="2265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6"/>
            <p:cNvSpPr/>
            <p:nvPr/>
          </p:nvSpPr>
          <p:spPr>
            <a:xfrm rot="-5400000">
              <a:off x="48067" y="3573094"/>
              <a:ext cx="1377957" cy="98087"/>
            </a:xfrm>
            <a:custGeom>
              <a:avLst/>
              <a:gdLst/>
              <a:ahLst/>
              <a:cxnLst/>
              <a:rect l="l" t="t" r="r" b="b"/>
              <a:pathLst>
                <a:path w="31679" h="2255" extrusionOk="0">
                  <a:moveTo>
                    <a:pt x="18186" y="1"/>
                  </a:moveTo>
                  <a:lnTo>
                    <a:pt x="16232" y="1955"/>
                  </a:lnTo>
                  <a:lnTo>
                    <a:pt x="1" y="1955"/>
                  </a:lnTo>
                  <a:lnTo>
                    <a:pt x="1" y="2197"/>
                  </a:lnTo>
                  <a:lnTo>
                    <a:pt x="16346" y="2197"/>
                  </a:lnTo>
                  <a:lnTo>
                    <a:pt x="18314" y="229"/>
                  </a:lnTo>
                  <a:lnTo>
                    <a:pt x="22950" y="229"/>
                  </a:lnTo>
                  <a:lnTo>
                    <a:pt x="24661" y="1955"/>
                  </a:lnTo>
                  <a:lnTo>
                    <a:pt x="30908" y="1955"/>
                  </a:lnTo>
                  <a:cubicBezTo>
                    <a:pt x="30965" y="2140"/>
                    <a:pt x="31151" y="2254"/>
                    <a:pt x="31265" y="2254"/>
                  </a:cubicBezTo>
                  <a:cubicBezTo>
                    <a:pt x="31507" y="2254"/>
                    <a:pt x="31679" y="2069"/>
                    <a:pt x="31679" y="1840"/>
                  </a:cubicBezTo>
                  <a:cubicBezTo>
                    <a:pt x="31679" y="1655"/>
                    <a:pt x="31507" y="1484"/>
                    <a:pt x="31265" y="1484"/>
                  </a:cubicBezTo>
                  <a:cubicBezTo>
                    <a:pt x="31151" y="1484"/>
                    <a:pt x="30965" y="1598"/>
                    <a:pt x="30908" y="1712"/>
                  </a:cubicBezTo>
                  <a:lnTo>
                    <a:pt x="24733" y="1712"/>
                  </a:lnTo>
                  <a:lnTo>
                    <a:pt x="230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6"/>
            <p:cNvSpPr/>
            <p:nvPr/>
          </p:nvSpPr>
          <p:spPr>
            <a:xfrm rot="-5400000">
              <a:off x="-80031" y="3527509"/>
              <a:ext cx="1354991" cy="212224"/>
            </a:xfrm>
            <a:custGeom>
              <a:avLst/>
              <a:gdLst/>
              <a:ahLst/>
              <a:cxnLst/>
              <a:rect l="l" t="t" r="r" b="b"/>
              <a:pathLst>
                <a:path w="31151" h="4879" extrusionOk="0">
                  <a:moveTo>
                    <a:pt x="14749" y="0"/>
                  </a:moveTo>
                  <a:lnTo>
                    <a:pt x="14749" y="4636"/>
                  </a:lnTo>
                  <a:lnTo>
                    <a:pt x="10755" y="4636"/>
                  </a:lnTo>
                  <a:lnTo>
                    <a:pt x="10755" y="956"/>
                  </a:lnTo>
                  <a:lnTo>
                    <a:pt x="1" y="956"/>
                  </a:lnTo>
                  <a:lnTo>
                    <a:pt x="1" y="1184"/>
                  </a:lnTo>
                  <a:lnTo>
                    <a:pt x="10527" y="1184"/>
                  </a:lnTo>
                  <a:lnTo>
                    <a:pt x="10527" y="4878"/>
                  </a:lnTo>
                  <a:lnTo>
                    <a:pt x="14977" y="4878"/>
                  </a:lnTo>
                  <a:lnTo>
                    <a:pt x="14977" y="243"/>
                  </a:lnTo>
                  <a:lnTo>
                    <a:pt x="18842" y="243"/>
                  </a:lnTo>
                  <a:lnTo>
                    <a:pt x="21281" y="2739"/>
                  </a:lnTo>
                  <a:lnTo>
                    <a:pt x="30366" y="2739"/>
                  </a:lnTo>
                  <a:cubicBezTo>
                    <a:pt x="30438" y="2853"/>
                    <a:pt x="30609" y="2967"/>
                    <a:pt x="30723" y="2967"/>
                  </a:cubicBezTo>
                  <a:cubicBezTo>
                    <a:pt x="30965" y="2967"/>
                    <a:pt x="31151" y="2796"/>
                    <a:pt x="31151" y="2610"/>
                  </a:cubicBezTo>
                  <a:cubicBezTo>
                    <a:pt x="31151" y="2382"/>
                    <a:pt x="30965" y="2197"/>
                    <a:pt x="30723" y="2197"/>
                  </a:cubicBezTo>
                  <a:cubicBezTo>
                    <a:pt x="30609" y="2197"/>
                    <a:pt x="30438" y="2311"/>
                    <a:pt x="30366" y="2496"/>
                  </a:cubicBezTo>
                  <a:lnTo>
                    <a:pt x="21395" y="2496"/>
                  </a:lnTo>
                  <a:lnTo>
                    <a:pt x="18899"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56"/>
            <p:cNvSpPr/>
            <p:nvPr/>
          </p:nvSpPr>
          <p:spPr>
            <a:xfrm rot="-5400000">
              <a:off x="-149844" y="3491841"/>
              <a:ext cx="1429458" cy="209092"/>
            </a:xfrm>
            <a:custGeom>
              <a:avLst/>
              <a:gdLst/>
              <a:ahLst/>
              <a:cxnLst/>
              <a:rect l="l" t="t" r="r" b="b"/>
              <a:pathLst>
                <a:path w="32863" h="4807" extrusionOk="0">
                  <a:moveTo>
                    <a:pt x="13850" y="0"/>
                  </a:moveTo>
                  <a:lnTo>
                    <a:pt x="13850" y="4578"/>
                  </a:lnTo>
                  <a:lnTo>
                    <a:pt x="11411" y="4578"/>
                  </a:lnTo>
                  <a:lnTo>
                    <a:pt x="11411" y="884"/>
                  </a:lnTo>
                  <a:lnTo>
                    <a:pt x="1" y="884"/>
                  </a:lnTo>
                  <a:lnTo>
                    <a:pt x="1" y="1127"/>
                  </a:lnTo>
                  <a:lnTo>
                    <a:pt x="11183" y="1127"/>
                  </a:lnTo>
                  <a:lnTo>
                    <a:pt x="11183" y="4807"/>
                  </a:lnTo>
                  <a:lnTo>
                    <a:pt x="14092" y="4807"/>
                  </a:lnTo>
                  <a:lnTo>
                    <a:pt x="14092" y="243"/>
                  </a:lnTo>
                  <a:lnTo>
                    <a:pt x="19498" y="243"/>
                  </a:lnTo>
                  <a:lnTo>
                    <a:pt x="21637" y="2439"/>
                  </a:lnTo>
                  <a:lnTo>
                    <a:pt x="32149" y="2439"/>
                  </a:lnTo>
                  <a:cubicBezTo>
                    <a:pt x="32221" y="2553"/>
                    <a:pt x="32335" y="2667"/>
                    <a:pt x="32506" y="2667"/>
                  </a:cubicBezTo>
                  <a:cubicBezTo>
                    <a:pt x="32691" y="2667"/>
                    <a:pt x="32862" y="2496"/>
                    <a:pt x="32862" y="2311"/>
                  </a:cubicBezTo>
                  <a:cubicBezTo>
                    <a:pt x="32862" y="2082"/>
                    <a:pt x="32691" y="1954"/>
                    <a:pt x="32506" y="1954"/>
                  </a:cubicBezTo>
                  <a:cubicBezTo>
                    <a:pt x="32335" y="1954"/>
                    <a:pt x="32221" y="2025"/>
                    <a:pt x="32149" y="2197"/>
                  </a:cubicBezTo>
                  <a:lnTo>
                    <a:pt x="21752" y="2197"/>
                  </a:lnTo>
                  <a:lnTo>
                    <a:pt x="1955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56"/>
          <p:cNvGrpSpPr/>
          <p:nvPr/>
        </p:nvGrpSpPr>
        <p:grpSpPr>
          <a:xfrm>
            <a:off x="39834" y="3502638"/>
            <a:ext cx="380107" cy="1650626"/>
            <a:chOff x="4792514" y="2979701"/>
            <a:chExt cx="305307" cy="1325804"/>
          </a:xfrm>
        </p:grpSpPr>
        <p:sp>
          <p:nvSpPr>
            <p:cNvPr id="1258" name="Google Shape;1258;p56"/>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6"/>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6"/>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6"/>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6"/>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39"/>
          <p:cNvSpPr txBox="1">
            <a:spLocks noGrp="1"/>
          </p:cNvSpPr>
          <p:nvPr>
            <p:ph type="title"/>
          </p:nvPr>
        </p:nvSpPr>
        <p:spPr>
          <a:xfrm>
            <a:off x="713224" y="2109175"/>
            <a:ext cx="4446073"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500" dirty="0">
                <a:latin typeface="Source Sans Pro SemiBold" panose="020B0603030403020204" pitchFamily="34" charset="0"/>
                <a:ea typeface="Source Sans Pro SemiBold" panose="020B0603030403020204" pitchFamily="34" charset="0"/>
              </a:rPr>
              <a:t>Advantages</a:t>
            </a:r>
            <a:endParaRPr sz="4500" dirty="0">
              <a:latin typeface="Source Sans Pro SemiBold" panose="020B0603030403020204" pitchFamily="34" charset="0"/>
              <a:ea typeface="Source Sans Pro SemiBold" panose="020B0603030403020204" pitchFamily="34" charset="0"/>
            </a:endParaRPr>
          </a:p>
        </p:txBody>
      </p:sp>
      <p:sp>
        <p:nvSpPr>
          <p:cNvPr id="864" name="Google Shape;864;p39"/>
          <p:cNvSpPr txBox="1">
            <a:spLocks noGrp="1"/>
          </p:cNvSpPr>
          <p:nvPr>
            <p:ph type="subTitle" idx="1"/>
          </p:nvPr>
        </p:nvSpPr>
        <p:spPr>
          <a:xfrm>
            <a:off x="713225" y="2966593"/>
            <a:ext cx="4121700" cy="36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Usage of the project and the ben</a:t>
            </a:r>
            <a:r>
              <a:rPr lang="en-US" dirty="0"/>
              <a:t>e</a:t>
            </a:r>
            <a:r>
              <a:rPr lang="en" dirty="0"/>
              <a:t>fits to user</a:t>
            </a:r>
            <a:endParaRPr dirty="0"/>
          </a:p>
        </p:txBody>
      </p:sp>
      <p:sp>
        <p:nvSpPr>
          <p:cNvPr id="865" name="Google Shape;865;p39"/>
          <p:cNvSpPr txBox="1">
            <a:spLocks noGrp="1"/>
          </p:cNvSpPr>
          <p:nvPr>
            <p:ph type="title" idx="2"/>
          </p:nvPr>
        </p:nvSpPr>
        <p:spPr>
          <a:xfrm>
            <a:off x="713225" y="1155439"/>
            <a:ext cx="1135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1884290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84"/>
        <p:cNvGrpSpPr/>
        <p:nvPr/>
      </p:nvGrpSpPr>
      <p:grpSpPr>
        <a:xfrm>
          <a:off x="0" y="0"/>
          <a:ext cx="0" cy="0"/>
          <a:chOff x="0" y="0"/>
          <a:chExt cx="0" cy="0"/>
        </a:xfrm>
      </p:grpSpPr>
      <p:sp>
        <p:nvSpPr>
          <p:cNvPr id="11" name="Google Shape;996;p49">
            <a:extLst>
              <a:ext uri="{FF2B5EF4-FFF2-40B4-BE49-F238E27FC236}">
                <a16:creationId xmlns:a16="http://schemas.microsoft.com/office/drawing/2014/main" id="{23E9512F-5407-5B10-A4F2-E636F7A41FFA}"/>
              </a:ext>
            </a:extLst>
          </p:cNvPr>
          <p:cNvSpPr txBox="1">
            <a:spLocks noGrp="1"/>
          </p:cNvSpPr>
          <p:nvPr>
            <p:ph type="subTitle" idx="1"/>
          </p:nvPr>
        </p:nvSpPr>
        <p:spPr>
          <a:xfrm>
            <a:off x="1984800" y="459950"/>
            <a:ext cx="5174400" cy="41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Let’s categorize the advantages into two categories</a:t>
            </a:r>
            <a:endParaRPr dirty="0"/>
          </a:p>
        </p:txBody>
      </p:sp>
      <p:sp>
        <p:nvSpPr>
          <p:cNvPr id="15" name="Google Shape;1337;p59">
            <a:extLst>
              <a:ext uri="{FF2B5EF4-FFF2-40B4-BE49-F238E27FC236}">
                <a16:creationId xmlns:a16="http://schemas.microsoft.com/office/drawing/2014/main" id="{7DBF2867-80CD-0D0D-76E8-ADA6A20A8D08}"/>
              </a:ext>
            </a:extLst>
          </p:cNvPr>
          <p:cNvSpPr txBox="1"/>
          <p:nvPr/>
        </p:nvSpPr>
        <p:spPr>
          <a:xfrm>
            <a:off x="655754" y="2346261"/>
            <a:ext cx="1305600" cy="716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dk1"/>
                </a:solidFill>
                <a:latin typeface="Bebas Neue" panose="020B0606020202050201" pitchFamily="34" charset="0"/>
                <a:ea typeface="Anton"/>
                <a:cs typeface="Anton"/>
                <a:sym typeface="Anton"/>
              </a:rPr>
              <a:t>Advantages</a:t>
            </a:r>
            <a:endParaRPr sz="2000" dirty="0">
              <a:solidFill>
                <a:schemeClr val="dk1"/>
              </a:solidFill>
              <a:latin typeface="Bebas Neue" panose="020B0606020202050201" pitchFamily="34" charset="0"/>
              <a:ea typeface="Anton"/>
              <a:cs typeface="Anton"/>
              <a:sym typeface="Anton"/>
            </a:endParaRPr>
          </a:p>
        </p:txBody>
      </p:sp>
      <p:cxnSp>
        <p:nvCxnSpPr>
          <p:cNvPr id="16" name="Google Shape;1338;p59">
            <a:extLst>
              <a:ext uri="{FF2B5EF4-FFF2-40B4-BE49-F238E27FC236}">
                <a16:creationId xmlns:a16="http://schemas.microsoft.com/office/drawing/2014/main" id="{1A18DE2A-1AFD-8822-8A6B-F6340700212F}"/>
              </a:ext>
            </a:extLst>
          </p:cNvPr>
          <p:cNvCxnSpPr>
            <a:stCxn id="15" idx="3"/>
            <a:endCxn id="18" idx="1"/>
          </p:cNvCxnSpPr>
          <p:nvPr/>
        </p:nvCxnSpPr>
        <p:spPr>
          <a:xfrm flipV="1">
            <a:off x="1961354" y="1857661"/>
            <a:ext cx="428400" cy="84695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17" name="Google Shape;1340;p59">
            <a:extLst>
              <a:ext uri="{FF2B5EF4-FFF2-40B4-BE49-F238E27FC236}">
                <a16:creationId xmlns:a16="http://schemas.microsoft.com/office/drawing/2014/main" id="{928846DC-024D-49EE-BE80-399A2115A308}"/>
              </a:ext>
            </a:extLst>
          </p:cNvPr>
          <p:cNvCxnSpPr>
            <a:stCxn id="15" idx="3"/>
            <a:endCxn id="19" idx="1"/>
          </p:cNvCxnSpPr>
          <p:nvPr/>
        </p:nvCxnSpPr>
        <p:spPr>
          <a:xfrm>
            <a:off x="1961354" y="2704611"/>
            <a:ext cx="428400" cy="770400"/>
          </a:xfrm>
          <a:prstGeom prst="bentConnector3">
            <a:avLst>
              <a:gd name="adj1" fmla="val 49997"/>
            </a:avLst>
          </a:prstGeom>
          <a:noFill/>
          <a:ln w="9525" cap="flat" cmpd="sng">
            <a:solidFill>
              <a:schemeClr val="dk1"/>
            </a:solidFill>
            <a:prstDash val="solid"/>
            <a:round/>
            <a:headEnd type="none" w="med" len="med"/>
            <a:tailEnd type="none" w="med" len="med"/>
          </a:ln>
        </p:spPr>
      </p:cxnSp>
      <p:sp>
        <p:nvSpPr>
          <p:cNvPr id="18" name="Google Shape;1339;p59">
            <a:extLst>
              <a:ext uri="{FF2B5EF4-FFF2-40B4-BE49-F238E27FC236}">
                <a16:creationId xmlns:a16="http://schemas.microsoft.com/office/drawing/2014/main" id="{77B62260-D8D5-E6C0-5489-84CD3F9B1471}"/>
              </a:ext>
            </a:extLst>
          </p:cNvPr>
          <p:cNvSpPr txBox="1"/>
          <p:nvPr/>
        </p:nvSpPr>
        <p:spPr>
          <a:xfrm>
            <a:off x="2389754" y="1642861"/>
            <a:ext cx="1391100" cy="429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lang="en-US" sz="2000" dirty="0">
              <a:solidFill>
                <a:schemeClr val="dk1"/>
              </a:solidFill>
              <a:latin typeface="Bebas Neue" panose="020B0606020202050201" pitchFamily="34" charset="0"/>
              <a:ea typeface="Anton"/>
              <a:cs typeface="Anton"/>
              <a:sym typeface="Anton"/>
            </a:endParaRPr>
          </a:p>
          <a:p>
            <a:pPr marL="0" lvl="0" indent="0" algn="l" rtl="0">
              <a:spcBef>
                <a:spcPts val="0"/>
              </a:spcBef>
              <a:spcAft>
                <a:spcPts val="0"/>
              </a:spcAft>
              <a:buNone/>
            </a:pPr>
            <a:endParaRPr lang="en-US" sz="2000" dirty="0">
              <a:solidFill>
                <a:schemeClr val="dk1"/>
              </a:solidFill>
              <a:latin typeface="Bebas Neue" panose="020B0606020202050201" pitchFamily="34" charset="0"/>
              <a:ea typeface="Anton"/>
              <a:cs typeface="Anton"/>
              <a:sym typeface="Anton"/>
            </a:endParaRPr>
          </a:p>
          <a:p>
            <a:pPr marL="0" lvl="0" indent="0" algn="l" rtl="0">
              <a:spcBef>
                <a:spcPts val="0"/>
              </a:spcBef>
              <a:spcAft>
                <a:spcPts val="0"/>
              </a:spcAft>
              <a:buNone/>
            </a:pPr>
            <a:endParaRPr lang="en-US" sz="2000" dirty="0">
              <a:solidFill>
                <a:schemeClr val="dk1"/>
              </a:solidFill>
              <a:latin typeface="Bebas Neue" panose="020B0606020202050201" pitchFamily="34" charset="0"/>
              <a:ea typeface="Anton"/>
              <a:cs typeface="Anton"/>
              <a:sym typeface="Anton"/>
            </a:endParaRPr>
          </a:p>
          <a:p>
            <a:pPr marL="0" lvl="0" indent="0" algn="l" rtl="0">
              <a:spcBef>
                <a:spcPts val="0"/>
              </a:spcBef>
              <a:spcAft>
                <a:spcPts val="0"/>
              </a:spcAft>
              <a:buNone/>
            </a:pPr>
            <a:r>
              <a:rPr lang="en-US" sz="2000" dirty="0">
                <a:solidFill>
                  <a:schemeClr val="dk1"/>
                </a:solidFill>
                <a:latin typeface="Bebas Neue" panose="020B0606020202050201" pitchFamily="34" charset="0"/>
                <a:ea typeface="Anton"/>
                <a:cs typeface="Anton"/>
                <a:sym typeface="Anton"/>
              </a:rPr>
              <a:t>C</a:t>
            </a:r>
            <a:r>
              <a:rPr lang="en" sz="2000" dirty="0">
                <a:solidFill>
                  <a:schemeClr val="dk1"/>
                </a:solidFill>
                <a:latin typeface="Bebas Neue" panose="020B0606020202050201" pitchFamily="34" charset="0"/>
                <a:ea typeface="Anton"/>
                <a:cs typeface="Anton"/>
                <a:sym typeface="Anton"/>
              </a:rPr>
              <a:t>ode advantages</a:t>
            </a:r>
            <a:endParaRPr sz="2000" dirty="0">
              <a:solidFill>
                <a:schemeClr val="dk1"/>
              </a:solidFill>
              <a:latin typeface="Bebas Neue" panose="020B0606020202050201" pitchFamily="34" charset="0"/>
              <a:ea typeface="Anton"/>
              <a:cs typeface="Anton"/>
              <a:sym typeface="Anton"/>
            </a:endParaRPr>
          </a:p>
        </p:txBody>
      </p:sp>
      <p:sp>
        <p:nvSpPr>
          <p:cNvPr id="19" name="Google Shape;1341;p59">
            <a:extLst>
              <a:ext uri="{FF2B5EF4-FFF2-40B4-BE49-F238E27FC236}">
                <a16:creationId xmlns:a16="http://schemas.microsoft.com/office/drawing/2014/main" id="{3CF67824-EBAF-35FC-99CB-9148053C7AE0}"/>
              </a:ext>
            </a:extLst>
          </p:cNvPr>
          <p:cNvSpPr txBox="1"/>
          <p:nvPr/>
        </p:nvSpPr>
        <p:spPr>
          <a:xfrm>
            <a:off x="2389729" y="3260163"/>
            <a:ext cx="1391100" cy="429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dirty="0">
                <a:solidFill>
                  <a:schemeClr val="dk1"/>
                </a:solidFill>
                <a:latin typeface="Bebas Neue" panose="020B0606020202050201" pitchFamily="34" charset="0"/>
                <a:ea typeface="Anton"/>
                <a:cs typeface="Anton"/>
                <a:sym typeface="Anton"/>
              </a:rPr>
              <a:t>As a system advantages</a:t>
            </a:r>
            <a:endParaRPr sz="2000" dirty="0">
              <a:solidFill>
                <a:schemeClr val="dk1"/>
              </a:solidFill>
              <a:latin typeface="Bebas Neue" panose="020B0606020202050201" pitchFamily="34" charset="0"/>
              <a:ea typeface="Anton"/>
              <a:cs typeface="Anton"/>
              <a:sym typeface="Anton"/>
            </a:endParaRPr>
          </a:p>
        </p:txBody>
      </p:sp>
      <p:sp>
        <p:nvSpPr>
          <p:cNvPr id="21" name="TextBox 20">
            <a:extLst>
              <a:ext uri="{FF2B5EF4-FFF2-40B4-BE49-F238E27FC236}">
                <a16:creationId xmlns:a16="http://schemas.microsoft.com/office/drawing/2014/main" id="{990003AE-1ADB-25E8-2EFD-C760302777E2}"/>
              </a:ext>
            </a:extLst>
          </p:cNvPr>
          <p:cNvSpPr txBox="1"/>
          <p:nvPr/>
        </p:nvSpPr>
        <p:spPr>
          <a:xfrm>
            <a:off x="3563815" y="1381251"/>
            <a:ext cx="4540739" cy="523220"/>
          </a:xfrm>
          <a:prstGeom prst="rect">
            <a:avLst/>
          </a:prstGeom>
          <a:noFill/>
        </p:spPr>
        <p:txBody>
          <a:bodyPr wrap="square" rtlCol="0">
            <a:spAutoFit/>
          </a:bodyPr>
          <a:lstStyle/>
          <a:p>
            <a:pPr algn="r"/>
            <a:r>
              <a:rPr lang="en-US" dirty="0">
                <a:solidFill>
                  <a:schemeClr val="accent1">
                    <a:lumMod val="40000"/>
                    <a:lumOff val="60000"/>
                  </a:schemeClr>
                </a:solidFill>
                <a:latin typeface="Catamaran" pitchFamily="2" charset="0"/>
                <a:cs typeface="Catamaran" pitchFamily="2" charset="0"/>
              </a:rPr>
              <a:t>Benefits &amp; facts about the used code structure, applied concepts, implementations…</a:t>
            </a:r>
          </a:p>
        </p:txBody>
      </p:sp>
      <p:sp>
        <p:nvSpPr>
          <p:cNvPr id="22" name="TextBox 21">
            <a:extLst>
              <a:ext uri="{FF2B5EF4-FFF2-40B4-BE49-F238E27FC236}">
                <a16:creationId xmlns:a16="http://schemas.microsoft.com/office/drawing/2014/main" id="{58444E86-B872-F0E4-8A6A-6038C485D013}"/>
              </a:ext>
            </a:extLst>
          </p:cNvPr>
          <p:cNvSpPr txBox="1"/>
          <p:nvPr/>
        </p:nvSpPr>
        <p:spPr>
          <a:xfrm>
            <a:off x="3579407" y="2998553"/>
            <a:ext cx="4540739" cy="523220"/>
          </a:xfrm>
          <a:prstGeom prst="rect">
            <a:avLst/>
          </a:prstGeom>
          <a:noFill/>
        </p:spPr>
        <p:txBody>
          <a:bodyPr wrap="square" rtlCol="0">
            <a:spAutoFit/>
          </a:bodyPr>
          <a:lstStyle/>
          <a:p>
            <a:pPr algn="r"/>
            <a:r>
              <a:rPr lang="en-US" dirty="0">
                <a:solidFill>
                  <a:schemeClr val="accent4">
                    <a:lumMod val="60000"/>
                    <a:lumOff val="40000"/>
                  </a:schemeClr>
                </a:solidFill>
                <a:latin typeface="Catamaran" pitchFamily="2" charset="0"/>
                <a:cs typeface="Catamaran" pitchFamily="2" charset="0"/>
              </a:rPr>
              <a:t>If we consider this project as a foundation for a system or application</a:t>
            </a:r>
          </a:p>
        </p:txBody>
      </p:sp>
      <p:sp>
        <p:nvSpPr>
          <p:cNvPr id="24" name="Google Shape;1006;p50">
            <a:extLst>
              <a:ext uri="{FF2B5EF4-FFF2-40B4-BE49-F238E27FC236}">
                <a16:creationId xmlns:a16="http://schemas.microsoft.com/office/drawing/2014/main" id="{3B68BC8A-7462-3346-F0AD-CF1A35EAA5CD}"/>
              </a:ext>
            </a:extLst>
          </p:cNvPr>
          <p:cNvSpPr txBox="1">
            <a:spLocks/>
          </p:cNvSpPr>
          <p:nvPr/>
        </p:nvSpPr>
        <p:spPr>
          <a:xfrm>
            <a:off x="4423075" y="4346926"/>
            <a:ext cx="4312500" cy="40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0" i="0" u="none" strike="noStrike" cap="none">
                <a:solidFill>
                  <a:schemeClr val="dk1"/>
                </a:solidFill>
                <a:latin typeface="Anton"/>
                <a:ea typeface="Anton"/>
                <a:cs typeface="Anton"/>
                <a:sym typeface="Anton"/>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lgn="r"/>
            <a:r>
              <a:rPr lang="en-US" sz="1200" dirty="0">
                <a:latin typeface="Catamaran" pitchFamily="2" charset="0"/>
                <a:cs typeface="Catamaran" pitchFamily="2" charset="0"/>
              </a:rPr>
              <a:t>*No complete system or application is included in this project</a:t>
            </a:r>
          </a:p>
        </p:txBody>
      </p:sp>
    </p:spTree>
    <p:extLst>
      <p:ext uri="{BB962C8B-B14F-4D97-AF65-F5344CB8AC3E}">
        <p14:creationId xmlns:p14="http://schemas.microsoft.com/office/powerpoint/2010/main" val="799341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pic>
        <p:nvPicPr>
          <p:cNvPr id="947" name="Google Shape;947;p46"/>
          <p:cNvPicPr preferRelativeResize="0"/>
          <p:nvPr/>
        </p:nvPicPr>
        <p:blipFill rotWithShape="1">
          <a:blip r:embed="rId3">
            <a:alphaModFix/>
          </a:blip>
          <a:srcRect l="16679" r="16679"/>
          <a:stretch/>
        </p:blipFill>
        <p:spPr>
          <a:xfrm>
            <a:off x="1224575" y="1531025"/>
            <a:ext cx="1296300" cy="1296300"/>
          </a:xfrm>
          <a:prstGeom prst="rect">
            <a:avLst/>
          </a:prstGeom>
          <a:noFill/>
          <a:ln>
            <a:noFill/>
          </a:ln>
        </p:spPr>
      </p:pic>
      <p:pic>
        <p:nvPicPr>
          <p:cNvPr id="948" name="Google Shape;948;p46"/>
          <p:cNvPicPr preferRelativeResize="0"/>
          <p:nvPr/>
        </p:nvPicPr>
        <p:blipFill rotWithShape="1">
          <a:blip r:embed="rId4">
            <a:alphaModFix/>
          </a:blip>
          <a:srcRect l="32433" r="11317"/>
          <a:stretch/>
        </p:blipFill>
        <p:spPr>
          <a:xfrm>
            <a:off x="6623125" y="1531025"/>
            <a:ext cx="1296300" cy="1296300"/>
          </a:xfrm>
          <a:prstGeom prst="rect">
            <a:avLst/>
          </a:prstGeom>
          <a:noFill/>
          <a:ln>
            <a:noFill/>
          </a:ln>
        </p:spPr>
      </p:pic>
      <p:pic>
        <p:nvPicPr>
          <p:cNvPr id="949" name="Google Shape;949;p46"/>
          <p:cNvPicPr preferRelativeResize="0"/>
          <p:nvPr/>
        </p:nvPicPr>
        <p:blipFill rotWithShape="1">
          <a:blip r:embed="rId5">
            <a:alphaModFix/>
          </a:blip>
          <a:srcRect l="8463" r="24896"/>
          <a:stretch/>
        </p:blipFill>
        <p:spPr>
          <a:xfrm>
            <a:off x="3923850" y="1531025"/>
            <a:ext cx="1296300" cy="1296300"/>
          </a:xfrm>
          <a:prstGeom prst="rect">
            <a:avLst/>
          </a:prstGeom>
          <a:noFill/>
          <a:ln>
            <a:noFill/>
          </a:ln>
        </p:spPr>
      </p:pic>
      <p:sp>
        <p:nvSpPr>
          <p:cNvPr id="950" name="Google Shape;950;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can be done with Java examples?</a:t>
            </a:r>
            <a:endParaRPr/>
          </a:p>
        </p:txBody>
      </p:sp>
      <p:sp>
        <p:nvSpPr>
          <p:cNvPr id="951" name="Google Shape;951;p46"/>
          <p:cNvSpPr txBox="1">
            <a:spLocks noGrp="1"/>
          </p:cNvSpPr>
          <p:nvPr>
            <p:ph type="subTitle" idx="1"/>
          </p:nvPr>
        </p:nvSpPr>
        <p:spPr>
          <a:xfrm>
            <a:off x="834813" y="3439723"/>
            <a:ext cx="22266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of them all</a:t>
            </a:r>
            <a:endParaRPr/>
          </a:p>
        </p:txBody>
      </p:sp>
      <p:sp>
        <p:nvSpPr>
          <p:cNvPr id="952" name="Google Shape;952;p46"/>
          <p:cNvSpPr txBox="1">
            <a:spLocks noGrp="1"/>
          </p:cNvSpPr>
          <p:nvPr>
            <p:ph type="subTitle" idx="2"/>
          </p:nvPr>
        </p:nvSpPr>
        <p:spPr>
          <a:xfrm>
            <a:off x="3458787" y="3439724"/>
            <a:ext cx="22266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953" name="Google Shape;953;p46"/>
          <p:cNvSpPr txBox="1">
            <a:spLocks noGrp="1"/>
          </p:cNvSpPr>
          <p:nvPr>
            <p:ph type="subTitle" idx="3"/>
          </p:nvPr>
        </p:nvSpPr>
        <p:spPr>
          <a:xfrm>
            <a:off x="6082750" y="3439724"/>
            <a:ext cx="2226600" cy="86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954" name="Google Shape;954;p46"/>
          <p:cNvSpPr txBox="1">
            <a:spLocks noGrp="1"/>
          </p:cNvSpPr>
          <p:nvPr>
            <p:ph type="subTitle" idx="4"/>
          </p:nvPr>
        </p:nvSpPr>
        <p:spPr>
          <a:xfrm>
            <a:off x="834813" y="2965175"/>
            <a:ext cx="22266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Big data</a:t>
            </a:r>
            <a:endParaRPr/>
          </a:p>
        </p:txBody>
      </p:sp>
      <p:sp>
        <p:nvSpPr>
          <p:cNvPr id="955" name="Google Shape;955;p46"/>
          <p:cNvSpPr txBox="1">
            <a:spLocks noGrp="1"/>
          </p:cNvSpPr>
          <p:nvPr>
            <p:ph type="subTitle" idx="5"/>
          </p:nvPr>
        </p:nvSpPr>
        <p:spPr>
          <a:xfrm>
            <a:off x="3458790" y="2965175"/>
            <a:ext cx="22266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AI</a:t>
            </a:r>
            <a:endParaRPr/>
          </a:p>
        </p:txBody>
      </p:sp>
      <p:sp>
        <p:nvSpPr>
          <p:cNvPr id="956" name="Google Shape;956;p46"/>
          <p:cNvSpPr txBox="1">
            <a:spLocks noGrp="1"/>
          </p:cNvSpPr>
          <p:nvPr>
            <p:ph type="subTitle" idx="6"/>
          </p:nvPr>
        </p:nvSpPr>
        <p:spPr>
          <a:xfrm>
            <a:off x="6082754" y="2965175"/>
            <a:ext cx="22266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Video game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49"/>
          <p:cNvSpPr txBox="1">
            <a:spLocks noGrp="1"/>
          </p:cNvSpPr>
          <p:nvPr>
            <p:ph type="title"/>
          </p:nvPr>
        </p:nvSpPr>
        <p:spPr>
          <a:xfrm>
            <a:off x="1984800" y="1438700"/>
            <a:ext cx="5174400" cy="117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4,498,300,000</a:t>
            </a:r>
            <a:endParaRPr/>
          </a:p>
        </p:txBody>
      </p:sp>
      <p:sp>
        <p:nvSpPr>
          <p:cNvPr id="996" name="Google Shape;996;p49"/>
          <p:cNvSpPr txBox="1">
            <a:spLocks noGrp="1"/>
          </p:cNvSpPr>
          <p:nvPr>
            <p:ph type="subTitle" idx="1"/>
          </p:nvPr>
        </p:nvSpPr>
        <p:spPr>
          <a:xfrm>
            <a:off x="1984800" y="2491950"/>
            <a:ext cx="5174400" cy="41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Big numbers catch your audience’s attention</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50"/>
          <p:cNvSpPr txBox="1">
            <a:spLocks noGrp="1"/>
          </p:cNvSpPr>
          <p:nvPr>
            <p:ph type="subTitle" idx="1"/>
          </p:nvPr>
        </p:nvSpPr>
        <p:spPr>
          <a:xfrm>
            <a:off x="4118275" y="1356469"/>
            <a:ext cx="4312500" cy="408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Jupiter’s rotation period</a:t>
            </a:r>
            <a:endParaRPr/>
          </a:p>
        </p:txBody>
      </p:sp>
      <p:sp>
        <p:nvSpPr>
          <p:cNvPr id="1002" name="Google Shape;1002;p50"/>
          <p:cNvSpPr txBox="1">
            <a:spLocks noGrp="1"/>
          </p:cNvSpPr>
          <p:nvPr>
            <p:ph type="title"/>
          </p:nvPr>
        </p:nvSpPr>
        <p:spPr>
          <a:xfrm>
            <a:off x="4118275" y="630550"/>
            <a:ext cx="4312500" cy="768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9h 55m 23s</a:t>
            </a:r>
            <a:endParaRPr/>
          </a:p>
        </p:txBody>
      </p:sp>
      <p:sp>
        <p:nvSpPr>
          <p:cNvPr id="1003" name="Google Shape;1003;p50"/>
          <p:cNvSpPr txBox="1">
            <a:spLocks noGrp="1"/>
          </p:cNvSpPr>
          <p:nvPr>
            <p:ph type="title" idx="2"/>
          </p:nvPr>
        </p:nvSpPr>
        <p:spPr>
          <a:xfrm>
            <a:off x="4118275" y="2004460"/>
            <a:ext cx="4312500" cy="768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333,000</a:t>
            </a:r>
            <a:endParaRPr/>
          </a:p>
        </p:txBody>
      </p:sp>
      <p:sp>
        <p:nvSpPr>
          <p:cNvPr id="1004" name="Google Shape;1004;p50"/>
          <p:cNvSpPr txBox="1">
            <a:spLocks noGrp="1"/>
          </p:cNvSpPr>
          <p:nvPr>
            <p:ph type="subTitle" idx="3"/>
          </p:nvPr>
        </p:nvSpPr>
        <p:spPr>
          <a:xfrm>
            <a:off x="4118275" y="2728056"/>
            <a:ext cx="4312500" cy="408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The Sun’s mass compared to Earth’s</a:t>
            </a:r>
            <a:endParaRPr/>
          </a:p>
        </p:txBody>
      </p:sp>
      <p:sp>
        <p:nvSpPr>
          <p:cNvPr id="1005" name="Google Shape;1005;p50"/>
          <p:cNvSpPr txBox="1">
            <a:spLocks noGrp="1"/>
          </p:cNvSpPr>
          <p:nvPr>
            <p:ph type="title" idx="4"/>
          </p:nvPr>
        </p:nvSpPr>
        <p:spPr>
          <a:xfrm>
            <a:off x="4118275" y="3378371"/>
            <a:ext cx="4312500" cy="768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386,000 km</a:t>
            </a:r>
            <a:endParaRPr/>
          </a:p>
        </p:txBody>
      </p:sp>
      <p:sp>
        <p:nvSpPr>
          <p:cNvPr id="1006" name="Google Shape;1006;p50"/>
          <p:cNvSpPr txBox="1">
            <a:spLocks noGrp="1"/>
          </p:cNvSpPr>
          <p:nvPr>
            <p:ph type="subTitle" idx="5"/>
          </p:nvPr>
        </p:nvSpPr>
        <p:spPr>
          <a:xfrm>
            <a:off x="4118275" y="4104649"/>
            <a:ext cx="4312500" cy="408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Distance between Earth and the Moon</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51"/>
          <p:cNvSpPr txBox="1">
            <a:spLocks noGrp="1"/>
          </p:cNvSpPr>
          <p:nvPr>
            <p:ph type="title"/>
          </p:nvPr>
        </p:nvSpPr>
        <p:spPr>
          <a:xfrm>
            <a:off x="1523600" y="1750625"/>
            <a:ext cx="6096900" cy="126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grpSp>
        <p:nvGrpSpPr>
          <p:cNvPr id="1012" name="Google Shape;1012;p51"/>
          <p:cNvGrpSpPr/>
          <p:nvPr/>
        </p:nvGrpSpPr>
        <p:grpSpPr>
          <a:xfrm>
            <a:off x="582712" y="7"/>
            <a:ext cx="643935" cy="2314064"/>
            <a:chOff x="582712" y="7"/>
            <a:chExt cx="643935" cy="2314064"/>
          </a:xfrm>
        </p:grpSpPr>
        <p:grpSp>
          <p:nvGrpSpPr>
            <p:cNvPr id="1013" name="Google Shape;1013;p51"/>
            <p:cNvGrpSpPr/>
            <p:nvPr/>
          </p:nvGrpSpPr>
          <p:grpSpPr>
            <a:xfrm rot="10800000">
              <a:off x="1035918" y="3987"/>
              <a:ext cx="190730" cy="2310083"/>
              <a:chOff x="9" y="2835115"/>
              <a:chExt cx="134668" cy="1631069"/>
            </a:xfrm>
          </p:grpSpPr>
          <p:sp>
            <p:nvSpPr>
              <p:cNvPr id="1014" name="Google Shape;1014;p51"/>
              <p:cNvSpPr/>
              <p:nvPr/>
            </p:nvSpPr>
            <p:spPr>
              <a:xfrm rot="-5400000">
                <a:off x="-655129" y="3676378"/>
                <a:ext cx="1497053" cy="82558"/>
              </a:xfrm>
              <a:custGeom>
                <a:avLst/>
                <a:gdLst/>
                <a:ahLst/>
                <a:cxnLst/>
                <a:rect l="l" t="t" r="r" b="b"/>
                <a:pathLst>
                  <a:path w="34417" h="1898" extrusionOk="0">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1"/>
              <p:cNvSpPr/>
              <p:nvPr/>
            </p:nvSpPr>
            <p:spPr>
              <a:xfrm rot="-5400000">
                <a:off x="-420003" y="3973575"/>
                <a:ext cx="912621" cy="72597"/>
              </a:xfrm>
              <a:custGeom>
                <a:avLst/>
                <a:gdLst/>
                <a:ahLst/>
                <a:cxnLst/>
                <a:rect l="l" t="t" r="r" b="b"/>
                <a:pathLst>
                  <a:path w="20981" h="1669" extrusionOk="0">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1"/>
              <p:cNvSpPr/>
              <p:nvPr/>
            </p:nvSpPr>
            <p:spPr>
              <a:xfrm rot="-5400000">
                <a:off x="-388076" y="4029078"/>
                <a:ext cx="843156" cy="31057"/>
              </a:xfrm>
              <a:custGeom>
                <a:avLst/>
                <a:gdLst/>
                <a:ahLst/>
                <a:cxnLst/>
                <a:rect l="l" t="t" r="r" b="b"/>
                <a:pathLst>
                  <a:path w="19384" h="714" extrusionOk="0">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1"/>
              <p:cNvSpPr/>
              <p:nvPr/>
            </p:nvSpPr>
            <p:spPr>
              <a:xfrm rot="-5400000">
                <a:off x="-758457" y="3604107"/>
                <a:ext cx="1631069" cy="93085"/>
              </a:xfrm>
              <a:custGeom>
                <a:avLst/>
                <a:gdLst/>
                <a:ahLst/>
                <a:cxnLst/>
                <a:rect l="l" t="t" r="r" b="b"/>
                <a:pathLst>
                  <a:path w="37498" h="2140" extrusionOk="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 name="Google Shape;1018;p51"/>
            <p:cNvGrpSpPr/>
            <p:nvPr/>
          </p:nvGrpSpPr>
          <p:grpSpPr>
            <a:xfrm rot="10800000">
              <a:off x="582712" y="7"/>
              <a:ext cx="432406" cy="1877736"/>
              <a:chOff x="4792514" y="2979701"/>
              <a:chExt cx="305307" cy="1325804"/>
            </a:xfrm>
          </p:grpSpPr>
          <p:sp>
            <p:nvSpPr>
              <p:cNvPr id="1019" name="Google Shape;1019;p51"/>
              <p:cNvSpPr/>
              <p:nvPr/>
            </p:nvSpPr>
            <p:spPr>
              <a:xfrm rot="-5400000">
                <a:off x="4409125" y="3616809"/>
                <a:ext cx="1266256" cy="111136"/>
              </a:xfrm>
              <a:custGeom>
                <a:avLst/>
                <a:gdLst/>
                <a:ahLst/>
                <a:cxnLst/>
                <a:rect l="l" t="t" r="r" b="b"/>
                <a:pathLst>
                  <a:path w="29111" h="2555" extrusionOk="0">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51"/>
              <p:cNvSpPr/>
              <p:nvPr/>
            </p:nvSpPr>
            <p:spPr>
              <a:xfrm rot="-5400000">
                <a:off x="4335310" y="3589536"/>
                <a:ext cx="1325804" cy="106134"/>
              </a:xfrm>
              <a:custGeom>
                <a:avLst/>
                <a:gdLst/>
                <a:ahLst/>
                <a:cxnLst/>
                <a:rect l="l" t="t" r="r" b="b"/>
                <a:pathLst>
                  <a:path w="30480" h="2440" extrusionOk="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1"/>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1"/>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51"/>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24" name="Google Shape;1024;p51"/>
          <p:cNvGrpSpPr/>
          <p:nvPr/>
        </p:nvGrpSpPr>
        <p:grpSpPr>
          <a:xfrm rot="-5400000">
            <a:off x="7591763" y="-353680"/>
            <a:ext cx="659052" cy="2445426"/>
            <a:chOff x="4128096" y="2589445"/>
            <a:chExt cx="465334" cy="1726630"/>
          </a:xfrm>
        </p:grpSpPr>
        <p:sp>
          <p:nvSpPr>
            <p:cNvPr id="1025" name="Google Shape;1025;p51"/>
            <p:cNvSpPr/>
            <p:nvPr/>
          </p:nvSpPr>
          <p:spPr>
            <a:xfrm rot="-5400000">
              <a:off x="4350516" y="3592343"/>
              <a:ext cx="447328" cy="38495"/>
            </a:xfrm>
            <a:custGeom>
              <a:avLst/>
              <a:gdLst/>
              <a:ahLst/>
              <a:cxnLst/>
              <a:rect l="l" t="t" r="r" b="b"/>
              <a:pathLst>
                <a:path w="10284" h="885" extrusionOk="0">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51"/>
            <p:cNvSpPr/>
            <p:nvPr/>
          </p:nvSpPr>
          <p:spPr>
            <a:xfrm rot="-5400000">
              <a:off x="4258650" y="2857151"/>
              <a:ext cx="602484" cy="67073"/>
            </a:xfrm>
            <a:custGeom>
              <a:avLst/>
              <a:gdLst/>
              <a:ahLst/>
              <a:cxnLst/>
              <a:rect l="l" t="t" r="r" b="b"/>
              <a:pathLst>
                <a:path w="13851" h="1542" extrusionOk="0">
                  <a:moveTo>
                    <a:pt x="13494" y="1"/>
                  </a:moveTo>
                  <a:cubicBezTo>
                    <a:pt x="13322" y="1"/>
                    <a:pt x="13137" y="58"/>
                    <a:pt x="13137" y="243"/>
                  </a:cubicBezTo>
                  <a:lnTo>
                    <a:pt x="1" y="243"/>
                  </a:lnTo>
                  <a:lnTo>
                    <a:pt x="1" y="1541"/>
                  </a:lnTo>
                  <a:lnTo>
                    <a:pt x="243" y="1541"/>
                  </a:lnTo>
                  <a:lnTo>
                    <a:pt x="243" y="472"/>
                  </a:lnTo>
                  <a:lnTo>
                    <a:pt x="13137" y="472"/>
                  </a:lnTo>
                  <a:cubicBezTo>
                    <a:pt x="13137" y="600"/>
                    <a:pt x="13322" y="714"/>
                    <a:pt x="13494" y="714"/>
                  </a:cubicBezTo>
                  <a:cubicBezTo>
                    <a:pt x="13679" y="714"/>
                    <a:pt x="13850" y="543"/>
                    <a:pt x="13850" y="357"/>
                  </a:cubicBezTo>
                  <a:cubicBezTo>
                    <a:pt x="13850" y="115"/>
                    <a:pt x="13679" y="1"/>
                    <a:pt x="1349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1"/>
            <p:cNvSpPr/>
            <p:nvPr/>
          </p:nvSpPr>
          <p:spPr>
            <a:xfrm rot="-5400000">
              <a:off x="4342753" y="2990231"/>
              <a:ext cx="395827" cy="105525"/>
            </a:xfrm>
            <a:custGeom>
              <a:avLst/>
              <a:gdLst/>
              <a:ahLst/>
              <a:cxnLst/>
              <a:rect l="l" t="t" r="r" b="b"/>
              <a:pathLst>
                <a:path w="9100" h="2426" extrusionOk="0">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51"/>
            <p:cNvSpPr/>
            <p:nvPr/>
          </p:nvSpPr>
          <p:spPr>
            <a:xfrm rot="-5400000">
              <a:off x="4236967" y="2935946"/>
              <a:ext cx="565859" cy="147065"/>
            </a:xfrm>
            <a:custGeom>
              <a:avLst/>
              <a:gdLst/>
              <a:ahLst/>
              <a:cxnLst/>
              <a:rect l="l" t="t" r="r" b="b"/>
              <a:pathLst>
                <a:path w="13009" h="3381" extrusionOk="0">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51"/>
            <p:cNvSpPr/>
            <p:nvPr/>
          </p:nvSpPr>
          <p:spPr>
            <a:xfrm rot="-5400000">
              <a:off x="4284728" y="3027769"/>
              <a:ext cx="421317" cy="196087"/>
            </a:xfrm>
            <a:custGeom>
              <a:avLst/>
              <a:gdLst/>
              <a:ahLst/>
              <a:cxnLst/>
              <a:rect l="l" t="t" r="r" b="b"/>
              <a:pathLst>
                <a:path w="9686" h="4508" extrusionOk="0">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51"/>
            <p:cNvSpPr/>
            <p:nvPr/>
          </p:nvSpPr>
          <p:spPr>
            <a:xfrm rot="-5400000">
              <a:off x="3936988" y="3222875"/>
              <a:ext cx="1067777" cy="245108"/>
            </a:xfrm>
            <a:custGeom>
              <a:avLst/>
              <a:gdLst/>
              <a:ahLst/>
              <a:cxnLst/>
              <a:rect l="l" t="t" r="r" b="b"/>
              <a:pathLst>
                <a:path w="24548" h="5635" extrusionOk="0">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1"/>
            <p:cNvSpPr/>
            <p:nvPr/>
          </p:nvSpPr>
          <p:spPr>
            <a:xfrm rot="-5400000">
              <a:off x="3583049" y="3406216"/>
              <a:ext cx="1613105" cy="206613"/>
            </a:xfrm>
            <a:custGeom>
              <a:avLst/>
              <a:gdLst/>
              <a:ahLst/>
              <a:cxnLst/>
              <a:rect l="l" t="t" r="r" b="b"/>
              <a:pathLst>
                <a:path w="37085" h="4750" extrusionOk="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51"/>
            <p:cNvSpPr/>
            <p:nvPr/>
          </p:nvSpPr>
          <p:spPr>
            <a:xfrm rot="-5400000">
              <a:off x="3683572" y="3550758"/>
              <a:ext cx="1318409" cy="212224"/>
            </a:xfrm>
            <a:custGeom>
              <a:avLst/>
              <a:gdLst/>
              <a:ahLst/>
              <a:cxnLst/>
              <a:rect l="l" t="t" r="r" b="b"/>
              <a:pathLst>
                <a:path w="30310" h="4879" extrusionOk="0">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1"/>
            <p:cNvSpPr/>
            <p:nvPr/>
          </p:nvSpPr>
          <p:spPr>
            <a:xfrm rot="-5400000">
              <a:off x="3890469" y="3910287"/>
              <a:ext cx="679996" cy="131580"/>
            </a:xfrm>
            <a:custGeom>
              <a:avLst/>
              <a:gdLst/>
              <a:ahLst/>
              <a:cxnLst/>
              <a:rect l="l" t="t" r="r" b="b"/>
              <a:pathLst>
                <a:path w="15633" h="3025" extrusionOk="0">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1"/>
            <p:cNvSpPr/>
            <p:nvPr/>
          </p:nvSpPr>
          <p:spPr>
            <a:xfrm rot="-5400000">
              <a:off x="3593294" y="3509501"/>
              <a:ext cx="1400924" cy="212224"/>
            </a:xfrm>
            <a:custGeom>
              <a:avLst/>
              <a:gdLst/>
              <a:ahLst/>
              <a:cxnLst/>
              <a:rect l="l" t="t" r="r" b="b"/>
              <a:pathLst>
                <a:path w="32207" h="4879" extrusionOk="0">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1"/>
            <p:cNvSpPr/>
            <p:nvPr/>
          </p:nvSpPr>
          <p:spPr>
            <a:xfrm rot="-5400000">
              <a:off x="3468913" y="3442188"/>
              <a:ext cx="1533069" cy="214704"/>
            </a:xfrm>
            <a:custGeom>
              <a:avLst/>
              <a:gdLst/>
              <a:ahLst/>
              <a:cxnLst/>
              <a:rect l="l" t="t" r="r" b="b"/>
              <a:pathLst>
                <a:path w="35245" h="4936" extrusionOk="0">
                  <a:moveTo>
                    <a:pt x="34831" y="0"/>
                  </a:moveTo>
                  <a:cubicBezTo>
                    <a:pt x="34702" y="0"/>
                    <a:pt x="34531" y="71"/>
                    <a:pt x="34474" y="243"/>
                  </a:cubicBezTo>
                  <a:lnTo>
                    <a:pt x="16403" y="243"/>
                  </a:lnTo>
                  <a:lnTo>
                    <a:pt x="16403" y="4707"/>
                  </a:lnTo>
                  <a:lnTo>
                    <a:pt x="1" y="4707"/>
                  </a:lnTo>
                  <a:lnTo>
                    <a:pt x="1" y="4935"/>
                  </a:lnTo>
                  <a:lnTo>
                    <a:pt x="16645" y="4935"/>
                  </a:lnTo>
                  <a:lnTo>
                    <a:pt x="16645" y="485"/>
                  </a:lnTo>
                  <a:lnTo>
                    <a:pt x="34474" y="485"/>
                  </a:lnTo>
                  <a:cubicBezTo>
                    <a:pt x="34531" y="599"/>
                    <a:pt x="34702" y="713"/>
                    <a:pt x="34831" y="713"/>
                  </a:cubicBezTo>
                  <a:cubicBezTo>
                    <a:pt x="35059" y="713"/>
                    <a:pt x="35244" y="542"/>
                    <a:pt x="35244" y="357"/>
                  </a:cubicBezTo>
                  <a:cubicBezTo>
                    <a:pt x="35244" y="129"/>
                    <a:pt x="35059" y="0"/>
                    <a:pt x="3483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51"/>
          <p:cNvGrpSpPr/>
          <p:nvPr/>
        </p:nvGrpSpPr>
        <p:grpSpPr>
          <a:xfrm>
            <a:off x="-6" y="3333878"/>
            <a:ext cx="2174918" cy="1340856"/>
            <a:chOff x="-6" y="3333878"/>
            <a:chExt cx="2174918" cy="1340856"/>
          </a:xfrm>
        </p:grpSpPr>
        <p:grpSp>
          <p:nvGrpSpPr>
            <p:cNvPr id="1037" name="Google Shape;1037;p51"/>
            <p:cNvGrpSpPr/>
            <p:nvPr/>
          </p:nvGrpSpPr>
          <p:grpSpPr>
            <a:xfrm rot="5400000">
              <a:off x="694173" y="3358411"/>
              <a:ext cx="622150" cy="2010496"/>
              <a:chOff x="2474121" y="2891575"/>
              <a:chExt cx="439279" cy="1419541"/>
            </a:xfrm>
          </p:grpSpPr>
          <p:sp>
            <p:nvSpPr>
              <p:cNvPr id="1038" name="Google Shape;1038;p51"/>
              <p:cNvSpPr/>
              <p:nvPr/>
            </p:nvSpPr>
            <p:spPr>
              <a:xfrm rot="-5400000">
                <a:off x="1917918" y="3535251"/>
                <a:ext cx="1419541" cy="132189"/>
              </a:xfrm>
              <a:custGeom>
                <a:avLst/>
                <a:gdLst/>
                <a:ahLst/>
                <a:cxnLst/>
                <a:rect l="l" t="t" r="r" b="b"/>
                <a:pathLst>
                  <a:path w="32635" h="3039" extrusionOk="0">
                    <a:moveTo>
                      <a:pt x="1" y="0"/>
                    </a:moveTo>
                    <a:lnTo>
                      <a:pt x="1" y="243"/>
                    </a:lnTo>
                    <a:lnTo>
                      <a:pt x="15818" y="243"/>
                    </a:lnTo>
                    <a:lnTo>
                      <a:pt x="15818" y="2796"/>
                    </a:lnTo>
                    <a:lnTo>
                      <a:pt x="31864" y="2796"/>
                    </a:lnTo>
                    <a:cubicBezTo>
                      <a:pt x="31921" y="2981"/>
                      <a:pt x="32092" y="3038"/>
                      <a:pt x="32221" y="3038"/>
                    </a:cubicBezTo>
                    <a:cubicBezTo>
                      <a:pt x="32449" y="3038"/>
                      <a:pt x="32634" y="2924"/>
                      <a:pt x="32634" y="2682"/>
                    </a:cubicBezTo>
                    <a:cubicBezTo>
                      <a:pt x="32634" y="2496"/>
                      <a:pt x="32449" y="2325"/>
                      <a:pt x="32221" y="2325"/>
                    </a:cubicBezTo>
                    <a:cubicBezTo>
                      <a:pt x="32092" y="2325"/>
                      <a:pt x="31921" y="2439"/>
                      <a:pt x="31864" y="2568"/>
                    </a:cubicBezTo>
                    <a:lnTo>
                      <a:pt x="16046" y="2568"/>
                    </a:lnTo>
                    <a:lnTo>
                      <a:pt x="1604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1"/>
              <p:cNvSpPr/>
              <p:nvPr/>
            </p:nvSpPr>
            <p:spPr>
              <a:xfrm rot="-5400000">
                <a:off x="2568095" y="3965811"/>
                <a:ext cx="504441" cy="186169"/>
              </a:xfrm>
              <a:custGeom>
                <a:avLst/>
                <a:gdLst/>
                <a:ahLst/>
                <a:cxnLst/>
                <a:rect l="l" t="t" r="r" b="b"/>
                <a:pathLst>
                  <a:path w="11597" h="4280" extrusionOk="0">
                    <a:moveTo>
                      <a:pt x="1" y="1"/>
                    </a:moveTo>
                    <a:lnTo>
                      <a:pt x="1" y="243"/>
                    </a:lnTo>
                    <a:lnTo>
                      <a:pt x="11112" y="243"/>
                    </a:lnTo>
                    <a:lnTo>
                      <a:pt x="11112" y="3566"/>
                    </a:lnTo>
                    <a:cubicBezTo>
                      <a:pt x="10940" y="3623"/>
                      <a:pt x="10883" y="3752"/>
                      <a:pt x="10883" y="3923"/>
                    </a:cubicBezTo>
                    <a:cubicBezTo>
                      <a:pt x="10883" y="4108"/>
                      <a:pt x="10997" y="4279"/>
                      <a:pt x="11240" y="4279"/>
                    </a:cubicBezTo>
                    <a:cubicBezTo>
                      <a:pt x="11468" y="4279"/>
                      <a:pt x="11596" y="4108"/>
                      <a:pt x="11596" y="3923"/>
                    </a:cubicBezTo>
                    <a:cubicBezTo>
                      <a:pt x="11596" y="3752"/>
                      <a:pt x="11539" y="3623"/>
                      <a:pt x="11354" y="3566"/>
                    </a:cubicBezTo>
                    <a:lnTo>
                      <a:pt x="1135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51"/>
              <p:cNvSpPr/>
              <p:nvPr/>
            </p:nvSpPr>
            <p:spPr>
              <a:xfrm rot="-5400000">
                <a:off x="2612136" y="4009852"/>
                <a:ext cx="452331" cy="150197"/>
              </a:xfrm>
              <a:custGeom>
                <a:avLst/>
                <a:gdLst/>
                <a:ahLst/>
                <a:cxnLst/>
                <a:rect l="l" t="t" r="r" b="b"/>
                <a:pathLst>
                  <a:path w="10399" h="3453" extrusionOk="0">
                    <a:moveTo>
                      <a:pt x="1" y="1"/>
                    </a:moveTo>
                    <a:lnTo>
                      <a:pt x="1" y="243"/>
                    </a:lnTo>
                    <a:lnTo>
                      <a:pt x="9928" y="243"/>
                    </a:lnTo>
                    <a:lnTo>
                      <a:pt x="9928" y="2739"/>
                    </a:lnTo>
                    <a:cubicBezTo>
                      <a:pt x="9757" y="2796"/>
                      <a:pt x="9628" y="2925"/>
                      <a:pt x="9628" y="3096"/>
                    </a:cubicBezTo>
                    <a:cubicBezTo>
                      <a:pt x="9628" y="3281"/>
                      <a:pt x="9814" y="3452"/>
                      <a:pt x="10042" y="3452"/>
                    </a:cubicBezTo>
                    <a:cubicBezTo>
                      <a:pt x="10227" y="3452"/>
                      <a:pt x="10398" y="3281"/>
                      <a:pt x="10398" y="3096"/>
                    </a:cubicBezTo>
                    <a:cubicBezTo>
                      <a:pt x="10398" y="2925"/>
                      <a:pt x="10284" y="2796"/>
                      <a:pt x="10170" y="2739"/>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51"/>
              <p:cNvSpPr/>
              <p:nvPr/>
            </p:nvSpPr>
            <p:spPr>
              <a:xfrm rot="-5400000">
                <a:off x="2177879" y="3666157"/>
                <a:ext cx="1160818" cy="129101"/>
              </a:xfrm>
              <a:custGeom>
                <a:avLst/>
                <a:gdLst/>
                <a:ahLst/>
                <a:cxnLst/>
                <a:rect l="l" t="t" r="r" b="b"/>
                <a:pathLst>
                  <a:path w="26687" h="2968" extrusionOk="0">
                    <a:moveTo>
                      <a:pt x="1" y="0"/>
                    </a:moveTo>
                    <a:lnTo>
                      <a:pt x="1" y="243"/>
                    </a:lnTo>
                    <a:lnTo>
                      <a:pt x="12310" y="243"/>
                    </a:lnTo>
                    <a:lnTo>
                      <a:pt x="12310" y="2739"/>
                    </a:lnTo>
                    <a:lnTo>
                      <a:pt x="25973" y="2739"/>
                    </a:lnTo>
                    <a:cubicBezTo>
                      <a:pt x="26030" y="2910"/>
                      <a:pt x="26159" y="2967"/>
                      <a:pt x="26330" y="2967"/>
                    </a:cubicBezTo>
                    <a:cubicBezTo>
                      <a:pt x="26572" y="2967"/>
                      <a:pt x="26687" y="2853"/>
                      <a:pt x="26687" y="2611"/>
                    </a:cubicBezTo>
                    <a:cubicBezTo>
                      <a:pt x="26687" y="2439"/>
                      <a:pt x="26572" y="2254"/>
                      <a:pt x="26330" y="2254"/>
                    </a:cubicBezTo>
                    <a:cubicBezTo>
                      <a:pt x="26159" y="2254"/>
                      <a:pt x="26030" y="2382"/>
                      <a:pt x="25973" y="2496"/>
                    </a:cubicBezTo>
                    <a:lnTo>
                      <a:pt x="12538" y="2496"/>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1"/>
              <p:cNvSpPr/>
              <p:nvPr/>
            </p:nvSpPr>
            <p:spPr>
              <a:xfrm rot="-5400000">
                <a:off x="2081076" y="3607849"/>
                <a:ext cx="1271867" cy="134668"/>
              </a:xfrm>
              <a:custGeom>
                <a:avLst/>
                <a:gdLst/>
                <a:ahLst/>
                <a:cxnLst/>
                <a:rect l="l" t="t" r="r" b="b"/>
                <a:pathLst>
                  <a:path w="29240" h="3096" extrusionOk="0">
                    <a:moveTo>
                      <a:pt x="1" y="1"/>
                    </a:moveTo>
                    <a:lnTo>
                      <a:pt x="1" y="243"/>
                    </a:lnTo>
                    <a:lnTo>
                      <a:pt x="13436" y="243"/>
                    </a:lnTo>
                    <a:lnTo>
                      <a:pt x="13436" y="2853"/>
                    </a:lnTo>
                    <a:lnTo>
                      <a:pt x="28526" y="2853"/>
                    </a:lnTo>
                    <a:cubicBezTo>
                      <a:pt x="28526" y="2967"/>
                      <a:pt x="28712" y="3096"/>
                      <a:pt x="28883" y="3096"/>
                    </a:cubicBezTo>
                    <a:cubicBezTo>
                      <a:pt x="29068" y="3096"/>
                      <a:pt x="29240" y="2910"/>
                      <a:pt x="29240" y="2739"/>
                    </a:cubicBezTo>
                    <a:cubicBezTo>
                      <a:pt x="29240" y="2497"/>
                      <a:pt x="29068" y="2326"/>
                      <a:pt x="28883" y="2326"/>
                    </a:cubicBezTo>
                    <a:cubicBezTo>
                      <a:pt x="28712" y="2326"/>
                      <a:pt x="28526" y="2440"/>
                      <a:pt x="28526" y="2611"/>
                    </a:cubicBezTo>
                    <a:lnTo>
                      <a:pt x="13679" y="2611"/>
                    </a:lnTo>
                    <a:lnTo>
                      <a:pt x="1367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1"/>
              <p:cNvSpPr/>
              <p:nvPr/>
            </p:nvSpPr>
            <p:spPr>
              <a:xfrm rot="-5400000">
                <a:off x="2065591" y="3641342"/>
                <a:ext cx="1212319" cy="127230"/>
              </a:xfrm>
              <a:custGeom>
                <a:avLst/>
                <a:gdLst/>
                <a:ahLst/>
                <a:cxnLst/>
                <a:rect l="l" t="t" r="r" b="b"/>
                <a:pathLst>
                  <a:path w="27871" h="2925" extrusionOk="0">
                    <a:moveTo>
                      <a:pt x="1" y="0"/>
                    </a:moveTo>
                    <a:lnTo>
                      <a:pt x="1" y="243"/>
                    </a:lnTo>
                    <a:lnTo>
                      <a:pt x="14563" y="243"/>
                    </a:lnTo>
                    <a:lnTo>
                      <a:pt x="14563" y="2682"/>
                    </a:lnTo>
                    <a:lnTo>
                      <a:pt x="27157" y="2682"/>
                    </a:lnTo>
                    <a:cubicBezTo>
                      <a:pt x="27229" y="2853"/>
                      <a:pt x="27343" y="2924"/>
                      <a:pt x="27514" y="2924"/>
                    </a:cubicBezTo>
                    <a:cubicBezTo>
                      <a:pt x="27756" y="2924"/>
                      <a:pt x="27870" y="2796"/>
                      <a:pt x="27870" y="2567"/>
                    </a:cubicBezTo>
                    <a:cubicBezTo>
                      <a:pt x="27870" y="2382"/>
                      <a:pt x="27756" y="2211"/>
                      <a:pt x="27514" y="2211"/>
                    </a:cubicBezTo>
                    <a:cubicBezTo>
                      <a:pt x="27343" y="2211"/>
                      <a:pt x="27229" y="2325"/>
                      <a:pt x="27157" y="2439"/>
                    </a:cubicBezTo>
                    <a:lnTo>
                      <a:pt x="14806" y="2439"/>
                    </a:lnTo>
                    <a:lnTo>
                      <a:pt x="1480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1"/>
              <p:cNvSpPr/>
              <p:nvPr/>
            </p:nvSpPr>
            <p:spPr>
              <a:xfrm rot="-5400000">
                <a:off x="1972508" y="3742473"/>
                <a:ext cx="1103749" cy="33537"/>
              </a:xfrm>
              <a:custGeom>
                <a:avLst/>
                <a:gdLst/>
                <a:ahLst/>
                <a:cxnLst/>
                <a:rect l="l" t="t" r="r" b="b"/>
                <a:pathLst>
                  <a:path w="25375" h="771" extrusionOk="0">
                    <a:moveTo>
                      <a:pt x="25018" y="1"/>
                    </a:moveTo>
                    <a:cubicBezTo>
                      <a:pt x="24847" y="1"/>
                      <a:pt x="24733" y="115"/>
                      <a:pt x="24661" y="300"/>
                    </a:cubicBezTo>
                    <a:lnTo>
                      <a:pt x="1" y="300"/>
                    </a:lnTo>
                    <a:lnTo>
                      <a:pt x="1" y="528"/>
                    </a:lnTo>
                    <a:lnTo>
                      <a:pt x="24661" y="528"/>
                    </a:lnTo>
                    <a:cubicBezTo>
                      <a:pt x="24733" y="657"/>
                      <a:pt x="24847" y="771"/>
                      <a:pt x="25018" y="771"/>
                    </a:cubicBezTo>
                    <a:cubicBezTo>
                      <a:pt x="25260" y="771"/>
                      <a:pt x="25374" y="600"/>
                      <a:pt x="25374" y="414"/>
                    </a:cubicBezTo>
                    <a:cubicBezTo>
                      <a:pt x="25374" y="172"/>
                      <a:pt x="25260" y="1"/>
                      <a:pt x="2501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51"/>
              <p:cNvSpPr/>
              <p:nvPr/>
            </p:nvSpPr>
            <p:spPr>
              <a:xfrm rot="-5400000">
                <a:off x="2020290" y="3823748"/>
                <a:ext cx="941199" cy="33537"/>
              </a:xfrm>
              <a:custGeom>
                <a:avLst/>
                <a:gdLst/>
                <a:ahLst/>
                <a:cxnLst/>
                <a:rect l="l" t="t" r="r" b="b"/>
                <a:pathLst>
                  <a:path w="21638" h="771" extrusionOk="0">
                    <a:moveTo>
                      <a:pt x="21281" y="0"/>
                    </a:moveTo>
                    <a:cubicBezTo>
                      <a:pt x="21095" y="0"/>
                      <a:pt x="20924" y="114"/>
                      <a:pt x="20924" y="229"/>
                    </a:cubicBezTo>
                    <a:lnTo>
                      <a:pt x="1" y="229"/>
                    </a:lnTo>
                    <a:lnTo>
                      <a:pt x="1" y="471"/>
                    </a:lnTo>
                    <a:lnTo>
                      <a:pt x="20924" y="471"/>
                    </a:lnTo>
                    <a:cubicBezTo>
                      <a:pt x="20924" y="656"/>
                      <a:pt x="21095" y="771"/>
                      <a:pt x="21281" y="771"/>
                    </a:cubicBezTo>
                    <a:cubicBezTo>
                      <a:pt x="21452" y="771"/>
                      <a:pt x="21637" y="585"/>
                      <a:pt x="21637" y="357"/>
                    </a:cubicBezTo>
                    <a:cubicBezTo>
                      <a:pt x="21637" y="172"/>
                      <a:pt x="21452" y="0"/>
                      <a:pt x="2128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6" name="Google Shape;1046;p51"/>
            <p:cNvGrpSpPr/>
            <p:nvPr/>
          </p:nvGrpSpPr>
          <p:grpSpPr>
            <a:xfrm rot="5400000">
              <a:off x="752586" y="2581286"/>
              <a:ext cx="669734" cy="2174918"/>
              <a:chOff x="6278982" y="2751992"/>
              <a:chExt cx="478381" cy="1553513"/>
            </a:xfrm>
          </p:grpSpPr>
          <p:sp>
            <p:nvSpPr>
              <p:cNvPr id="1047" name="Google Shape;1047;p51"/>
              <p:cNvSpPr/>
              <p:nvPr/>
            </p:nvSpPr>
            <p:spPr>
              <a:xfrm rot="-5400000">
                <a:off x="6192439" y="3740581"/>
                <a:ext cx="1059686" cy="70161"/>
              </a:xfrm>
              <a:custGeom>
                <a:avLst/>
                <a:gdLst/>
                <a:ahLst/>
                <a:cxnLst/>
                <a:rect l="l" t="t" r="r" b="b"/>
                <a:pathLst>
                  <a:path w="24362" h="1613" extrusionOk="0">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51"/>
              <p:cNvSpPr/>
              <p:nvPr/>
            </p:nvSpPr>
            <p:spPr>
              <a:xfrm rot="-5400000">
                <a:off x="6010359" y="3607522"/>
                <a:ext cx="1325804" cy="70161"/>
              </a:xfrm>
              <a:custGeom>
                <a:avLst/>
                <a:gdLst/>
                <a:ahLst/>
                <a:cxnLst/>
                <a:rect l="l" t="t" r="r" b="b"/>
                <a:pathLst>
                  <a:path w="30480" h="1613" extrusionOk="0">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51"/>
              <p:cNvSpPr/>
              <p:nvPr/>
            </p:nvSpPr>
            <p:spPr>
              <a:xfrm rot="-5400000">
                <a:off x="6022147" y="3665853"/>
                <a:ext cx="1214755" cy="64550"/>
              </a:xfrm>
              <a:custGeom>
                <a:avLst/>
                <a:gdLst/>
                <a:ahLst/>
                <a:cxnLst/>
                <a:rect l="l" t="t" r="r" b="b"/>
                <a:pathLst>
                  <a:path w="27927" h="1484" extrusionOk="0">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51"/>
              <p:cNvSpPr/>
              <p:nvPr/>
            </p:nvSpPr>
            <p:spPr>
              <a:xfrm rot="-5400000">
                <a:off x="5843461" y="3619310"/>
                <a:ext cx="1279305" cy="93085"/>
              </a:xfrm>
              <a:custGeom>
                <a:avLst/>
                <a:gdLst/>
                <a:ahLst/>
                <a:cxnLst/>
                <a:rect l="l" t="t" r="r" b="b"/>
                <a:pathLst>
                  <a:path w="29411" h="2140" extrusionOk="0">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51"/>
              <p:cNvSpPr/>
              <p:nvPr/>
            </p:nvSpPr>
            <p:spPr>
              <a:xfrm rot="-5400000">
                <a:off x="5753204" y="3565025"/>
                <a:ext cx="1374825" cy="106134"/>
              </a:xfrm>
              <a:custGeom>
                <a:avLst/>
                <a:gdLst/>
                <a:ahLst/>
                <a:cxnLst/>
                <a:rect l="l" t="t" r="r" b="b"/>
                <a:pathLst>
                  <a:path w="31607" h="2440" extrusionOk="0">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51"/>
              <p:cNvSpPr/>
              <p:nvPr/>
            </p:nvSpPr>
            <p:spPr>
              <a:xfrm rot="-5400000">
                <a:off x="5618885" y="3466677"/>
                <a:ext cx="1553513" cy="124142"/>
              </a:xfrm>
              <a:custGeom>
                <a:avLst/>
                <a:gdLst/>
                <a:ahLst/>
                <a:cxnLst/>
                <a:rect l="l" t="t" r="r" b="b"/>
                <a:pathLst>
                  <a:path w="35715" h="2854" extrusionOk="0">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51"/>
              <p:cNvSpPr/>
              <p:nvPr/>
            </p:nvSpPr>
            <p:spPr>
              <a:xfrm rot="-5400000">
                <a:off x="5790418" y="3674835"/>
                <a:ext cx="1119234" cy="142106"/>
              </a:xfrm>
              <a:custGeom>
                <a:avLst/>
                <a:gdLst/>
                <a:ahLst/>
                <a:cxnLst/>
                <a:rect l="l" t="t" r="r" b="b"/>
                <a:pathLst>
                  <a:path w="25731" h="3267" extrusionOk="0">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51"/>
              <p:cNvSpPr/>
              <p:nvPr/>
            </p:nvSpPr>
            <p:spPr>
              <a:xfrm rot="-5400000">
                <a:off x="6430370" y="3978513"/>
                <a:ext cx="620405" cy="33580"/>
              </a:xfrm>
              <a:custGeom>
                <a:avLst/>
                <a:gdLst/>
                <a:ahLst/>
                <a:cxnLst/>
                <a:rect l="l" t="t" r="r" b="b"/>
                <a:pathLst>
                  <a:path w="14263" h="772" extrusionOk="0">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51"/>
              <p:cNvSpPr/>
              <p:nvPr/>
            </p:nvSpPr>
            <p:spPr>
              <a:xfrm rot="-5400000">
                <a:off x="5858989" y="3544234"/>
                <a:ext cx="1460429" cy="62114"/>
              </a:xfrm>
              <a:custGeom>
                <a:avLst/>
                <a:gdLst/>
                <a:ahLst/>
                <a:cxnLst/>
                <a:rect l="l" t="t" r="r" b="b"/>
                <a:pathLst>
                  <a:path w="33575" h="1428" extrusionOk="0">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56" name="Google Shape;1056;p51"/>
          <p:cNvGrpSpPr/>
          <p:nvPr/>
        </p:nvGrpSpPr>
        <p:grpSpPr>
          <a:xfrm>
            <a:off x="7181728" y="2938818"/>
            <a:ext cx="1357857" cy="2848314"/>
            <a:chOff x="7181728" y="2938818"/>
            <a:chExt cx="1357857" cy="2848314"/>
          </a:xfrm>
        </p:grpSpPr>
        <p:grpSp>
          <p:nvGrpSpPr>
            <p:cNvPr id="1057" name="Google Shape;1057;p51"/>
            <p:cNvGrpSpPr/>
            <p:nvPr/>
          </p:nvGrpSpPr>
          <p:grpSpPr>
            <a:xfrm>
              <a:off x="7620438" y="2938818"/>
              <a:ext cx="919147" cy="2204676"/>
              <a:chOff x="3117442" y="2754471"/>
              <a:chExt cx="648978" cy="1556645"/>
            </a:xfrm>
          </p:grpSpPr>
          <p:sp>
            <p:nvSpPr>
              <p:cNvPr id="1058" name="Google Shape;1058;p51"/>
              <p:cNvSpPr/>
              <p:nvPr/>
            </p:nvSpPr>
            <p:spPr>
              <a:xfrm rot="-5400000">
                <a:off x="2522788" y="3592320"/>
                <a:ext cx="1313451" cy="124142"/>
              </a:xfrm>
              <a:custGeom>
                <a:avLst/>
                <a:gdLst/>
                <a:ahLst/>
                <a:cxnLst/>
                <a:rect l="l" t="t" r="r" b="b"/>
                <a:pathLst>
                  <a:path w="30196" h="2854" extrusionOk="0">
                    <a:moveTo>
                      <a:pt x="15276" y="1"/>
                    </a:moveTo>
                    <a:lnTo>
                      <a:pt x="12666" y="2625"/>
                    </a:lnTo>
                    <a:lnTo>
                      <a:pt x="1" y="2625"/>
                    </a:lnTo>
                    <a:lnTo>
                      <a:pt x="1" y="2854"/>
                    </a:lnTo>
                    <a:lnTo>
                      <a:pt x="12780" y="2854"/>
                    </a:lnTo>
                    <a:lnTo>
                      <a:pt x="15390" y="243"/>
                    </a:lnTo>
                    <a:lnTo>
                      <a:pt x="23235" y="243"/>
                    </a:lnTo>
                    <a:lnTo>
                      <a:pt x="25374" y="2383"/>
                    </a:lnTo>
                    <a:lnTo>
                      <a:pt x="29425" y="2383"/>
                    </a:lnTo>
                    <a:cubicBezTo>
                      <a:pt x="29482" y="2554"/>
                      <a:pt x="29596" y="2625"/>
                      <a:pt x="29782" y="2625"/>
                    </a:cubicBezTo>
                    <a:cubicBezTo>
                      <a:pt x="30010" y="2625"/>
                      <a:pt x="30195" y="2497"/>
                      <a:pt x="30195" y="2269"/>
                    </a:cubicBezTo>
                    <a:cubicBezTo>
                      <a:pt x="30195" y="2083"/>
                      <a:pt x="30010" y="1912"/>
                      <a:pt x="29782" y="1912"/>
                    </a:cubicBezTo>
                    <a:cubicBezTo>
                      <a:pt x="29653" y="1912"/>
                      <a:pt x="29482" y="1969"/>
                      <a:pt x="29425" y="2140"/>
                    </a:cubicBezTo>
                    <a:lnTo>
                      <a:pt x="25503" y="2140"/>
                    </a:lnTo>
                    <a:lnTo>
                      <a:pt x="23306"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51"/>
              <p:cNvSpPr/>
              <p:nvPr/>
            </p:nvSpPr>
            <p:spPr>
              <a:xfrm rot="-5400000">
                <a:off x="3104412" y="3972336"/>
                <a:ext cx="644024" cy="33537"/>
              </a:xfrm>
              <a:custGeom>
                <a:avLst/>
                <a:gdLst/>
                <a:ahLst/>
                <a:cxnLst/>
                <a:rect l="l" t="t" r="r" b="b"/>
                <a:pathLst>
                  <a:path w="14806" h="771" extrusionOk="0">
                    <a:moveTo>
                      <a:pt x="14392" y="1"/>
                    </a:moveTo>
                    <a:cubicBezTo>
                      <a:pt x="14264" y="1"/>
                      <a:pt x="14092" y="115"/>
                      <a:pt x="14035" y="300"/>
                    </a:cubicBezTo>
                    <a:lnTo>
                      <a:pt x="1" y="300"/>
                    </a:lnTo>
                    <a:lnTo>
                      <a:pt x="1" y="543"/>
                    </a:lnTo>
                    <a:lnTo>
                      <a:pt x="14035" y="543"/>
                    </a:lnTo>
                    <a:cubicBezTo>
                      <a:pt x="14092" y="657"/>
                      <a:pt x="14264" y="771"/>
                      <a:pt x="14392" y="771"/>
                    </a:cubicBezTo>
                    <a:cubicBezTo>
                      <a:pt x="14620" y="771"/>
                      <a:pt x="14806" y="600"/>
                      <a:pt x="14806" y="414"/>
                    </a:cubicBezTo>
                    <a:cubicBezTo>
                      <a:pt x="14806" y="186"/>
                      <a:pt x="14620" y="1"/>
                      <a:pt x="1439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51"/>
              <p:cNvSpPr/>
              <p:nvPr/>
            </p:nvSpPr>
            <p:spPr>
              <a:xfrm rot="-5400000">
                <a:off x="3456174" y="4000870"/>
                <a:ext cx="452331" cy="168161"/>
              </a:xfrm>
              <a:custGeom>
                <a:avLst/>
                <a:gdLst/>
                <a:ahLst/>
                <a:cxnLst/>
                <a:rect l="l" t="t" r="r" b="b"/>
                <a:pathLst>
                  <a:path w="10399" h="3866" extrusionOk="0">
                    <a:moveTo>
                      <a:pt x="1" y="1"/>
                    </a:moveTo>
                    <a:lnTo>
                      <a:pt x="1" y="243"/>
                    </a:lnTo>
                    <a:lnTo>
                      <a:pt x="9928" y="243"/>
                    </a:lnTo>
                    <a:lnTo>
                      <a:pt x="9928" y="3153"/>
                    </a:lnTo>
                    <a:cubicBezTo>
                      <a:pt x="9757" y="3153"/>
                      <a:pt x="9628" y="3338"/>
                      <a:pt x="9628" y="3509"/>
                    </a:cubicBezTo>
                    <a:cubicBezTo>
                      <a:pt x="9628" y="3695"/>
                      <a:pt x="9814" y="3866"/>
                      <a:pt x="10042" y="3866"/>
                    </a:cubicBezTo>
                    <a:cubicBezTo>
                      <a:pt x="10227" y="3866"/>
                      <a:pt x="10398" y="3695"/>
                      <a:pt x="10398" y="3509"/>
                    </a:cubicBezTo>
                    <a:cubicBezTo>
                      <a:pt x="10398" y="3338"/>
                      <a:pt x="10284" y="3153"/>
                      <a:pt x="10170" y="3153"/>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1"/>
              <p:cNvSpPr/>
              <p:nvPr/>
            </p:nvSpPr>
            <p:spPr>
              <a:xfrm rot="-5400000">
                <a:off x="3085206" y="3642908"/>
                <a:ext cx="1140330" cy="196087"/>
              </a:xfrm>
              <a:custGeom>
                <a:avLst/>
                <a:gdLst/>
                <a:ahLst/>
                <a:cxnLst/>
                <a:rect l="l" t="t" r="r" b="b"/>
                <a:pathLst>
                  <a:path w="26216" h="4508" extrusionOk="0">
                    <a:moveTo>
                      <a:pt x="25859" y="0"/>
                    </a:moveTo>
                    <a:cubicBezTo>
                      <a:pt x="25674" y="0"/>
                      <a:pt x="25560" y="114"/>
                      <a:pt x="25503" y="229"/>
                    </a:cubicBezTo>
                    <a:lnTo>
                      <a:pt x="16531" y="229"/>
                    </a:lnTo>
                    <a:lnTo>
                      <a:pt x="12481" y="4279"/>
                    </a:lnTo>
                    <a:lnTo>
                      <a:pt x="11240" y="4279"/>
                    </a:lnTo>
                    <a:lnTo>
                      <a:pt x="11240" y="57"/>
                    </a:lnTo>
                    <a:lnTo>
                      <a:pt x="1" y="57"/>
                    </a:lnTo>
                    <a:lnTo>
                      <a:pt x="1" y="286"/>
                    </a:lnTo>
                    <a:lnTo>
                      <a:pt x="10997" y="286"/>
                    </a:lnTo>
                    <a:lnTo>
                      <a:pt x="10997" y="4507"/>
                    </a:lnTo>
                    <a:lnTo>
                      <a:pt x="12609" y="4507"/>
                    </a:lnTo>
                    <a:lnTo>
                      <a:pt x="16645" y="471"/>
                    </a:lnTo>
                    <a:lnTo>
                      <a:pt x="25503" y="471"/>
                    </a:lnTo>
                    <a:cubicBezTo>
                      <a:pt x="25560" y="642"/>
                      <a:pt x="25674" y="771"/>
                      <a:pt x="25859" y="771"/>
                    </a:cubicBezTo>
                    <a:cubicBezTo>
                      <a:pt x="26087" y="771"/>
                      <a:pt x="26216" y="585"/>
                      <a:pt x="26216" y="357"/>
                    </a:cubicBezTo>
                    <a:cubicBezTo>
                      <a:pt x="26216" y="171"/>
                      <a:pt x="26087" y="0"/>
                      <a:pt x="2585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51"/>
              <p:cNvSpPr/>
              <p:nvPr/>
            </p:nvSpPr>
            <p:spPr>
              <a:xfrm rot="-5400000">
                <a:off x="2913348" y="3546126"/>
                <a:ext cx="1336374" cy="193607"/>
              </a:xfrm>
              <a:custGeom>
                <a:avLst/>
                <a:gdLst/>
                <a:ahLst/>
                <a:cxnLst/>
                <a:rect l="l" t="t" r="r" b="b"/>
                <a:pathLst>
                  <a:path w="30723" h="4451" extrusionOk="0">
                    <a:moveTo>
                      <a:pt x="30309" y="1"/>
                    </a:moveTo>
                    <a:cubicBezTo>
                      <a:pt x="30195" y="1"/>
                      <a:pt x="30010" y="115"/>
                      <a:pt x="29953" y="300"/>
                    </a:cubicBezTo>
                    <a:lnTo>
                      <a:pt x="16232" y="300"/>
                    </a:lnTo>
                    <a:lnTo>
                      <a:pt x="12609" y="3866"/>
                    </a:lnTo>
                    <a:lnTo>
                      <a:pt x="12609" y="714"/>
                    </a:lnTo>
                    <a:lnTo>
                      <a:pt x="1" y="714"/>
                    </a:lnTo>
                    <a:lnTo>
                      <a:pt x="1" y="956"/>
                    </a:lnTo>
                    <a:lnTo>
                      <a:pt x="12367" y="956"/>
                    </a:lnTo>
                    <a:lnTo>
                      <a:pt x="12367" y="4451"/>
                    </a:lnTo>
                    <a:lnTo>
                      <a:pt x="16346" y="528"/>
                    </a:lnTo>
                    <a:lnTo>
                      <a:pt x="29953" y="528"/>
                    </a:lnTo>
                    <a:cubicBezTo>
                      <a:pt x="30010" y="657"/>
                      <a:pt x="30195" y="771"/>
                      <a:pt x="30309" y="771"/>
                    </a:cubicBezTo>
                    <a:cubicBezTo>
                      <a:pt x="30552" y="771"/>
                      <a:pt x="30723" y="600"/>
                      <a:pt x="30723" y="414"/>
                    </a:cubicBezTo>
                    <a:cubicBezTo>
                      <a:pt x="30723" y="172"/>
                      <a:pt x="30552" y="1"/>
                      <a:pt x="3030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1"/>
              <p:cNvSpPr/>
              <p:nvPr/>
            </p:nvSpPr>
            <p:spPr>
              <a:xfrm rot="-5400000">
                <a:off x="2875811" y="3622116"/>
                <a:ext cx="1233415" cy="144586"/>
              </a:xfrm>
              <a:custGeom>
                <a:avLst/>
                <a:gdLst/>
                <a:ahLst/>
                <a:cxnLst/>
                <a:rect l="l" t="t" r="r" b="b"/>
                <a:pathLst>
                  <a:path w="28356" h="3324" extrusionOk="0">
                    <a:moveTo>
                      <a:pt x="27942" y="0"/>
                    </a:moveTo>
                    <a:cubicBezTo>
                      <a:pt x="27813" y="0"/>
                      <a:pt x="27642" y="114"/>
                      <a:pt x="27585" y="228"/>
                    </a:cubicBezTo>
                    <a:lnTo>
                      <a:pt x="16175" y="228"/>
                    </a:lnTo>
                    <a:lnTo>
                      <a:pt x="13679" y="2796"/>
                    </a:lnTo>
                    <a:lnTo>
                      <a:pt x="13679" y="1127"/>
                    </a:lnTo>
                    <a:lnTo>
                      <a:pt x="1" y="1127"/>
                    </a:lnTo>
                    <a:lnTo>
                      <a:pt x="1" y="1369"/>
                    </a:lnTo>
                    <a:lnTo>
                      <a:pt x="13436" y="1369"/>
                    </a:lnTo>
                    <a:lnTo>
                      <a:pt x="13436" y="3323"/>
                    </a:lnTo>
                    <a:lnTo>
                      <a:pt x="16289" y="471"/>
                    </a:lnTo>
                    <a:lnTo>
                      <a:pt x="27585" y="471"/>
                    </a:lnTo>
                    <a:cubicBezTo>
                      <a:pt x="27642" y="656"/>
                      <a:pt x="27813" y="770"/>
                      <a:pt x="27942" y="770"/>
                    </a:cubicBezTo>
                    <a:cubicBezTo>
                      <a:pt x="28170" y="770"/>
                      <a:pt x="28355" y="585"/>
                      <a:pt x="28355" y="357"/>
                    </a:cubicBezTo>
                    <a:cubicBezTo>
                      <a:pt x="28355" y="171"/>
                      <a:pt x="28170" y="0"/>
                      <a:pt x="2794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1"/>
              <p:cNvSpPr/>
              <p:nvPr/>
            </p:nvSpPr>
            <p:spPr>
              <a:xfrm rot="-5400000">
                <a:off x="2601887" y="3552324"/>
                <a:ext cx="1419541" cy="98043"/>
              </a:xfrm>
              <a:custGeom>
                <a:avLst/>
                <a:gdLst/>
                <a:ahLst/>
                <a:cxnLst/>
                <a:rect l="l" t="t" r="r" b="b"/>
                <a:pathLst>
                  <a:path w="32635" h="2254" extrusionOk="0">
                    <a:moveTo>
                      <a:pt x="16289" y="0"/>
                    </a:moveTo>
                    <a:lnTo>
                      <a:pt x="14321" y="1897"/>
                    </a:lnTo>
                    <a:lnTo>
                      <a:pt x="1" y="1897"/>
                    </a:lnTo>
                    <a:lnTo>
                      <a:pt x="1" y="2140"/>
                    </a:lnTo>
                    <a:lnTo>
                      <a:pt x="14449" y="2140"/>
                    </a:lnTo>
                    <a:lnTo>
                      <a:pt x="16346" y="229"/>
                    </a:lnTo>
                    <a:lnTo>
                      <a:pt x="21395" y="229"/>
                    </a:lnTo>
                    <a:lnTo>
                      <a:pt x="23178" y="2012"/>
                    </a:lnTo>
                    <a:lnTo>
                      <a:pt x="31864" y="2012"/>
                    </a:lnTo>
                    <a:cubicBezTo>
                      <a:pt x="31921" y="2197"/>
                      <a:pt x="32092" y="2254"/>
                      <a:pt x="32221" y="2254"/>
                    </a:cubicBezTo>
                    <a:cubicBezTo>
                      <a:pt x="32449" y="2254"/>
                      <a:pt x="32634" y="2140"/>
                      <a:pt x="32634" y="1897"/>
                    </a:cubicBezTo>
                    <a:cubicBezTo>
                      <a:pt x="32634" y="1655"/>
                      <a:pt x="32449" y="1541"/>
                      <a:pt x="32221" y="1541"/>
                    </a:cubicBezTo>
                    <a:cubicBezTo>
                      <a:pt x="32035" y="1541"/>
                      <a:pt x="31921" y="1655"/>
                      <a:pt x="31864" y="1783"/>
                    </a:cubicBezTo>
                    <a:lnTo>
                      <a:pt x="23306" y="1783"/>
                    </a:lnTo>
                    <a:lnTo>
                      <a:pt x="2152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1"/>
              <p:cNvSpPr/>
              <p:nvPr/>
            </p:nvSpPr>
            <p:spPr>
              <a:xfrm rot="-5400000">
                <a:off x="2574592" y="3483446"/>
                <a:ext cx="1556645" cy="98696"/>
              </a:xfrm>
              <a:custGeom>
                <a:avLst/>
                <a:gdLst/>
                <a:ahLst/>
                <a:cxnLst/>
                <a:rect l="l" t="t" r="r" b="b"/>
                <a:pathLst>
                  <a:path w="35787" h="2269" extrusionOk="0">
                    <a:moveTo>
                      <a:pt x="16703" y="1"/>
                    </a:moveTo>
                    <a:lnTo>
                      <a:pt x="14806" y="1841"/>
                    </a:lnTo>
                    <a:lnTo>
                      <a:pt x="1" y="1841"/>
                    </a:lnTo>
                    <a:lnTo>
                      <a:pt x="1" y="2083"/>
                    </a:lnTo>
                    <a:lnTo>
                      <a:pt x="14920" y="2083"/>
                    </a:lnTo>
                    <a:lnTo>
                      <a:pt x="16760" y="243"/>
                    </a:lnTo>
                    <a:lnTo>
                      <a:pt x="20810" y="243"/>
                    </a:lnTo>
                    <a:lnTo>
                      <a:pt x="22593" y="2026"/>
                    </a:lnTo>
                    <a:lnTo>
                      <a:pt x="35002" y="2026"/>
                    </a:lnTo>
                    <a:cubicBezTo>
                      <a:pt x="35073" y="2140"/>
                      <a:pt x="35244" y="2269"/>
                      <a:pt x="35358" y="2269"/>
                    </a:cubicBezTo>
                    <a:cubicBezTo>
                      <a:pt x="35601" y="2269"/>
                      <a:pt x="35786" y="2083"/>
                      <a:pt x="35786" y="1912"/>
                    </a:cubicBezTo>
                    <a:cubicBezTo>
                      <a:pt x="35786" y="1670"/>
                      <a:pt x="35601" y="1484"/>
                      <a:pt x="35358" y="1484"/>
                    </a:cubicBezTo>
                    <a:cubicBezTo>
                      <a:pt x="35244" y="1484"/>
                      <a:pt x="35073" y="1613"/>
                      <a:pt x="35002" y="1784"/>
                    </a:cubicBezTo>
                    <a:lnTo>
                      <a:pt x="22650" y="1784"/>
                    </a:lnTo>
                    <a:lnTo>
                      <a:pt x="2092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1"/>
              <p:cNvSpPr/>
              <p:nvPr/>
            </p:nvSpPr>
            <p:spPr>
              <a:xfrm rot="-5400000">
                <a:off x="2516589" y="3511045"/>
                <a:ext cx="1499576" cy="100566"/>
              </a:xfrm>
              <a:custGeom>
                <a:avLst/>
                <a:gdLst/>
                <a:ahLst/>
                <a:cxnLst/>
                <a:rect l="l" t="t" r="r" b="b"/>
                <a:pathLst>
                  <a:path w="34475" h="2312" extrusionOk="0">
                    <a:moveTo>
                      <a:pt x="15747" y="1"/>
                    </a:moveTo>
                    <a:lnTo>
                      <a:pt x="13679" y="2012"/>
                    </a:lnTo>
                    <a:lnTo>
                      <a:pt x="1" y="2012"/>
                    </a:lnTo>
                    <a:lnTo>
                      <a:pt x="1" y="2254"/>
                    </a:lnTo>
                    <a:lnTo>
                      <a:pt x="13793" y="2254"/>
                    </a:lnTo>
                    <a:lnTo>
                      <a:pt x="15818" y="229"/>
                    </a:lnTo>
                    <a:lnTo>
                      <a:pt x="22108" y="229"/>
                    </a:lnTo>
                    <a:lnTo>
                      <a:pt x="24019" y="2069"/>
                    </a:lnTo>
                    <a:lnTo>
                      <a:pt x="33761" y="2069"/>
                    </a:lnTo>
                    <a:cubicBezTo>
                      <a:pt x="33818" y="2197"/>
                      <a:pt x="33932" y="2311"/>
                      <a:pt x="34117" y="2311"/>
                    </a:cubicBezTo>
                    <a:cubicBezTo>
                      <a:pt x="34289" y="2311"/>
                      <a:pt x="34474" y="2140"/>
                      <a:pt x="34474" y="1955"/>
                    </a:cubicBezTo>
                    <a:cubicBezTo>
                      <a:pt x="34474" y="1712"/>
                      <a:pt x="34289" y="1541"/>
                      <a:pt x="34117" y="1541"/>
                    </a:cubicBezTo>
                    <a:cubicBezTo>
                      <a:pt x="33932" y="1541"/>
                      <a:pt x="33761" y="1655"/>
                      <a:pt x="33761" y="1841"/>
                    </a:cubicBezTo>
                    <a:lnTo>
                      <a:pt x="24076" y="1841"/>
                    </a:lnTo>
                    <a:lnTo>
                      <a:pt x="2223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1"/>
              <p:cNvSpPr/>
              <p:nvPr/>
            </p:nvSpPr>
            <p:spPr>
              <a:xfrm rot="-5400000">
                <a:off x="2595407" y="3628314"/>
                <a:ext cx="1251380" cy="114224"/>
              </a:xfrm>
              <a:custGeom>
                <a:avLst/>
                <a:gdLst/>
                <a:ahLst/>
                <a:cxnLst/>
                <a:rect l="l" t="t" r="r" b="b"/>
                <a:pathLst>
                  <a:path w="28769" h="2626" extrusionOk="0">
                    <a:moveTo>
                      <a:pt x="15519" y="1"/>
                    </a:moveTo>
                    <a:lnTo>
                      <a:pt x="13137" y="2383"/>
                    </a:lnTo>
                    <a:lnTo>
                      <a:pt x="1" y="2383"/>
                    </a:lnTo>
                    <a:lnTo>
                      <a:pt x="1" y="2625"/>
                    </a:lnTo>
                    <a:lnTo>
                      <a:pt x="13251" y="2625"/>
                    </a:lnTo>
                    <a:lnTo>
                      <a:pt x="15633" y="243"/>
                    </a:lnTo>
                    <a:lnTo>
                      <a:pt x="22707" y="243"/>
                    </a:lnTo>
                    <a:lnTo>
                      <a:pt x="24547" y="2083"/>
                    </a:lnTo>
                    <a:lnTo>
                      <a:pt x="28056" y="2083"/>
                    </a:lnTo>
                    <a:cubicBezTo>
                      <a:pt x="28056" y="2268"/>
                      <a:pt x="28227" y="2383"/>
                      <a:pt x="28412" y="2383"/>
                    </a:cubicBezTo>
                    <a:cubicBezTo>
                      <a:pt x="28583" y="2383"/>
                      <a:pt x="28769" y="2197"/>
                      <a:pt x="28769" y="1969"/>
                    </a:cubicBezTo>
                    <a:cubicBezTo>
                      <a:pt x="28769" y="1784"/>
                      <a:pt x="28583" y="1612"/>
                      <a:pt x="28412" y="1612"/>
                    </a:cubicBezTo>
                    <a:cubicBezTo>
                      <a:pt x="28227" y="1612"/>
                      <a:pt x="28113" y="1726"/>
                      <a:pt x="28056" y="1841"/>
                    </a:cubicBezTo>
                    <a:lnTo>
                      <a:pt x="24661" y="1841"/>
                    </a:lnTo>
                    <a:lnTo>
                      <a:pt x="2282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8" name="Google Shape;1068;p51"/>
            <p:cNvGrpSpPr/>
            <p:nvPr/>
          </p:nvGrpSpPr>
          <p:grpSpPr>
            <a:xfrm>
              <a:off x="7181728" y="3862376"/>
              <a:ext cx="549893" cy="1924756"/>
              <a:chOff x="7780935" y="2930680"/>
              <a:chExt cx="392780" cy="1374825"/>
            </a:xfrm>
          </p:grpSpPr>
          <p:sp>
            <p:nvSpPr>
              <p:cNvPr id="1069" name="Google Shape;1069;p51"/>
              <p:cNvSpPr/>
              <p:nvPr/>
            </p:nvSpPr>
            <p:spPr>
              <a:xfrm rot="-5400000">
                <a:off x="7866274" y="3998065"/>
                <a:ext cx="449808" cy="165073"/>
              </a:xfrm>
              <a:custGeom>
                <a:avLst/>
                <a:gdLst/>
                <a:ahLst/>
                <a:cxnLst/>
                <a:rect l="l" t="t" r="r" b="b"/>
                <a:pathLst>
                  <a:path w="10341" h="3795" extrusionOk="0">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51"/>
              <p:cNvSpPr/>
              <p:nvPr/>
            </p:nvSpPr>
            <p:spPr>
              <a:xfrm rot="-5400000">
                <a:off x="7822212" y="3954002"/>
                <a:ext cx="498829" cy="204177"/>
              </a:xfrm>
              <a:custGeom>
                <a:avLst/>
                <a:gdLst/>
                <a:ahLst/>
                <a:cxnLst/>
                <a:rect l="l" t="t" r="r" b="b"/>
                <a:pathLst>
                  <a:path w="11468" h="4694" extrusionOk="0">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51"/>
              <p:cNvSpPr/>
              <p:nvPr/>
            </p:nvSpPr>
            <p:spPr>
              <a:xfrm rot="-5400000">
                <a:off x="7418033" y="3559740"/>
                <a:ext cx="1266256" cy="225274"/>
              </a:xfrm>
              <a:custGeom>
                <a:avLst/>
                <a:gdLst/>
                <a:ahLst/>
                <a:cxnLst/>
                <a:rect l="l" t="t" r="r" b="b"/>
                <a:pathLst>
                  <a:path w="29111" h="5179" extrusionOk="0">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51"/>
              <p:cNvSpPr/>
              <p:nvPr/>
            </p:nvSpPr>
            <p:spPr>
              <a:xfrm rot="-5400000">
                <a:off x="7317206" y="3505455"/>
                <a:ext cx="1374825" cy="225274"/>
              </a:xfrm>
              <a:custGeom>
                <a:avLst/>
                <a:gdLst/>
                <a:ahLst/>
                <a:cxnLst/>
                <a:rect l="l" t="t" r="r" b="b"/>
                <a:pathLst>
                  <a:path w="31607" h="5179" extrusionOk="0">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51"/>
              <p:cNvSpPr/>
              <p:nvPr/>
            </p:nvSpPr>
            <p:spPr>
              <a:xfrm rot="-5400000">
                <a:off x="7374298" y="3624573"/>
                <a:ext cx="1144680" cy="217183"/>
              </a:xfrm>
              <a:custGeom>
                <a:avLst/>
                <a:gdLst/>
                <a:ahLst/>
                <a:cxnLst/>
                <a:rect l="l" t="t" r="r" b="b"/>
                <a:pathLst>
                  <a:path w="26316" h="4993" extrusionOk="0">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51"/>
              <p:cNvSpPr/>
              <p:nvPr/>
            </p:nvSpPr>
            <p:spPr>
              <a:xfrm rot="-5400000">
                <a:off x="7256398" y="3576791"/>
                <a:ext cx="1253250" cy="204177"/>
              </a:xfrm>
              <a:custGeom>
                <a:avLst/>
                <a:gdLst/>
                <a:ahLst/>
                <a:cxnLst/>
                <a:rect l="l" t="t" r="r" b="b"/>
                <a:pathLst>
                  <a:path w="28812" h="4694" extrusionOk="0">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pic>
        <p:nvPicPr>
          <p:cNvPr id="1079" name="Google Shape;1079;p52"/>
          <p:cNvPicPr preferRelativeResize="0">
            <a:picLocks noGrp="1"/>
          </p:cNvPicPr>
          <p:nvPr>
            <p:ph type="pic" idx="2"/>
          </p:nvPr>
        </p:nvPicPr>
        <p:blipFill rotWithShape="1">
          <a:blip r:embed="rId3">
            <a:alphaModFix/>
          </a:blip>
          <a:srcRect/>
          <a:stretch/>
        </p:blipFill>
        <p:spPr>
          <a:xfrm>
            <a:off x="0" y="0"/>
            <a:ext cx="9143997" cy="5143500"/>
          </a:xfrm>
          <a:prstGeom prst="rect">
            <a:avLst/>
          </a:prstGeom>
        </p:spPr>
      </p:pic>
      <p:grpSp>
        <p:nvGrpSpPr>
          <p:cNvPr id="1080" name="Google Shape;1080;p52"/>
          <p:cNvGrpSpPr/>
          <p:nvPr/>
        </p:nvGrpSpPr>
        <p:grpSpPr>
          <a:xfrm>
            <a:off x="7041544" y="231801"/>
            <a:ext cx="3502616" cy="4679889"/>
            <a:chOff x="7012519" y="401451"/>
            <a:chExt cx="3502616" cy="4679889"/>
          </a:xfrm>
        </p:grpSpPr>
        <p:grpSp>
          <p:nvGrpSpPr>
            <p:cNvPr id="1081" name="Google Shape;1081;p52"/>
            <p:cNvGrpSpPr/>
            <p:nvPr/>
          </p:nvGrpSpPr>
          <p:grpSpPr>
            <a:xfrm rot="-5400000" flipH="1">
              <a:off x="7984113" y="2550319"/>
              <a:ext cx="1559428" cy="3502615"/>
              <a:chOff x="1390914" y="2488356"/>
              <a:chExt cx="811526" cy="1822760"/>
            </a:xfrm>
          </p:grpSpPr>
          <p:sp>
            <p:nvSpPr>
              <p:cNvPr id="1082" name="Google Shape;1082;p52"/>
              <p:cNvSpPr/>
              <p:nvPr/>
            </p:nvSpPr>
            <p:spPr>
              <a:xfrm rot="-5400000">
                <a:off x="1739909" y="2894384"/>
                <a:ext cx="868558" cy="56503"/>
              </a:xfrm>
              <a:custGeom>
                <a:avLst/>
                <a:gdLst/>
                <a:ahLst/>
                <a:cxnLst/>
                <a:rect l="l" t="t" r="r" b="b"/>
                <a:pathLst>
                  <a:path w="19968" h="1299" extrusionOk="0">
                    <a:moveTo>
                      <a:pt x="19554" y="0"/>
                    </a:moveTo>
                    <a:cubicBezTo>
                      <a:pt x="19426" y="0"/>
                      <a:pt x="19255" y="114"/>
                      <a:pt x="19198" y="229"/>
                    </a:cubicBezTo>
                    <a:lnTo>
                      <a:pt x="0" y="229"/>
                    </a:lnTo>
                    <a:lnTo>
                      <a:pt x="0" y="1298"/>
                    </a:lnTo>
                    <a:lnTo>
                      <a:pt x="228" y="1298"/>
                    </a:lnTo>
                    <a:lnTo>
                      <a:pt x="228" y="471"/>
                    </a:lnTo>
                    <a:lnTo>
                      <a:pt x="19198" y="471"/>
                    </a:lnTo>
                    <a:cubicBezTo>
                      <a:pt x="19255" y="642"/>
                      <a:pt x="19426" y="770"/>
                      <a:pt x="19554" y="770"/>
                    </a:cubicBezTo>
                    <a:cubicBezTo>
                      <a:pt x="19783" y="770"/>
                      <a:pt x="19968" y="585"/>
                      <a:pt x="19968" y="357"/>
                    </a:cubicBezTo>
                    <a:cubicBezTo>
                      <a:pt x="19968" y="171"/>
                      <a:pt x="19783" y="0"/>
                      <a:pt x="19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52"/>
              <p:cNvSpPr/>
              <p:nvPr/>
            </p:nvSpPr>
            <p:spPr>
              <a:xfrm rot="-5400000">
                <a:off x="1765616" y="2959195"/>
                <a:ext cx="778040" cy="95608"/>
              </a:xfrm>
              <a:custGeom>
                <a:avLst/>
                <a:gdLst/>
                <a:ahLst/>
                <a:cxnLst/>
                <a:rect l="l" t="t" r="r" b="b"/>
                <a:pathLst>
                  <a:path w="17887" h="2198" extrusionOk="0">
                    <a:moveTo>
                      <a:pt x="17472" y="1"/>
                    </a:moveTo>
                    <a:cubicBezTo>
                      <a:pt x="17358" y="1"/>
                      <a:pt x="17173" y="115"/>
                      <a:pt x="17116" y="243"/>
                    </a:cubicBezTo>
                    <a:lnTo>
                      <a:pt x="0" y="243"/>
                    </a:lnTo>
                    <a:lnTo>
                      <a:pt x="0" y="2197"/>
                    </a:lnTo>
                    <a:lnTo>
                      <a:pt x="243" y="2197"/>
                    </a:lnTo>
                    <a:lnTo>
                      <a:pt x="243" y="471"/>
                    </a:lnTo>
                    <a:lnTo>
                      <a:pt x="17116" y="471"/>
                    </a:lnTo>
                    <a:cubicBezTo>
                      <a:pt x="17173" y="657"/>
                      <a:pt x="17358" y="714"/>
                      <a:pt x="17472" y="714"/>
                    </a:cubicBezTo>
                    <a:cubicBezTo>
                      <a:pt x="17715" y="714"/>
                      <a:pt x="17886" y="600"/>
                      <a:pt x="17886" y="357"/>
                    </a:cubicBezTo>
                    <a:cubicBezTo>
                      <a:pt x="17886" y="186"/>
                      <a:pt x="17715" y="1"/>
                      <a:pt x="17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2"/>
              <p:cNvSpPr/>
              <p:nvPr/>
            </p:nvSpPr>
            <p:spPr>
              <a:xfrm rot="-5400000">
                <a:off x="1756634" y="3001714"/>
                <a:ext cx="760032" cy="131580"/>
              </a:xfrm>
              <a:custGeom>
                <a:avLst/>
                <a:gdLst/>
                <a:ahLst/>
                <a:cxnLst/>
                <a:rect l="l" t="t" r="r" b="b"/>
                <a:pathLst>
                  <a:path w="17473" h="3025" extrusionOk="0">
                    <a:moveTo>
                      <a:pt x="17116" y="0"/>
                    </a:moveTo>
                    <a:cubicBezTo>
                      <a:pt x="16931" y="0"/>
                      <a:pt x="16817" y="58"/>
                      <a:pt x="16759" y="229"/>
                    </a:cubicBezTo>
                    <a:lnTo>
                      <a:pt x="1" y="229"/>
                    </a:lnTo>
                    <a:lnTo>
                      <a:pt x="1" y="3024"/>
                    </a:lnTo>
                    <a:lnTo>
                      <a:pt x="243" y="3024"/>
                    </a:lnTo>
                    <a:lnTo>
                      <a:pt x="243" y="471"/>
                    </a:lnTo>
                    <a:lnTo>
                      <a:pt x="16759" y="471"/>
                    </a:lnTo>
                    <a:cubicBezTo>
                      <a:pt x="16817" y="585"/>
                      <a:pt x="16931" y="714"/>
                      <a:pt x="17116" y="714"/>
                    </a:cubicBezTo>
                    <a:cubicBezTo>
                      <a:pt x="17287" y="714"/>
                      <a:pt x="17473" y="528"/>
                      <a:pt x="17473" y="357"/>
                    </a:cubicBezTo>
                    <a:cubicBezTo>
                      <a:pt x="17473" y="115"/>
                      <a:pt x="17287" y="0"/>
                      <a:pt x="171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52"/>
              <p:cNvSpPr/>
              <p:nvPr/>
            </p:nvSpPr>
            <p:spPr>
              <a:xfrm rot="-5400000">
                <a:off x="1370420" y="3504542"/>
                <a:ext cx="1460472" cy="152676"/>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2"/>
              <p:cNvSpPr/>
              <p:nvPr/>
            </p:nvSpPr>
            <p:spPr>
              <a:xfrm rot="-5400000">
                <a:off x="1428446" y="3604151"/>
                <a:ext cx="1253859" cy="160071"/>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2"/>
              <p:cNvSpPr/>
              <p:nvPr/>
            </p:nvSpPr>
            <p:spPr>
              <a:xfrm rot="-5400000">
                <a:off x="1332600" y="3552324"/>
                <a:ext cx="1354991" cy="162594"/>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2"/>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2"/>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2"/>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2"/>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2"/>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2"/>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2"/>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2"/>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2"/>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2"/>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52"/>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52"/>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52"/>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52"/>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2" name="Google Shape;1102;p52"/>
            <p:cNvGrpSpPr/>
            <p:nvPr/>
          </p:nvGrpSpPr>
          <p:grpSpPr>
            <a:xfrm rot="-5400000">
              <a:off x="8175918" y="-631579"/>
              <a:ext cx="740390" cy="2806450"/>
              <a:chOff x="8218831" y="2346909"/>
              <a:chExt cx="740390" cy="2806450"/>
            </a:xfrm>
          </p:grpSpPr>
          <p:sp>
            <p:nvSpPr>
              <p:cNvPr id="1103" name="Google Shape;1103;p52"/>
              <p:cNvSpPr/>
              <p:nvPr/>
            </p:nvSpPr>
            <p:spPr>
              <a:xfrm rot="-5400000">
                <a:off x="7409304" y="3603442"/>
                <a:ext cx="2806450" cy="293383"/>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52"/>
              <p:cNvSpPr/>
              <p:nvPr/>
            </p:nvSpPr>
            <p:spPr>
              <a:xfrm rot="-5400000">
                <a:off x="7520808" y="3794852"/>
                <a:ext cx="2409421" cy="307593"/>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52"/>
              <p:cNvSpPr/>
              <p:nvPr/>
            </p:nvSpPr>
            <p:spPr>
              <a:xfrm rot="-5400000">
                <a:off x="7336629" y="3695260"/>
                <a:ext cx="2603756" cy="312441"/>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52"/>
              <p:cNvSpPr/>
              <p:nvPr/>
            </p:nvSpPr>
            <p:spPr>
              <a:xfrm rot="-5400000">
                <a:off x="7266838" y="3694675"/>
                <a:ext cx="2484564" cy="432803"/>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52"/>
              <p:cNvSpPr/>
              <p:nvPr/>
            </p:nvSpPr>
            <p:spPr>
              <a:xfrm rot="-5400000">
                <a:off x="7264499" y="3772159"/>
                <a:ext cx="2335532" cy="426869"/>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52"/>
              <p:cNvSpPr/>
              <p:nvPr/>
            </p:nvSpPr>
            <p:spPr>
              <a:xfrm rot="-5400000">
                <a:off x="7898072" y="4609597"/>
                <a:ext cx="958636" cy="128888"/>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52"/>
              <p:cNvSpPr/>
              <p:nvPr/>
            </p:nvSpPr>
            <p:spPr>
              <a:xfrm rot="-5400000">
                <a:off x="7893308" y="4534537"/>
                <a:ext cx="1038460" cy="199183"/>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52"/>
              <p:cNvSpPr/>
              <p:nvPr/>
            </p:nvSpPr>
            <p:spPr>
              <a:xfrm rot="-5400000">
                <a:off x="7885576" y="4457597"/>
                <a:ext cx="1123132" cy="268391"/>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1" name="Google Shape;1111;p52"/>
            <p:cNvGrpSpPr/>
            <p:nvPr/>
          </p:nvGrpSpPr>
          <p:grpSpPr>
            <a:xfrm rot="-5400000">
              <a:off x="7984113" y="900656"/>
              <a:ext cx="1559428" cy="3502615"/>
              <a:chOff x="1390914" y="2488356"/>
              <a:chExt cx="811526" cy="1822760"/>
            </a:xfrm>
          </p:grpSpPr>
          <p:sp>
            <p:nvSpPr>
              <p:cNvPr id="1112" name="Google Shape;1112;p52"/>
              <p:cNvSpPr/>
              <p:nvPr/>
            </p:nvSpPr>
            <p:spPr>
              <a:xfrm rot="-5400000">
                <a:off x="1739909" y="2894384"/>
                <a:ext cx="868558" cy="56503"/>
              </a:xfrm>
              <a:custGeom>
                <a:avLst/>
                <a:gdLst/>
                <a:ahLst/>
                <a:cxnLst/>
                <a:rect l="l" t="t" r="r" b="b"/>
                <a:pathLst>
                  <a:path w="19968" h="1299" extrusionOk="0">
                    <a:moveTo>
                      <a:pt x="19554" y="0"/>
                    </a:moveTo>
                    <a:cubicBezTo>
                      <a:pt x="19426" y="0"/>
                      <a:pt x="19255" y="114"/>
                      <a:pt x="19198" y="229"/>
                    </a:cubicBezTo>
                    <a:lnTo>
                      <a:pt x="0" y="229"/>
                    </a:lnTo>
                    <a:lnTo>
                      <a:pt x="0" y="1298"/>
                    </a:lnTo>
                    <a:lnTo>
                      <a:pt x="228" y="1298"/>
                    </a:lnTo>
                    <a:lnTo>
                      <a:pt x="228" y="471"/>
                    </a:lnTo>
                    <a:lnTo>
                      <a:pt x="19198" y="471"/>
                    </a:lnTo>
                    <a:cubicBezTo>
                      <a:pt x="19255" y="642"/>
                      <a:pt x="19426" y="770"/>
                      <a:pt x="19554" y="770"/>
                    </a:cubicBezTo>
                    <a:cubicBezTo>
                      <a:pt x="19783" y="770"/>
                      <a:pt x="19968" y="585"/>
                      <a:pt x="19968" y="357"/>
                    </a:cubicBezTo>
                    <a:cubicBezTo>
                      <a:pt x="19968" y="171"/>
                      <a:pt x="19783" y="0"/>
                      <a:pt x="19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2"/>
              <p:cNvSpPr/>
              <p:nvPr/>
            </p:nvSpPr>
            <p:spPr>
              <a:xfrm rot="-5400000">
                <a:off x="1765616" y="2959195"/>
                <a:ext cx="778040" cy="95608"/>
              </a:xfrm>
              <a:custGeom>
                <a:avLst/>
                <a:gdLst/>
                <a:ahLst/>
                <a:cxnLst/>
                <a:rect l="l" t="t" r="r" b="b"/>
                <a:pathLst>
                  <a:path w="17887" h="2198" extrusionOk="0">
                    <a:moveTo>
                      <a:pt x="17472" y="1"/>
                    </a:moveTo>
                    <a:cubicBezTo>
                      <a:pt x="17358" y="1"/>
                      <a:pt x="17173" y="115"/>
                      <a:pt x="17116" y="243"/>
                    </a:cubicBezTo>
                    <a:lnTo>
                      <a:pt x="0" y="243"/>
                    </a:lnTo>
                    <a:lnTo>
                      <a:pt x="0" y="2197"/>
                    </a:lnTo>
                    <a:lnTo>
                      <a:pt x="243" y="2197"/>
                    </a:lnTo>
                    <a:lnTo>
                      <a:pt x="243" y="471"/>
                    </a:lnTo>
                    <a:lnTo>
                      <a:pt x="17116" y="471"/>
                    </a:lnTo>
                    <a:cubicBezTo>
                      <a:pt x="17173" y="657"/>
                      <a:pt x="17358" y="714"/>
                      <a:pt x="17472" y="714"/>
                    </a:cubicBezTo>
                    <a:cubicBezTo>
                      <a:pt x="17715" y="714"/>
                      <a:pt x="17886" y="600"/>
                      <a:pt x="17886" y="357"/>
                    </a:cubicBezTo>
                    <a:cubicBezTo>
                      <a:pt x="17886" y="186"/>
                      <a:pt x="17715" y="1"/>
                      <a:pt x="17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2"/>
              <p:cNvSpPr/>
              <p:nvPr/>
            </p:nvSpPr>
            <p:spPr>
              <a:xfrm rot="-5400000">
                <a:off x="1756634" y="3001714"/>
                <a:ext cx="760032" cy="131580"/>
              </a:xfrm>
              <a:custGeom>
                <a:avLst/>
                <a:gdLst/>
                <a:ahLst/>
                <a:cxnLst/>
                <a:rect l="l" t="t" r="r" b="b"/>
                <a:pathLst>
                  <a:path w="17473" h="3025" extrusionOk="0">
                    <a:moveTo>
                      <a:pt x="17116" y="0"/>
                    </a:moveTo>
                    <a:cubicBezTo>
                      <a:pt x="16931" y="0"/>
                      <a:pt x="16817" y="58"/>
                      <a:pt x="16759" y="229"/>
                    </a:cubicBezTo>
                    <a:lnTo>
                      <a:pt x="1" y="229"/>
                    </a:lnTo>
                    <a:lnTo>
                      <a:pt x="1" y="3024"/>
                    </a:lnTo>
                    <a:lnTo>
                      <a:pt x="243" y="3024"/>
                    </a:lnTo>
                    <a:lnTo>
                      <a:pt x="243" y="471"/>
                    </a:lnTo>
                    <a:lnTo>
                      <a:pt x="16759" y="471"/>
                    </a:lnTo>
                    <a:cubicBezTo>
                      <a:pt x="16817" y="585"/>
                      <a:pt x="16931" y="714"/>
                      <a:pt x="17116" y="714"/>
                    </a:cubicBezTo>
                    <a:cubicBezTo>
                      <a:pt x="17287" y="714"/>
                      <a:pt x="17473" y="528"/>
                      <a:pt x="17473" y="357"/>
                    </a:cubicBezTo>
                    <a:cubicBezTo>
                      <a:pt x="17473" y="115"/>
                      <a:pt x="17287" y="0"/>
                      <a:pt x="171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2"/>
              <p:cNvSpPr/>
              <p:nvPr/>
            </p:nvSpPr>
            <p:spPr>
              <a:xfrm rot="-5400000">
                <a:off x="1370420" y="3504542"/>
                <a:ext cx="1460472" cy="152676"/>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2"/>
              <p:cNvSpPr/>
              <p:nvPr/>
            </p:nvSpPr>
            <p:spPr>
              <a:xfrm rot="-5400000">
                <a:off x="1428446" y="3604151"/>
                <a:ext cx="1253859" cy="160071"/>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2"/>
              <p:cNvSpPr/>
              <p:nvPr/>
            </p:nvSpPr>
            <p:spPr>
              <a:xfrm rot="-5400000">
                <a:off x="1332600" y="3552324"/>
                <a:ext cx="1354991" cy="162594"/>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52"/>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52"/>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2"/>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52"/>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52"/>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52"/>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52"/>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2"/>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52"/>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52"/>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52"/>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52"/>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52"/>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52"/>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2" name="Google Shape;1132;p52"/>
            <p:cNvGrpSpPr/>
            <p:nvPr/>
          </p:nvGrpSpPr>
          <p:grpSpPr>
            <a:xfrm rot="-5400000">
              <a:off x="8729180" y="58064"/>
              <a:ext cx="844118" cy="2727790"/>
              <a:chOff x="2474121" y="2891575"/>
              <a:chExt cx="439279" cy="1419541"/>
            </a:xfrm>
          </p:grpSpPr>
          <p:sp>
            <p:nvSpPr>
              <p:cNvPr id="1133" name="Google Shape;1133;p52"/>
              <p:cNvSpPr/>
              <p:nvPr/>
            </p:nvSpPr>
            <p:spPr>
              <a:xfrm rot="-5400000">
                <a:off x="1917918" y="3535251"/>
                <a:ext cx="1419541" cy="132189"/>
              </a:xfrm>
              <a:custGeom>
                <a:avLst/>
                <a:gdLst/>
                <a:ahLst/>
                <a:cxnLst/>
                <a:rect l="l" t="t" r="r" b="b"/>
                <a:pathLst>
                  <a:path w="32635" h="3039" extrusionOk="0">
                    <a:moveTo>
                      <a:pt x="1" y="0"/>
                    </a:moveTo>
                    <a:lnTo>
                      <a:pt x="1" y="243"/>
                    </a:lnTo>
                    <a:lnTo>
                      <a:pt x="15818" y="243"/>
                    </a:lnTo>
                    <a:lnTo>
                      <a:pt x="15818" y="2796"/>
                    </a:lnTo>
                    <a:lnTo>
                      <a:pt x="31864" y="2796"/>
                    </a:lnTo>
                    <a:cubicBezTo>
                      <a:pt x="31921" y="2981"/>
                      <a:pt x="32092" y="3038"/>
                      <a:pt x="32221" y="3038"/>
                    </a:cubicBezTo>
                    <a:cubicBezTo>
                      <a:pt x="32449" y="3038"/>
                      <a:pt x="32634" y="2924"/>
                      <a:pt x="32634" y="2682"/>
                    </a:cubicBezTo>
                    <a:cubicBezTo>
                      <a:pt x="32634" y="2496"/>
                      <a:pt x="32449" y="2325"/>
                      <a:pt x="32221" y="2325"/>
                    </a:cubicBezTo>
                    <a:cubicBezTo>
                      <a:pt x="32092" y="2325"/>
                      <a:pt x="31921" y="2439"/>
                      <a:pt x="31864" y="2568"/>
                    </a:cubicBezTo>
                    <a:lnTo>
                      <a:pt x="16046" y="2568"/>
                    </a:lnTo>
                    <a:lnTo>
                      <a:pt x="160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2"/>
              <p:cNvSpPr/>
              <p:nvPr/>
            </p:nvSpPr>
            <p:spPr>
              <a:xfrm rot="-5400000">
                <a:off x="2568095" y="3965811"/>
                <a:ext cx="504441" cy="186169"/>
              </a:xfrm>
              <a:custGeom>
                <a:avLst/>
                <a:gdLst/>
                <a:ahLst/>
                <a:cxnLst/>
                <a:rect l="l" t="t" r="r" b="b"/>
                <a:pathLst>
                  <a:path w="11597" h="4280" extrusionOk="0">
                    <a:moveTo>
                      <a:pt x="1" y="1"/>
                    </a:moveTo>
                    <a:lnTo>
                      <a:pt x="1" y="243"/>
                    </a:lnTo>
                    <a:lnTo>
                      <a:pt x="11112" y="243"/>
                    </a:lnTo>
                    <a:lnTo>
                      <a:pt x="11112" y="3566"/>
                    </a:lnTo>
                    <a:cubicBezTo>
                      <a:pt x="10940" y="3623"/>
                      <a:pt x="10883" y="3752"/>
                      <a:pt x="10883" y="3923"/>
                    </a:cubicBezTo>
                    <a:cubicBezTo>
                      <a:pt x="10883" y="4108"/>
                      <a:pt x="10997" y="4279"/>
                      <a:pt x="11240" y="4279"/>
                    </a:cubicBezTo>
                    <a:cubicBezTo>
                      <a:pt x="11468" y="4279"/>
                      <a:pt x="11596" y="4108"/>
                      <a:pt x="11596" y="3923"/>
                    </a:cubicBezTo>
                    <a:cubicBezTo>
                      <a:pt x="11596" y="3752"/>
                      <a:pt x="11539" y="3623"/>
                      <a:pt x="11354" y="3566"/>
                    </a:cubicBezTo>
                    <a:lnTo>
                      <a:pt x="113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2"/>
              <p:cNvSpPr/>
              <p:nvPr/>
            </p:nvSpPr>
            <p:spPr>
              <a:xfrm rot="-5400000">
                <a:off x="2612136" y="4009852"/>
                <a:ext cx="452331" cy="150197"/>
              </a:xfrm>
              <a:custGeom>
                <a:avLst/>
                <a:gdLst/>
                <a:ahLst/>
                <a:cxnLst/>
                <a:rect l="l" t="t" r="r" b="b"/>
                <a:pathLst>
                  <a:path w="10399" h="3453" extrusionOk="0">
                    <a:moveTo>
                      <a:pt x="1" y="1"/>
                    </a:moveTo>
                    <a:lnTo>
                      <a:pt x="1" y="243"/>
                    </a:lnTo>
                    <a:lnTo>
                      <a:pt x="9928" y="243"/>
                    </a:lnTo>
                    <a:lnTo>
                      <a:pt x="9928" y="2739"/>
                    </a:lnTo>
                    <a:cubicBezTo>
                      <a:pt x="9757" y="2796"/>
                      <a:pt x="9628" y="2925"/>
                      <a:pt x="9628" y="3096"/>
                    </a:cubicBezTo>
                    <a:cubicBezTo>
                      <a:pt x="9628" y="3281"/>
                      <a:pt x="9814" y="3452"/>
                      <a:pt x="10042" y="3452"/>
                    </a:cubicBezTo>
                    <a:cubicBezTo>
                      <a:pt x="10227" y="3452"/>
                      <a:pt x="10398" y="3281"/>
                      <a:pt x="10398" y="3096"/>
                    </a:cubicBezTo>
                    <a:cubicBezTo>
                      <a:pt x="10398" y="2925"/>
                      <a:pt x="10284" y="2796"/>
                      <a:pt x="10170" y="2739"/>
                    </a:cubicBezTo>
                    <a:lnTo>
                      <a:pt x="10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52"/>
              <p:cNvSpPr/>
              <p:nvPr/>
            </p:nvSpPr>
            <p:spPr>
              <a:xfrm rot="-5400000">
                <a:off x="2177879" y="3666157"/>
                <a:ext cx="1160818" cy="129101"/>
              </a:xfrm>
              <a:custGeom>
                <a:avLst/>
                <a:gdLst/>
                <a:ahLst/>
                <a:cxnLst/>
                <a:rect l="l" t="t" r="r" b="b"/>
                <a:pathLst>
                  <a:path w="26687" h="2968" extrusionOk="0">
                    <a:moveTo>
                      <a:pt x="1" y="0"/>
                    </a:moveTo>
                    <a:lnTo>
                      <a:pt x="1" y="243"/>
                    </a:lnTo>
                    <a:lnTo>
                      <a:pt x="12310" y="243"/>
                    </a:lnTo>
                    <a:lnTo>
                      <a:pt x="12310" y="2739"/>
                    </a:lnTo>
                    <a:lnTo>
                      <a:pt x="25973" y="2739"/>
                    </a:lnTo>
                    <a:cubicBezTo>
                      <a:pt x="26030" y="2910"/>
                      <a:pt x="26159" y="2967"/>
                      <a:pt x="26330" y="2967"/>
                    </a:cubicBezTo>
                    <a:cubicBezTo>
                      <a:pt x="26572" y="2967"/>
                      <a:pt x="26687" y="2853"/>
                      <a:pt x="26687" y="2611"/>
                    </a:cubicBezTo>
                    <a:cubicBezTo>
                      <a:pt x="26687" y="2439"/>
                      <a:pt x="26572" y="2254"/>
                      <a:pt x="26330" y="2254"/>
                    </a:cubicBezTo>
                    <a:cubicBezTo>
                      <a:pt x="26159" y="2254"/>
                      <a:pt x="26030" y="2382"/>
                      <a:pt x="25973" y="2496"/>
                    </a:cubicBezTo>
                    <a:lnTo>
                      <a:pt x="12538" y="2496"/>
                    </a:lnTo>
                    <a:lnTo>
                      <a:pt x="125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52"/>
              <p:cNvSpPr/>
              <p:nvPr/>
            </p:nvSpPr>
            <p:spPr>
              <a:xfrm rot="-5400000">
                <a:off x="2081076" y="3607849"/>
                <a:ext cx="1271867" cy="134668"/>
              </a:xfrm>
              <a:custGeom>
                <a:avLst/>
                <a:gdLst/>
                <a:ahLst/>
                <a:cxnLst/>
                <a:rect l="l" t="t" r="r" b="b"/>
                <a:pathLst>
                  <a:path w="29240" h="3096" extrusionOk="0">
                    <a:moveTo>
                      <a:pt x="1" y="1"/>
                    </a:moveTo>
                    <a:lnTo>
                      <a:pt x="1" y="243"/>
                    </a:lnTo>
                    <a:lnTo>
                      <a:pt x="13436" y="243"/>
                    </a:lnTo>
                    <a:lnTo>
                      <a:pt x="13436" y="2853"/>
                    </a:lnTo>
                    <a:lnTo>
                      <a:pt x="28526" y="2853"/>
                    </a:lnTo>
                    <a:cubicBezTo>
                      <a:pt x="28526" y="2967"/>
                      <a:pt x="28712" y="3096"/>
                      <a:pt x="28883" y="3096"/>
                    </a:cubicBezTo>
                    <a:cubicBezTo>
                      <a:pt x="29068" y="3096"/>
                      <a:pt x="29240" y="2910"/>
                      <a:pt x="29240" y="2739"/>
                    </a:cubicBezTo>
                    <a:cubicBezTo>
                      <a:pt x="29240" y="2497"/>
                      <a:pt x="29068" y="2326"/>
                      <a:pt x="28883" y="2326"/>
                    </a:cubicBezTo>
                    <a:cubicBezTo>
                      <a:pt x="28712" y="2326"/>
                      <a:pt x="28526" y="2440"/>
                      <a:pt x="28526" y="2611"/>
                    </a:cubicBezTo>
                    <a:lnTo>
                      <a:pt x="13679" y="2611"/>
                    </a:lnTo>
                    <a:lnTo>
                      <a:pt x="136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52"/>
              <p:cNvSpPr/>
              <p:nvPr/>
            </p:nvSpPr>
            <p:spPr>
              <a:xfrm rot="-5400000">
                <a:off x="2065591" y="3641342"/>
                <a:ext cx="1212319" cy="127230"/>
              </a:xfrm>
              <a:custGeom>
                <a:avLst/>
                <a:gdLst/>
                <a:ahLst/>
                <a:cxnLst/>
                <a:rect l="l" t="t" r="r" b="b"/>
                <a:pathLst>
                  <a:path w="27871" h="2925" extrusionOk="0">
                    <a:moveTo>
                      <a:pt x="1" y="0"/>
                    </a:moveTo>
                    <a:lnTo>
                      <a:pt x="1" y="243"/>
                    </a:lnTo>
                    <a:lnTo>
                      <a:pt x="14563" y="243"/>
                    </a:lnTo>
                    <a:lnTo>
                      <a:pt x="14563" y="2682"/>
                    </a:lnTo>
                    <a:lnTo>
                      <a:pt x="27157" y="2682"/>
                    </a:lnTo>
                    <a:cubicBezTo>
                      <a:pt x="27229" y="2853"/>
                      <a:pt x="27343" y="2924"/>
                      <a:pt x="27514" y="2924"/>
                    </a:cubicBezTo>
                    <a:cubicBezTo>
                      <a:pt x="27756" y="2924"/>
                      <a:pt x="27870" y="2796"/>
                      <a:pt x="27870" y="2567"/>
                    </a:cubicBezTo>
                    <a:cubicBezTo>
                      <a:pt x="27870" y="2382"/>
                      <a:pt x="27756" y="2211"/>
                      <a:pt x="27514" y="2211"/>
                    </a:cubicBezTo>
                    <a:cubicBezTo>
                      <a:pt x="27343" y="2211"/>
                      <a:pt x="27229" y="2325"/>
                      <a:pt x="27157" y="2439"/>
                    </a:cubicBezTo>
                    <a:lnTo>
                      <a:pt x="14806" y="2439"/>
                    </a:lnTo>
                    <a:lnTo>
                      <a:pt x="148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2"/>
              <p:cNvSpPr/>
              <p:nvPr/>
            </p:nvSpPr>
            <p:spPr>
              <a:xfrm rot="-5400000">
                <a:off x="1972508" y="3742473"/>
                <a:ext cx="1103749" cy="33537"/>
              </a:xfrm>
              <a:custGeom>
                <a:avLst/>
                <a:gdLst/>
                <a:ahLst/>
                <a:cxnLst/>
                <a:rect l="l" t="t" r="r" b="b"/>
                <a:pathLst>
                  <a:path w="25375" h="771" extrusionOk="0">
                    <a:moveTo>
                      <a:pt x="25018" y="1"/>
                    </a:moveTo>
                    <a:cubicBezTo>
                      <a:pt x="24847" y="1"/>
                      <a:pt x="24733" y="115"/>
                      <a:pt x="24661" y="300"/>
                    </a:cubicBezTo>
                    <a:lnTo>
                      <a:pt x="1" y="300"/>
                    </a:lnTo>
                    <a:lnTo>
                      <a:pt x="1" y="528"/>
                    </a:lnTo>
                    <a:lnTo>
                      <a:pt x="24661" y="528"/>
                    </a:lnTo>
                    <a:cubicBezTo>
                      <a:pt x="24733" y="657"/>
                      <a:pt x="24847" y="771"/>
                      <a:pt x="25018" y="771"/>
                    </a:cubicBezTo>
                    <a:cubicBezTo>
                      <a:pt x="25260" y="771"/>
                      <a:pt x="25374" y="600"/>
                      <a:pt x="25374" y="414"/>
                    </a:cubicBezTo>
                    <a:cubicBezTo>
                      <a:pt x="25374" y="172"/>
                      <a:pt x="25260" y="1"/>
                      <a:pt x="25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2"/>
              <p:cNvSpPr/>
              <p:nvPr/>
            </p:nvSpPr>
            <p:spPr>
              <a:xfrm rot="-5400000">
                <a:off x="2020290" y="3823748"/>
                <a:ext cx="941199" cy="33537"/>
              </a:xfrm>
              <a:custGeom>
                <a:avLst/>
                <a:gdLst/>
                <a:ahLst/>
                <a:cxnLst/>
                <a:rect l="l" t="t" r="r" b="b"/>
                <a:pathLst>
                  <a:path w="21638" h="771" extrusionOk="0">
                    <a:moveTo>
                      <a:pt x="21281" y="0"/>
                    </a:moveTo>
                    <a:cubicBezTo>
                      <a:pt x="21095" y="0"/>
                      <a:pt x="20924" y="114"/>
                      <a:pt x="20924" y="229"/>
                    </a:cubicBezTo>
                    <a:lnTo>
                      <a:pt x="1" y="229"/>
                    </a:lnTo>
                    <a:lnTo>
                      <a:pt x="1" y="471"/>
                    </a:lnTo>
                    <a:lnTo>
                      <a:pt x="20924" y="471"/>
                    </a:lnTo>
                    <a:cubicBezTo>
                      <a:pt x="20924" y="656"/>
                      <a:pt x="21095" y="771"/>
                      <a:pt x="21281" y="771"/>
                    </a:cubicBezTo>
                    <a:cubicBezTo>
                      <a:pt x="21452" y="771"/>
                      <a:pt x="21637" y="585"/>
                      <a:pt x="21637" y="357"/>
                    </a:cubicBezTo>
                    <a:cubicBezTo>
                      <a:pt x="21637" y="172"/>
                      <a:pt x="21452" y="0"/>
                      <a:pt x="212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41" name="Google Shape;1141;p52"/>
          <p:cNvSpPr txBox="1">
            <a:spLocks noGrp="1"/>
          </p:cNvSpPr>
          <p:nvPr>
            <p:ph type="title"/>
          </p:nvPr>
        </p:nvSpPr>
        <p:spPr>
          <a:xfrm>
            <a:off x="720000" y="386205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is worth a thousand words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45"/>
        <p:cNvGrpSpPr/>
        <p:nvPr/>
      </p:nvGrpSpPr>
      <p:grpSpPr>
        <a:xfrm>
          <a:off x="0" y="0"/>
          <a:ext cx="0" cy="0"/>
          <a:chOff x="0" y="0"/>
          <a:chExt cx="0" cy="0"/>
        </a:xfrm>
      </p:grpSpPr>
      <p:sp>
        <p:nvSpPr>
          <p:cNvPr id="1146" name="Google Shape;1146;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Class operations</a:t>
            </a:r>
            <a:endParaRPr dirty="0"/>
          </a:p>
        </p:txBody>
      </p:sp>
      <p:sp>
        <p:nvSpPr>
          <p:cNvPr id="1147" name="Google Shape;1147;p53"/>
          <p:cNvSpPr txBox="1">
            <a:spLocks noGrp="1"/>
          </p:cNvSpPr>
          <p:nvPr>
            <p:ph type="subTitle" idx="1"/>
          </p:nvPr>
        </p:nvSpPr>
        <p:spPr>
          <a:xfrm>
            <a:off x="713125" y="1263375"/>
            <a:ext cx="7717800" cy="40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Static void main(String[] args) {</a:t>
            </a:r>
            <a:endParaRPr dirty="0"/>
          </a:p>
        </p:txBody>
      </p:sp>
      <p:sp>
        <p:nvSpPr>
          <p:cNvPr id="1148" name="Google Shape;1148;p53"/>
          <p:cNvSpPr txBox="1">
            <a:spLocks noGrp="1"/>
          </p:cNvSpPr>
          <p:nvPr>
            <p:ph type="subTitle" idx="1"/>
          </p:nvPr>
        </p:nvSpPr>
        <p:spPr>
          <a:xfrm>
            <a:off x="2607938" y="1833650"/>
            <a:ext cx="1883700" cy="60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int a=10;</a:t>
            </a:r>
            <a:endParaRPr b="0" dirty="0"/>
          </a:p>
          <a:p>
            <a:pPr marL="0" lvl="0" indent="0" algn="l" rtl="0">
              <a:spcBef>
                <a:spcPts val="0"/>
              </a:spcBef>
              <a:spcAft>
                <a:spcPts val="0"/>
              </a:spcAft>
              <a:buNone/>
            </a:pPr>
            <a:r>
              <a:rPr lang="en" dirty="0"/>
              <a:t>i</a:t>
            </a:r>
            <a:r>
              <a:rPr lang="en" b="0" dirty="0"/>
              <a:t>nt b=5;</a:t>
            </a:r>
            <a:endParaRPr b="0" dirty="0"/>
          </a:p>
        </p:txBody>
      </p:sp>
      <p:sp>
        <p:nvSpPr>
          <p:cNvPr id="1149" name="Google Shape;1149;p53"/>
          <p:cNvSpPr txBox="1">
            <a:spLocks noGrp="1"/>
          </p:cNvSpPr>
          <p:nvPr>
            <p:ph type="subTitle" idx="1"/>
          </p:nvPr>
        </p:nvSpPr>
        <p:spPr>
          <a:xfrm>
            <a:off x="699075" y="3171350"/>
            <a:ext cx="7731900" cy="11613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0"/>
              <a:t>System.out.println("The sum of " + a + " plus " + b + " equals " + sum);</a:t>
            </a:r>
            <a:endParaRPr b="0"/>
          </a:p>
          <a:p>
            <a:pPr marL="0" lvl="0" indent="0" algn="l" rtl="0">
              <a:spcBef>
                <a:spcPts val="0"/>
              </a:spcBef>
              <a:spcAft>
                <a:spcPts val="0"/>
              </a:spcAft>
              <a:buNone/>
            </a:pPr>
            <a:r>
              <a:rPr lang="en" b="0"/>
              <a:t>System.out.println("Subtraction of " + a + " minus " + b + " equals " + subtraction);</a:t>
            </a:r>
            <a:endParaRPr b="0"/>
          </a:p>
          <a:p>
            <a:pPr marL="0" lvl="0" indent="0" algn="l" rtl="0">
              <a:spcBef>
                <a:spcPts val="0"/>
              </a:spcBef>
              <a:spcAft>
                <a:spcPts val="0"/>
              </a:spcAft>
              <a:buNone/>
            </a:pPr>
            <a:r>
              <a:rPr lang="en" b="0"/>
              <a:t>System.out.println("The multiplication of " + a + " by " + b + " is equal to " + multiplication);</a:t>
            </a:r>
            <a:endParaRPr b="0"/>
          </a:p>
          <a:p>
            <a:pPr marL="0" lvl="0" indent="0" algn="l" rtl="0">
              <a:spcBef>
                <a:spcPts val="0"/>
              </a:spcBef>
              <a:spcAft>
                <a:spcPts val="0"/>
              </a:spcAft>
              <a:buNone/>
            </a:pPr>
            <a:r>
              <a:rPr lang="en" b="0"/>
              <a:t>System.out.println("The division of " + a + " by " + b + " is equal to " + division);</a:t>
            </a:r>
            <a:endParaRPr b="0"/>
          </a:p>
          <a:p>
            <a:pPr marL="0" lvl="0" indent="0" algn="l" rtl="0">
              <a:spcBef>
                <a:spcPts val="0"/>
              </a:spcBef>
              <a:spcAft>
                <a:spcPts val="0"/>
              </a:spcAft>
              <a:buNone/>
            </a:pPr>
            <a:endParaRPr b="0"/>
          </a:p>
        </p:txBody>
      </p:sp>
      <p:sp>
        <p:nvSpPr>
          <p:cNvPr id="1150" name="Google Shape;1150;p53"/>
          <p:cNvSpPr txBox="1">
            <a:spLocks noGrp="1"/>
          </p:cNvSpPr>
          <p:nvPr>
            <p:ph type="subTitle" idx="1"/>
          </p:nvPr>
        </p:nvSpPr>
        <p:spPr>
          <a:xfrm>
            <a:off x="4652413" y="1833650"/>
            <a:ext cx="1883700" cy="109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t>int sum=a+b;</a:t>
            </a:r>
            <a:endParaRPr b="0" dirty="0"/>
          </a:p>
          <a:p>
            <a:pPr marL="0" lvl="0" indent="0" algn="l" rtl="0">
              <a:spcBef>
                <a:spcPts val="0"/>
              </a:spcBef>
              <a:spcAft>
                <a:spcPts val="0"/>
              </a:spcAft>
              <a:buNone/>
            </a:pPr>
            <a:r>
              <a:rPr lang="en" b="0" dirty="0"/>
              <a:t>int subtract=a-b;</a:t>
            </a:r>
            <a:endParaRPr b="0" dirty="0"/>
          </a:p>
          <a:p>
            <a:pPr marL="0" lvl="0" indent="0" algn="l" rtl="0">
              <a:spcBef>
                <a:spcPts val="0"/>
              </a:spcBef>
              <a:spcAft>
                <a:spcPts val="0"/>
              </a:spcAft>
              <a:buNone/>
            </a:pPr>
            <a:r>
              <a:rPr lang="en" b="0" dirty="0"/>
              <a:t>int multiplication=a*b;</a:t>
            </a:r>
            <a:endParaRPr b="0" dirty="0"/>
          </a:p>
          <a:p>
            <a:pPr marL="0" lvl="0" indent="0" algn="l" rtl="0">
              <a:spcBef>
                <a:spcPts val="0"/>
              </a:spcBef>
              <a:spcAft>
                <a:spcPts val="0"/>
              </a:spcAft>
              <a:buNone/>
            </a:pPr>
            <a:r>
              <a:rPr lang="en" dirty="0"/>
              <a:t>int </a:t>
            </a:r>
            <a:r>
              <a:rPr lang="en" b="0" dirty="0"/>
              <a:t>division =a/b;</a:t>
            </a:r>
            <a:endParaRPr b="0" dirty="0"/>
          </a:p>
        </p:txBody>
      </p:sp>
      <p:grpSp>
        <p:nvGrpSpPr>
          <p:cNvPr id="1151" name="Google Shape;1151;p53"/>
          <p:cNvGrpSpPr/>
          <p:nvPr/>
        </p:nvGrpSpPr>
        <p:grpSpPr>
          <a:xfrm rot="10800000" flipH="1">
            <a:off x="7955535" y="-419511"/>
            <a:ext cx="859664" cy="2991249"/>
            <a:chOff x="3117442" y="2754471"/>
            <a:chExt cx="447369" cy="1556645"/>
          </a:xfrm>
        </p:grpSpPr>
        <p:sp>
          <p:nvSpPr>
            <p:cNvPr id="1152" name="Google Shape;1152;p53"/>
            <p:cNvSpPr/>
            <p:nvPr/>
          </p:nvSpPr>
          <p:spPr>
            <a:xfrm rot="-5400000">
              <a:off x="2522788" y="3592320"/>
              <a:ext cx="1313451" cy="124142"/>
            </a:xfrm>
            <a:custGeom>
              <a:avLst/>
              <a:gdLst/>
              <a:ahLst/>
              <a:cxnLst/>
              <a:rect l="l" t="t" r="r" b="b"/>
              <a:pathLst>
                <a:path w="30196" h="2854" extrusionOk="0">
                  <a:moveTo>
                    <a:pt x="15276" y="1"/>
                  </a:moveTo>
                  <a:lnTo>
                    <a:pt x="12666" y="2625"/>
                  </a:lnTo>
                  <a:lnTo>
                    <a:pt x="1" y="2625"/>
                  </a:lnTo>
                  <a:lnTo>
                    <a:pt x="1" y="2854"/>
                  </a:lnTo>
                  <a:lnTo>
                    <a:pt x="12780" y="2854"/>
                  </a:lnTo>
                  <a:lnTo>
                    <a:pt x="15390" y="243"/>
                  </a:lnTo>
                  <a:lnTo>
                    <a:pt x="23235" y="243"/>
                  </a:lnTo>
                  <a:lnTo>
                    <a:pt x="25374" y="2383"/>
                  </a:lnTo>
                  <a:lnTo>
                    <a:pt x="29425" y="2383"/>
                  </a:lnTo>
                  <a:cubicBezTo>
                    <a:pt x="29482" y="2554"/>
                    <a:pt x="29596" y="2625"/>
                    <a:pt x="29782" y="2625"/>
                  </a:cubicBezTo>
                  <a:cubicBezTo>
                    <a:pt x="30010" y="2625"/>
                    <a:pt x="30195" y="2497"/>
                    <a:pt x="30195" y="2269"/>
                  </a:cubicBezTo>
                  <a:cubicBezTo>
                    <a:pt x="30195" y="2083"/>
                    <a:pt x="30010" y="1912"/>
                    <a:pt x="29782" y="1912"/>
                  </a:cubicBezTo>
                  <a:cubicBezTo>
                    <a:pt x="29653" y="1912"/>
                    <a:pt x="29482" y="1969"/>
                    <a:pt x="29425" y="2140"/>
                  </a:cubicBezTo>
                  <a:lnTo>
                    <a:pt x="25503" y="2140"/>
                  </a:lnTo>
                  <a:lnTo>
                    <a:pt x="23306"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3"/>
            <p:cNvSpPr/>
            <p:nvPr/>
          </p:nvSpPr>
          <p:spPr>
            <a:xfrm rot="-5400000">
              <a:off x="3104412" y="3972336"/>
              <a:ext cx="644024" cy="33537"/>
            </a:xfrm>
            <a:custGeom>
              <a:avLst/>
              <a:gdLst/>
              <a:ahLst/>
              <a:cxnLst/>
              <a:rect l="l" t="t" r="r" b="b"/>
              <a:pathLst>
                <a:path w="14806" h="771" extrusionOk="0">
                  <a:moveTo>
                    <a:pt x="14392" y="1"/>
                  </a:moveTo>
                  <a:cubicBezTo>
                    <a:pt x="14264" y="1"/>
                    <a:pt x="14092" y="115"/>
                    <a:pt x="14035" y="300"/>
                  </a:cubicBezTo>
                  <a:lnTo>
                    <a:pt x="1" y="300"/>
                  </a:lnTo>
                  <a:lnTo>
                    <a:pt x="1" y="543"/>
                  </a:lnTo>
                  <a:lnTo>
                    <a:pt x="14035" y="543"/>
                  </a:lnTo>
                  <a:cubicBezTo>
                    <a:pt x="14092" y="657"/>
                    <a:pt x="14264" y="771"/>
                    <a:pt x="14392" y="771"/>
                  </a:cubicBezTo>
                  <a:cubicBezTo>
                    <a:pt x="14620" y="771"/>
                    <a:pt x="14806" y="600"/>
                    <a:pt x="14806" y="414"/>
                  </a:cubicBezTo>
                  <a:cubicBezTo>
                    <a:pt x="14806" y="186"/>
                    <a:pt x="14620" y="1"/>
                    <a:pt x="1439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53"/>
            <p:cNvSpPr/>
            <p:nvPr/>
          </p:nvSpPr>
          <p:spPr>
            <a:xfrm rot="-5400000">
              <a:off x="2875811" y="3622116"/>
              <a:ext cx="1233415" cy="144586"/>
            </a:xfrm>
            <a:custGeom>
              <a:avLst/>
              <a:gdLst/>
              <a:ahLst/>
              <a:cxnLst/>
              <a:rect l="l" t="t" r="r" b="b"/>
              <a:pathLst>
                <a:path w="28356" h="3324" extrusionOk="0">
                  <a:moveTo>
                    <a:pt x="27942" y="0"/>
                  </a:moveTo>
                  <a:cubicBezTo>
                    <a:pt x="27813" y="0"/>
                    <a:pt x="27642" y="114"/>
                    <a:pt x="27585" y="228"/>
                  </a:cubicBezTo>
                  <a:lnTo>
                    <a:pt x="16175" y="228"/>
                  </a:lnTo>
                  <a:lnTo>
                    <a:pt x="13679" y="2796"/>
                  </a:lnTo>
                  <a:lnTo>
                    <a:pt x="13679" y="1127"/>
                  </a:lnTo>
                  <a:lnTo>
                    <a:pt x="1" y="1127"/>
                  </a:lnTo>
                  <a:lnTo>
                    <a:pt x="1" y="1369"/>
                  </a:lnTo>
                  <a:lnTo>
                    <a:pt x="13436" y="1369"/>
                  </a:lnTo>
                  <a:lnTo>
                    <a:pt x="13436" y="3323"/>
                  </a:lnTo>
                  <a:lnTo>
                    <a:pt x="16289" y="471"/>
                  </a:lnTo>
                  <a:lnTo>
                    <a:pt x="27585" y="471"/>
                  </a:lnTo>
                  <a:cubicBezTo>
                    <a:pt x="27642" y="656"/>
                    <a:pt x="27813" y="770"/>
                    <a:pt x="27942" y="770"/>
                  </a:cubicBezTo>
                  <a:cubicBezTo>
                    <a:pt x="28170" y="770"/>
                    <a:pt x="28355" y="585"/>
                    <a:pt x="28355" y="357"/>
                  </a:cubicBezTo>
                  <a:cubicBezTo>
                    <a:pt x="28355" y="171"/>
                    <a:pt x="28170" y="0"/>
                    <a:pt x="2794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53"/>
            <p:cNvSpPr/>
            <p:nvPr/>
          </p:nvSpPr>
          <p:spPr>
            <a:xfrm rot="-5400000">
              <a:off x="2601887" y="3552324"/>
              <a:ext cx="1419541" cy="98043"/>
            </a:xfrm>
            <a:custGeom>
              <a:avLst/>
              <a:gdLst/>
              <a:ahLst/>
              <a:cxnLst/>
              <a:rect l="l" t="t" r="r" b="b"/>
              <a:pathLst>
                <a:path w="32635" h="2254" extrusionOk="0">
                  <a:moveTo>
                    <a:pt x="16289" y="0"/>
                  </a:moveTo>
                  <a:lnTo>
                    <a:pt x="14321" y="1897"/>
                  </a:lnTo>
                  <a:lnTo>
                    <a:pt x="1" y="1897"/>
                  </a:lnTo>
                  <a:lnTo>
                    <a:pt x="1" y="2140"/>
                  </a:lnTo>
                  <a:lnTo>
                    <a:pt x="14449" y="2140"/>
                  </a:lnTo>
                  <a:lnTo>
                    <a:pt x="16346" y="229"/>
                  </a:lnTo>
                  <a:lnTo>
                    <a:pt x="21395" y="229"/>
                  </a:lnTo>
                  <a:lnTo>
                    <a:pt x="23178" y="2012"/>
                  </a:lnTo>
                  <a:lnTo>
                    <a:pt x="31864" y="2012"/>
                  </a:lnTo>
                  <a:cubicBezTo>
                    <a:pt x="31921" y="2197"/>
                    <a:pt x="32092" y="2254"/>
                    <a:pt x="32221" y="2254"/>
                  </a:cubicBezTo>
                  <a:cubicBezTo>
                    <a:pt x="32449" y="2254"/>
                    <a:pt x="32634" y="2140"/>
                    <a:pt x="32634" y="1897"/>
                  </a:cubicBezTo>
                  <a:cubicBezTo>
                    <a:pt x="32634" y="1655"/>
                    <a:pt x="32449" y="1541"/>
                    <a:pt x="32221" y="1541"/>
                  </a:cubicBezTo>
                  <a:cubicBezTo>
                    <a:pt x="32035" y="1541"/>
                    <a:pt x="31921" y="1655"/>
                    <a:pt x="31864" y="1783"/>
                  </a:cubicBezTo>
                  <a:lnTo>
                    <a:pt x="23306" y="1783"/>
                  </a:lnTo>
                  <a:lnTo>
                    <a:pt x="21523"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53"/>
            <p:cNvSpPr/>
            <p:nvPr/>
          </p:nvSpPr>
          <p:spPr>
            <a:xfrm rot="-5400000">
              <a:off x="2574592" y="3483446"/>
              <a:ext cx="1556645" cy="98696"/>
            </a:xfrm>
            <a:custGeom>
              <a:avLst/>
              <a:gdLst/>
              <a:ahLst/>
              <a:cxnLst/>
              <a:rect l="l" t="t" r="r" b="b"/>
              <a:pathLst>
                <a:path w="35787" h="2269" extrusionOk="0">
                  <a:moveTo>
                    <a:pt x="16703" y="1"/>
                  </a:moveTo>
                  <a:lnTo>
                    <a:pt x="14806" y="1841"/>
                  </a:lnTo>
                  <a:lnTo>
                    <a:pt x="1" y="1841"/>
                  </a:lnTo>
                  <a:lnTo>
                    <a:pt x="1" y="2083"/>
                  </a:lnTo>
                  <a:lnTo>
                    <a:pt x="14920" y="2083"/>
                  </a:lnTo>
                  <a:lnTo>
                    <a:pt x="16760" y="243"/>
                  </a:lnTo>
                  <a:lnTo>
                    <a:pt x="20810" y="243"/>
                  </a:lnTo>
                  <a:lnTo>
                    <a:pt x="22593" y="2026"/>
                  </a:lnTo>
                  <a:lnTo>
                    <a:pt x="35002" y="2026"/>
                  </a:lnTo>
                  <a:cubicBezTo>
                    <a:pt x="35073" y="2140"/>
                    <a:pt x="35244" y="2269"/>
                    <a:pt x="35358" y="2269"/>
                  </a:cubicBezTo>
                  <a:cubicBezTo>
                    <a:pt x="35601" y="2269"/>
                    <a:pt x="35786" y="2083"/>
                    <a:pt x="35786" y="1912"/>
                  </a:cubicBezTo>
                  <a:cubicBezTo>
                    <a:pt x="35786" y="1670"/>
                    <a:pt x="35601" y="1484"/>
                    <a:pt x="35358" y="1484"/>
                  </a:cubicBezTo>
                  <a:cubicBezTo>
                    <a:pt x="35244" y="1484"/>
                    <a:pt x="35073" y="1613"/>
                    <a:pt x="35002" y="1784"/>
                  </a:cubicBezTo>
                  <a:lnTo>
                    <a:pt x="22650" y="1784"/>
                  </a:lnTo>
                  <a:lnTo>
                    <a:pt x="2092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3"/>
            <p:cNvSpPr/>
            <p:nvPr/>
          </p:nvSpPr>
          <p:spPr>
            <a:xfrm rot="-5400000">
              <a:off x="2516589" y="3511045"/>
              <a:ext cx="1499576" cy="100566"/>
            </a:xfrm>
            <a:custGeom>
              <a:avLst/>
              <a:gdLst/>
              <a:ahLst/>
              <a:cxnLst/>
              <a:rect l="l" t="t" r="r" b="b"/>
              <a:pathLst>
                <a:path w="34475" h="2312" extrusionOk="0">
                  <a:moveTo>
                    <a:pt x="15747" y="1"/>
                  </a:moveTo>
                  <a:lnTo>
                    <a:pt x="13679" y="2012"/>
                  </a:lnTo>
                  <a:lnTo>
                    <a:pt x="1" y="2012"/>
                  </a:lnTo>
                  <a:lnTo>
                    <a:pt x="1" y="2254"/>
                  </a:lnTo>
                  <a:lnTo>
                    <a:pt x="13793" y="2254"/>
                  </a:lnTo>
                  <a:lnTo>
                    <a:pt x="15818" y="229"/>
                  </a:lnTo>
                  <a:lnTo>
                    <a:pt x="22108" y="229"/>
                  </a:lnTo>
                  <a:lnTo>
                    <a:pt x="24019" y="2069"/>
                  </a:lnTo>
                  <a:lnTo>
                    <a:pt x="33761" y="2069"/>
                  </a:lnTo>
                  <a:cubicBezTo>
                    <a:pt x="33818" y="2197"/>
                    <a:pt x="33932" y="2311"/>
                    <a:pt x="34117" y="2311"/>
                  </a:cubicBezTo>
                  <a:cubicBezTo>
                    <a:pt x="34289" y="2311"/>
                    <a:pt x="34474" y="2140"/>
                    <a:pt x="34474" y="1955"/>
                  </a:cubicBezTo>
                  <a:cubicBezTo>
                    <a:pt x="34474" y="1712"/>
                    <a:pt x="34289" y="1541"/>
                    <a:pt x="34117" y="1541"/>
                  </a:cubicBezTo>
                  <a:cubicBezTo>
                    <a:pt x="33932" y="1541"/>
                    <a:pt x="33761" y="1655"/>
                    <a:pt x="33761" y="1841"/>
                  </a:cubicBezTo>
                  <a:lnTo>
                    <a:pt x="24076" y="1841"/>
                  </a:lnTo>
                  <a:lnTo>
                    <a:pt x="2223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3"/>
            <p:cNvSpPr/>
            <p:nvPr/>
          </p:nvSpPr>
          <p:spPr>
            <a:xfrm rot="-5400000">
              <a:off x="2595407" y="3628314"/>
              <a:ext cx="1251380" cy="114224"/>
            </a:xfrm>
            <a:custGeom>
              <a:avLst/>
              <a:gdLst/>
              <a:ahLst/>
              <a:cxnLst/>
              <a:rect l="l" t="t" r="r" b="b"/>
              <a:pathLst>
                <a:path w="28769" h="2626" extrusionOk="0">
                  <a:moveTo>
                    <a:pt x="15519" y="1"/>
                  </a:moveTo>
                  <a:lnTo>
                    <a:pt x="13137" y="2383"/>
                  </a:lnTo>
                  <a:lnTo>
                    <a:pt x="1" y="2383"/>
                  </a:lnTo>
                  <a:lnTo>
                    <a:pt x="1" y="2625"/>
                  </a:lnTo>
                  <a:lnTo>
                    <a:pt x="13251" y="2625"/>
                  </a:lnTo>
                  <a:lnTo>
                    <a:pt x="15633" y="243"/>
                  </a:lnTo>
                  <a:lnTo>
                    <a:pt x="22707" y="243"/>
                  </a:lnTo>
                  <a:lnTo>
                    <a:pt x="24547" y="2083"/>
                  </a:lnTo>
                  <a:lnTo>
                    <a:pt x="28056" y="2083"/>
                  </a:lnTo>
                  <a:cubicBezTo>
                    <a:pt x="28056" y="2268"/>
                    <a:pt x="28227" y="2383"/>
                    <a:pt x="28412" y="2383"/>
                  </a:cubicBezTo>
                  <a:cubicBezTo>
                    <a:pt x="28583" y="2383"/>
                    <a:pt x="28769" y="2197"/>
                    <a:pt x="28769" y="1969"/>
                  </a:cubicBezTo>
                  <a:cubicBezTo>
                    <a:pt x="28769" y="1784"/>
                    <a:pt x="28583" y="1612"/>
                    <a:pt x="28412" y="1612"/>
                  </a:cubicBezTo>
                  <a:cubicBezTo>
                    <a:pt x="28227" y="1612"/>
                    <a:pt x="28113" y="1726"/>
                    <a:pt x="28056" y="1841"/>
                  </a:cubicBezTo>
                  <a:lnTo>
                    <a:pt x="24661" y="1841"/>
                  </a:lnTo>
                  <a:lnTo>
                    <a:pt x="22821"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9" name="Google Shape;1159;p53"/>
          <p:cNvGrpSpPr/>
          <p:nvPr/>
        </p:nvGrpSpPr>
        <p:grpSpPr>
          <a:xfrm rot="-5400000">
            <a:off x="569641" y="3183714"/>
            <a:ext cx="686206" cy="3134263"/>
            <a:chOff x="66225" y="-562502"/>
            <a:chExt cx="686206" cy="3134263"/>
          </a:xfrm>
        </p:grpSpPr>
        <p:grpSp>
          <p:nvGrpSpPr>
            <p:cNvPr id="1160" name="Google Shape;1160;p53"/>
            <p:cNvGrpSpPr/>
            <p:nvPr/>
          </p:nvGrpSpPr>
          <p:grpSpPr>
            <a:xfrm rot="10800000" flipH="1">
              <a:off x="66225" y="-562502"/>
              <a:ext cx="258777" cy="3134263"/>
              <a:chOff x="9" y="2835115"/>
              <a:chExt cx="134668" cy="1631069"/>
            </a:xfrm>
          </p:grpSpPr>
          <p:sp>
            <p:nvSpPr>
              <p:cNvPr id="1161" name="Google Shape;1161;p53"/>
              <p:cNvSpPr/>
              <p:nvPr/>
            </p:nvSpPr>
            <p:spPr>
              <a:xfrm rot="-5400000">
                <a:off x="-655129" y="3676378"/>
                <a:ext cx="1497053" cy="82558"/>
              </a:xfrm>
              <a:custGeom>
                <a:avLst/>
                <a:gdLst/>
                <a:ahLst/>
                <a:cxnLst/>
                <a:rect l="l" t="t" r="r" b="b"/>
                <a:pathLst>
                  <a:path w="34417" h="1898" extrusionOk="0">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53"/>
              <p:cNvSpPr/>
              <p:nvPr/>
            </p:nvSpPr>
            <p:spPr>
              <a:xfrm rot="-5400000">
                <a:off x="-420003" y="3973575"/>
                <a:ext cx="912621" cy="72597"/>
              </a:xfrm>
              <a:custGeom>
                <a:avLst/>
                <a:gdLst/>
                <a:ahLst/>
                <a:cxnLst/>
                <a:rect l="l" t="t" r="r" b="b"/>
                <a:pathLst>
                  <a:path w="20981" h="1669" extrusionOk="0">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53"/>
              <p:cNvSpPr/>
              <p:nvPr/>
            </p:nvSpPr>
            <p:spPr>
              <a:xfrm rot="-5400000">
                <a:off x="-388076" y="4029078"/>
                <a:ext cx="843156" cy="31057"/>
              </a:xfrm>
              <a:custGeom>
                <a:avLst/>
                <a:gdLst/>
                <a:ahLst/>
                <a:cxnLst/>
                <a:rect l="l" t="t" r="r" b="b"/>
                <a:pathLst>
                  <a:path w="19384" h="714" extrusionOk="0">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53"/>
              <p:cNvSpPr/>
              <p:nvPr/>
            </p:nvSpPr>
            <p:spPr>
              <a:xfrm rot="-5400000">
                <a:off x="-758457" y="3604107"/>
                <a:ext cx="1631069" cy="93085"/>
              </a:xfrm>
              <a:custGeom>
                <a:avLst/>
                <a:gdLst/>
                <a:ahLst/>
                <a:cxnLst/>
                <a:rect l="l" t="t" r="r" b="b"/>
                <a:pathLst>
                  <a:path w="37498" h="2140" extrusionOk="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53"/>
            <p:cNvGrpSpPr/>
            <p:nvPr/>
          </p:nvGrpSpPr>
          <p:grpSpPr>
            <a:xfrm rot="10800000" flipH="1">
              <a:off x="360086" y="-444000"/>
              <a:ext cx="392345" cy="2299752"/>
              <a:chOff x="4792514" y="3108715"/>
              <a:chExt cx="204176" cy="1196790"/>
            </a:xfrm>
          </p:grpSpPr>
          <p:sp>
            <p:nvSpPr>
              <p:cNvPr id="1166" name="Google Shape;1166;p53"/>
              <p:cNvSpPr/>
              <p:nvPr/>
            </p:nvSpPr>
            <p:spPr>
              <a:xfrm rot="-5400000">
                <a:off x="4348012" y="3656827"/>
                <a:ext cx="1196790" cy="100566"/>
              </a:xfrm>
              <a:custGeom>
                <a:avLst/>
                <a:gdLst/>
                <a:ahLst/>
                <a:cxnLst/>
                <a:rect l="l" t="t" r="r" b="b"/>
                <a:pathLst>
                  <a:path w="27514" h="2312" extrusionOk="0">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53"/>
              <p:cNvSpPr/>
              <p:nvPr/>
            </p:nvSpPr>
            <p:spPr>
              <a:xfrm rot="-5400000">
                <a:off x="4316977" y="3695300"/>
                <a:ext cx="1119234" cy="101175"/>
              </a:xfrm>
              <a:custGeom>
                <a:avLst/>
                <a:gdLst/>
                <a:ahLst/>
                <a:cxnLst/>
                <a:rect l="l" t="t" r="r" b="b"/>
                <a:pathLst>
                  <a:path w="25731" h="2326" extrusionOk="0">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53"/>
              <p:cNvSpPr/>
              <p:nvPr/>
            </p:nvSpPr>
            <p:spPr>
              <a:xfrm rot="-5400000">
                <a:off x="4328765" y="3810699"/>
                <a:ext cx="958554" cy="31057"/>
              </a:xfrm>
              <a:custGeom>
                <a:avLst/>
                <a:gdLst/>
                <a:ahLst/>
                <a:cxnLst/>
                <a:rect l="l" t="t" r="r" b="b"/>
                <a:pathLst>
                  <a:path w="22037" h="714" extrusionOk="0">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69" name="Google Shape;1169;p53"/>
          <p:cNvGrpSpPr/>
          <p:nvPr/>
        </p:nvGrpSpPr>
        <p:grpSpPr>
          <a:xfrm rot="10800000">
            <a:off x="385333" y="3"/>
            <a:ext cx="788988" cy="2549637"/>
            <a:chOff x="2474121" y="2891575"/>
            <a:chExt cx="439279" cy="1419541"/>
          </a:xfrm>
        </p:grpSpPr>
        <p:sp>
          <p:nvSpPr>
            <p:cNvPr id="1170" name="Google Shape;1170;p53"/>
            <p:cNvSpPr/>
            <p:nvPr/>
          </p:nvSpPr>
          <p:spPr>
            <a:xfrm rot="-5400000">
              <a:off x="1917918" y="3535251"/>
              <a:ext cx="1419541" cy="132189"/>
            </a:xfrm>
            <a:custGeom>
              <a:avLst/>
              <a:gdLst/>
              <a:ahLst/>
              <a:cxnLst/>
              <a:rect l="l" t="t" r="r" b="b"/>
              <a:pathLst>
                <a:path w="32635" h="3039" extrusionOk="0">
                  <a:moveTo>
                    <a:pt x="1" y="0"/>
                  </a:moveTo>
                  <a:lnTo>
                    <a:pt x="1" y="243"/>
                  </a:lnTo>
                  <a:lnTo>
                    <a:pt x="15818" y="243"/>
                  </a:lnTo>
                  <a:lnTo>
                    <a:pt x="15818" y="2796"/>
                  </a:lnTo>
                  <a:lnTo>
                    <a:pt x="31864" y="2796"/>
                  </a:lnTo>
                  <a:cubicBezTo>
                    <a:pt x="31921" y="2981"/>
                    <a:pt x="32092" y="3038"/>
                    <a:pt x="32221" y="3038"/>
                  </a:cubicBezTo>
                  <a:cubicBezTo>
                    <a:pt x="32449" y="3038"/>
                    <a:pt x="32634" y="2924"/>
                    <a:pt x="32634" y="2682"/>
                  </a:cubicBezTo>
                  <a:cubicBezTo>
                    <a:pt x="32634" y="2496"/>
                    <a:pt x="32449" y="2325"/>
                    <a:pt x="32221" y="2325"/>
                  </a:cubicBezTo>
                  <a:cubicBezTo>
                    <a:pt x="32092" y="2325"/>
                    <a:pt x="31921" y="2439"/>
                    <a:pt x="31864" y="2568"/>
                  </a:cubicBezTo>
                  <a:lnTo>
                    <a:pt x="16046" y="2568"/>
                  </a:lnTo>
                  <a:lnTo>
                    <a:pt x="1604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53"/>
            <p:cNvSpPr/>
            <p:nvPr/>
          </p:nvSpPr>
          <p:spPr>
            <a:xfrm rot="-5400000">
              <a:off x="2568095" y="3965811"/>
              <a:ext cx="504441" cy="186169"/>
            </a:xfrm>
            <a:custGeom>
              <a:avLst/>
              <a:gdLst/>
              <a:ahLst/>
              <a:cxnLst/>
              <a:rect l="l" t="t" r="r" b="b"/>
              <a:pathLst>
                <a:path w="11597" h="4280" extrusionOk="0">
                  <a:moveTo>
                    <a:pt x="1" y="1"/>
                  </a:moveTo>
                  <a:lnTo>
                    <a:pt x="1" y="243"/>
                  </a:lnTo>
                  <a:lnTo>
                    <a:pt x="11112" y="243"/>
                  </a:lnTo>
                  <a:lnTo>
                    <a:pt x="11112" y="3566"/>
                  </a:lnTo>
                  <a:cubicBezTo>
                    <a:pt x="10940" y="3623"/>
                    <a:pt x="10883" y="3752"/>
                    <a:pt x="10883" y="3923"/>
                  </a:cubicBezTo>
                  <a:cubicBezTo>
                    <a:pt x="10883" y="4108"/>
                    <a:pt x="10997" y="4279"/>
                    <a:pt x="11240" y="4279"/>
                  </a:cubicBezTo>
                  <a:cubicBezTo>
                    <a:pt x="11468" y="4279"/>
                    <a:pt x="11596" y="4108"/>
                    <a:pt x="11596" y="3923"/>
                  </a:cubicBezTo>
                  <a:cubicBezTo>
                    <a:pt x="11596" y="3752"/>
                    <a:pt x="11539" y="3623"/>
                    <a:pt x="11354" y="3566"/>
                  </a:cubicBezTo>
                  <a:lnTo>
                    <a:pt x="11354"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53"/>
            <p:cNvSpPr/>
            <p:nvPr/>
          </p:nvSpPr>
          <p:spPr>
            <a:xfrm rot="-5400000">
              <a:off x="2612136" y="4009852"/>
              <a:ext cx="452331" cy="150197"/>
            </a:xfrm>
            <a:custGeom>
              <a:avLst/>
              <a:gdLst/>
              <a:ahLst/>
              <a:cxnLst/>
              <a:rect l="l" t="t" r="r" b="b"/>
              <a:pathLst>
                <a:path w="10399" h="3453" extrusionOk="0">
                  <a:moveTo>
                    <a:pt x="1" y="1"/>
                  </a:moveTo>
                  <a:lnTo>
                    <a:pt x="1" y="243"/>
                  </a:lnTo>
                  <a:lnTo>
                    <a:pt x="9928" y="243"/>
                  </a:lnTo>
                  <a:lnTo>
                    <a:pt x="9928" y="2739"/>
                  </a:lnTo>
                  <a:cubicBezTo>
                    <a:pt x="9757" y="2796"/>
                    <a:pt x="9628" y="2925"/>
                    <a:pt x="9628" y="3096"/>
                  </a:cubicBezTo>
                  <a:cubicBezTo>
                    <a:pt x="9628" y="3281"/>
                    <a:pt x="9814" y="3452"/>
                    <a:pt x="10042" y="3452"/>
                  </a:cubicBezTo>
                  <a:cubicBezTo>
                    <a:pt x="10227" y="3452"/>
                    <a:pt x="10398" y="3281"/>
                    <a:pt x="10398" y="3096"/>
                  </a:cubicBezTo>
                  <a:cubicBezTo>
                    <a:pt x="10398" y="2925"/>
                    <a:pt x="10284" y="2796"/>
                    <a:pt x="10170" y="2739"/>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53"/>
            <p:cNvSpPr/>
            <p:nvPr/>
          </p:nvSpPr>
          <p:spPr>
            <a:xfrm rot="-5400000">
              <a:off x="2177879" y="3666157"/>
              <a:ext cx="1160818" cy="129101"/>
            </a:xfrm>
            <a:custGeom>
              <a:avLst/>
              <a:gdLst/>
              <a:ahLst/>
              <a:cxnLst/>
              <a:rect l="l" t="t" r="r" b="b"/>
              <a:pathLst>
                <a:path w="26687" h="2968" extrusionOk="0">
                  <a:moveTo>
                    <a:pt x="1" y="0"/>
                  </a:moveTo>
                  <a:lnTo>
                    <a:pt x="1" y="243"/>
                  </a:lnTo>
                  <a:lnTo>
                    <a:pt x="12310" y="243"/>
                  </a:lnTo>
                  <a:lnTo>
                    <a:pt x="12310" y="2739"/>
                  </a:lnTo>
                  <a:lnTo>
                    <a:pt x="25973" y="2739"/>
                  </a:lnTo>
                  <a:cubicBezTo>
                    <a:pt x="26030" y="2910"/>
                    <a:pt x="26159" y="2967"/>
                    <a:pt x="26330" y="2967"/>
                  </a:cubicBezTo>
                  <a:cubicBezTo>
                    <a:pt x="26572" y="2967"/>
                    <a:pt x="26687" y="2853"/>
                    <a:pt x="26687" y="2611"/>
                  </a:cubicBezTo>
                  <a:cubicBezTo>
                    <a:pt x="26687" y="2439"/>
                    <a:pt x="26572" y="2254"/>
                    <a:pt x="26330" y="2254"/>
                  </a:cubicBezTo>
                  <a:cubicBezTo>
                    <a:pt x="26159" y="2254"/>
                    <a:pt x="26030" y="2382"/>
                    <a:pt x="25973" y="2496"/>
                  </a:cubicBezTo>
                  <a:lnTo>
                    <a:pt x="12538" y="2496"/>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3"/>
            <p:cNvSpPr/>
            <p:nvPr/>
          </p:nvSpPr>
          <p:spPr>
            <a:xfrm rot="-5400000">
              <a:off x="2081076" y="3607849"/>
              <a:ext cx="1271867" cy="134668"/>
            </a:xfrm>
            <a:custGeom>
              <a:avLst/>
              <a:gdLst/>
              <a:ahLst/>
              <a:cxnLst/>
              <a:rect l="l" t="t" r="r" b="b"/>
              <a:pathLst>
                <a:path w="29240" h="3096" extrusionOk="0">
                  <a:moveTo>
                    <a:pt x="1" y="1"/>
                  </a:moveTo>
                  <a:lnTo>
                    <a:pt x="1" y="243"/>
                  </a:lnTo>
                  <a:lnTo>
                    <a:pt x="13436" y="243"/>
                  </a:lnTo>
                  <a:lnTo>
                    <a:pt x="13436" y="2853"/>
                  </a:lnTo>
                  <a:lnTo>
                    <a:pt x="28526" y="2853"/>
                  </a:lnTo>
                  <a:cubicBezTo>
                    <a:pt x="28526" y="2967"/>
                    <a:pt x="28712" y="3096"/>
                    <a:pt x="28883" y="3096"/>
                  </a:cubicBezTo>
                  <a:cubicBezTo>
                    <a:pt x="29068" y="3096"/>
                    <a:pt x="29240" y="2910"/>
                    <a:pt x="29240" y="2739"/>
                  </a:cubicBezTo>
                  <a:cubicBezTo>
                    <a:pt x="29240" y="2497"/>
                    <a:pt x="29068" y="2326"/>
                    <a:pt x="28883" y="2326"/>
                  </a:cubicBezTo>
                  <a:cubicBezTo>
                    <a:pt x="28712" y="2326"/>
                    <a:pt x="28526" y="2440"/>
                    <a:pt x="28526" y="2611"/>
                  </a:cubicBezTo>
                  <a:lnTo>
                    <a:pt x="13679" y="2611"/>
                  </a:lnTo>
                  <a:lnTo>
                    <a:pt x="13679"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3"/>
            <p:cNvSpPr/>
            <p:nvPr/>
          </p:nvSpPr>
          <p:spPr>
            <a:xfrm rot="-5400000">
              <a:off x="2065591" y="3641342"/>
              <a:ext cx="1212319" cy="127230"/>
            </a:xfrm>
            <a:custGeom>
              <a:avLst/>
              <a:gdLst/>
              <a:ahLst/>
              <a:cxnLst/>
              <a:rect l="l" t="t" r="r" b="b"/>
              <a:pathLst>
                <a:path w="27871" h="2925" extrusionOk="0">
                  <a:moveTo>
                    <a:pt x="1" y="0"/>
                  </a:moveTo>
                  <a:lnTo>
                    <a:pt x="1" y="243"/>
                  </a:lnTo>
                  <a:lnTo>
                    <a:pt x="14563" y="243"/>
                  </a:lnTo>
                  <a:lnTo>
                    <a:pt x="14563" y="2682"/>
                  </a:lnTo>
                  <a:lnTo>
                    <a:pt x="27157" y="2682"/>
                  </a:lnTo>
                  <a:cubicBezTo>
                    <a:pt x="27229" y="2853"/>
                    <a:pt x="27343" y="2924"/>
                    <a:pt x="27514" y="2924"/>
                  </a:cubicBezTo>
                  <a:cubicBezTo>
                    <a:pt x="27756" y="2924"/>
                    <a:pt x="27870" y="2796"/>
                    <a:pt x="27870" y="2567"/>
                  </a:cubicBezTo>
                  <a:cubicBezTo>
                    <a:pt x="27870" y="2382"/>
                    <a:pt x="27756" y="2211"/>
                    <a:pt x="27514" y="2211"/>
                  </a:cubicBezTo>
                  <a:cubicBezTo>
                    <a:pt x="27343" y="2211"/>
                    <a:pt x="27229" y="2325"/>
                    <a:pt x="27157" y="2439"/>
                  </a:cubicBezTo>
                  <a:lnTo>
                    <a:pt x="14806" y="2439"/>
                  </a:lnTo>
                  <a:lnTo>
                    <a:pt x="14806"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3"/>
            <p:cNvSpPr/>
            <p:nvPr/>
          </p:nvSpPr>
          <p:spPr>
            <a:xfrm rot="-5400000">
              <a:off x="1972508" y="3742473"/>
              <a:ext cx="1103749" cy="33537"/>
            </a:xfrm>
            <a:custGeom>
              <a:avLst/>
              <a:gdLst/>
              <a:ahLst/>
              <a:cxnLst/>
              <a:rect l="l" t="t" r="r" b="b"/>
              <a:pathLst>
                <a:path w="25375" h="771" extrusionOk="0">
                  <a:moveTo>
                    <a:pt x="25018" y="1"/>
                  </a:moveTo>
                  <a:cubicBezTo>
                    <a:pt x="24847" y="1"/>
                    <a:pt x="24733" y="115"/>
                    <a:pt x="24661" y="300"/>
                  </a:cubicBezTo>
                  <a:lnTo>
                    <a:pt x="1" y="300"/>
                  </a:lnTo>
                  <a:lnTo>
                    <a:pt x="1" y="528"/>
                  </a:lnTo>
                  <a:lnTo>
                    <a:pt x="24661" y="528"/>
                  </a:lnTo>
                  <a:cubicBezTo>
                    <a:pt x="24733" y="657"/>
                    <a:pt x="24847" y="771"/>
                    <a:pt x="25018" y="771"/>
                  </a:cubicBezTo>
                  <a:cubicBezTo>
                    <a:pt x="25260" y="771"/>
                    <a:pt x="25374" y="600"/>
                    <a:pt x="25374" y="414"/>
                  </a:cubicBezTo>
                  <a:cubicBezTo>
                    <a:pt x="25374" y="172"/>
                    <a:pt x="25260" y="1"/>
                    <a:pt x="2501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3"/>
            <p:cNvSpPr/>
            <p:nvPr/>
          </p:nvSpPr>
          <p:spPr>
            <a:xfrm rot="-5400000">
              <a:off x="2020290" y="3823748"/>
              <a:ext cx="941199" cy="33537"/>
            </a:xfrm>
            <a:custGeom>
              <a:avLst/>
              <a:gdLst/>
              <a:ahLst/>
              <a:cxnLst/>
              <a:rect l="l" t="t" r="r" b="b"/>
              <a:pathLst>
                <a:path w="21638" h="771" extrusionOk="0">
                  <a:moveTo>
                    <a:pt x="21281" y="0"/>
                  </a:moveTo>
                  <a:cubicBezTo>
                    <a:pt x="21095" y="0"/>
                    <a:pt x="20924" y="114"/>
                    <a:pt x="20924" y="229"/>
                  </a:cubicBezTo>
                  <a:lnTo>
                    <a:pt x="1" y="229"/>
                  </a:lnTo>
                  <a:lnTo>
                    <a:pt x="1" y="471"/>
                  </a:lnTo>
                  <a:lnTo>
                    <a:pt x="20924" y="471"/>
                  </a:lnTo>
                  <a:cubicBezTo>
                    <a:pt x="20924" y="656"/>
                    <a:pt x="21095" y="771"/>
                    <a:pt x="21281" y="771"/>
                  </a:cubicBezTo>
                  <a:cubicBezTo>
                    <a:pt x="21452" y="771"/>
                    <a:pt x="21637" y="585"/>
                    <a:pt x="21637" y="357"/>
                  </a:cubicBezTo>
                  <a:cubicBezTo>
                    <a:pt x="21637" y="172"/>
                    <a:pt x="21452" y="0"/>
                    <a:pt x="2128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81"/>
        <p:cNvGrpSpPr/>
        <p:nvPr/>
      </p:nvGrpSpPr>
      <p:grpSpPr>
        <a:xfrm>
          <a:off x="0" y="0"/>
          <a:ext cx="0" cy="0"/>
          <a:chOff x="0" y="0"/>
          <a:chExt cx="0" cy="0"/>
        </a:xfrm>
      </p:grpSpPr>
      <p:sp>
        <p:nvSpPr>
          <p:cNvPr id="1182" name="Google Shape;1182;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Brainstorming and idea generation</a:t>
            </a:r>
            <a:endParaRPr sz="2300"/>
          </a:p>
        </p:txBody>
      </p:sp>
      <p:graphicFrame>
        <p:nvGraphicFramePr>
          <p:cNvPr id="1183" name="Google Shape;1183;p54"/>
          <p:cNvGraphicFramePr/>
          <p:nvPr/>
        </p:nvGraphicFramePr>
        <p:xfrm>
          <a:off x="720000" y="1256300"/>
          <a:ext cx="2347275" cy="3396248"/>
        </p:xfrm>
        <a:graphic>
          <a:graphicData uri="http://schemas.openxmlformats.org/drawingml/2006/table">
            <a:tbl>
              <a:tblPr>
                <a:noFill/>
                <a:tableStyleId>{6DA3B495-CE20-4AE7-92EA-051A0663E635}</a:tableStyleId>
              </a:tblPr>
              <a:tblGrid>
                <a:gridCol w="539275">
                  <a:extLst>
                    <a:ext uri="{9D8B030D-6E8A-4147-A177-3AD203B41FA5}">
                      <a16:colId xmlns:a16="http://schemas.microsoft.com/office/drawing/2014/main" val="20000"/>
                    </a:ext>
                  </a:extLst>
                </a:gridCol>
                <a:gridCol w="1808000">
                  <a:extLst>
                    <a:ext uri="{9D8B030D-6E8A-4147-A177-3AD203B41FA5}">
                      <a16:colId xmlns:a16="http://schemas.microsoft.com/office/drawing/2014/main" val="20001"/>
                    </a:ext>
                  </a:extLst>
                </a:gridCol>
              </a:tblGrid>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A</a:t>
                      </a:r>
                      <a:endParaRPr sz="1600">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Abstract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B</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Block</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C</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Class</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D</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Default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E</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Enum</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F</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Field</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G</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Generic</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H</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Hexadecimal</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7"/>
                  </a:ext>
                </a:extLst>
              </a:tr>
            </a:tbl>
          </a:graphicData>
        </a:graphic>
      </p:graphicFrame>
      <p:graphicFrame>
        <p:nvGraphicFramePr>
          <p:cNvPr id="1184" name="Google Shape;1184;p54"/>
          <p:cNvGraphicFramePr/>
          <p:nvPr/>
        </p:nvGraphicFramePr>
        <p:xfrm>
          <a:off x="3398363" y="1256300"/>
          <a:ext cx="2347275" cy="3381516"/>
        </p:xfrm>
        <a:graphic>
          <a:graphicData uri="http://schemas.openxmlformats.org/drawingml/2006/table">
            <a:tbl>
              <a:tblPr>
                <a:noFill/>
                <a:tableStyleId>{6DA3B495-CE20-4AE7-92EA-051A0663E635}</a:tableStyleId>
              </a:tblPr>
              <a:tblGrid>
                <a:gridCol w="539275">
                  <a:extLst>
                    <a:ext uri="{9D8B030D-6E8A-4147-A177-3AD203B41FA5}">
                      <a16:colId xmlns:a16="http://schemas.microsoft.com/office/drawing/2014/main" val="20000"/>
                    </a:ext>
                  </a:extLst>
                </a:gridCol>
                <a:gridCol w="1808000">
                  <a:extLst>
                    <a:ext uri="{9D8B030D-6E8A-4147-A177-3AD203B41FA5}">
                      <a16:colId xmlns:a16="http://schemas.microsoft.com/office/drawing/2014/main" val="20001"/>
                    </a:ext>
                  </a:extLst>
                </a:gridCol>
              </a:tblGrid>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I</a:t>
                      </a:r>
                      <a:endParaRPr sz="1600">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Identifier</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J</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Java</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K</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Keyword</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L</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Lexical</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M</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Method</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N</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Native</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O</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Object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P</a:t>
                      </a:r>
                      <a:endParaRPr>
                        <a:solidFill>
                          <a:schemeClr val="dk1"/>
                        </a:solidFill>
                        <a:latin typeface="Anton"/>
                        <a:ea typeface="Anton"/>
                        <a:cs typeface="Anton"/>
                        <a:sym typeface="Anto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Package</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7"/>
                  </a:ext>
                </a:extLst>
              </a:tr>
            </a:tbl>
          </a:graphicData>
        </a:graphic>
      </p:graphicFrame>
      <p:graphicFrame>
        <p:nvGraphicFramePr>
          <p:cNvPr id="1185" name="Google Shape;1185;p54"/>
          <p:cNvGraphicFramePr/>
          <p:nvPr/>
        </p:nvGraphicFramePr>
        <p:xfrm>
          <a:off x="6076725" y="1256300"/>
          <a:ext cx="2347275" cy="3396248"/>
        </p:xfrm>
        <a:graphic>
          <a:graphicData uri="http://schemas.openxmlformats.org/drawingml/2006/table">
            <a:tbl>
              <a:tblPr>
                <a:noFill/>
                <a:tableStyleId>{6DA3B495-CE20-4AE7-92EA-051A0663E635}</a:tableStyleId>
              </a:tblPr>
              <a:tblGrid>
                <a:gridCol w="539275">
                  <a:extLst>
                    <a:ext uri="{9D8B030D-6E8A-4147-A177-3AD203B41FA5}">
                      <a16:colId xmlns:a16="http://schemas.microsoft.com/office/drawing/2014/main" val="20000"/>
                    </a:ext>
                  </a:extLst>
                </a:gridCol>
                <a:gridCol w="1808000">
                  <a:extLst>
                    <a:ext uri="{9D8B030D-6E8A-4147-A177-3AD203B41FA5}">
                      <a16:colId xmlns:a16="http://schemas.microsoft.com/office/drawing/2014/main" val="20001"/>
                    </a:ext>
                  </a:extLst>
                </a:gridCol>
              </a:tblGrid>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Q</a:t>
                      </a:r>
                      <a:endParaRPr sz="1600">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R</a:t>
                      </a:r>
                      <a:endParaRPr>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Reference</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S</a:t>
                      </a:r>
                      <a:endParaRPr>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Sandbox</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T</a:t>
                      </a:r>
                      <a:endParaRPr>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Thread</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U</a:t>
                      </a:r>
                      <a:endParaRPr>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Unicode</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V/W</a:t>
                      </a:r>
                      <a:endParaRPr>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
                          <a:solidFill>
                            <a:schemeClr val="dk1"/>
                          </a:solidFill>
                          <a:latin typeface="Catamaran"/>
                          <a:ea typeface="Catamaran"/>
                          <a:cs typeface="Catamaran"/>
                          <a:sym typeface="Catamaran"/>
                        </a:rPr>
                        <a:t>Variable</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X/Y</a:t>
                      </a:r>
                      <a:endParaRPr>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XML</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r h="396200">
                <a:tc>
                  <a:txBody>
                    <a:bodyPr/>
                    <a:lstStyle/>
                    <a:p>
                      <a:pPr marL="0" lvl="0" indent="0" algn="ctr" rtl="0">
                        <a:lnSpc>
                          <a:spcPct val="115000"/>
                        </a:lnSpc>
                        <a:spcBef>
                          <a:spcPts val="0"/>
                        </a:spcBef>
                        <a:spcAft>
                          <a:spcPts val="0"/>
                        </a:spcAft>
                        <a:buNone/>
                      </a:pPr>
                      <a:r>
                        <a:rPr lang="en">
                          <a:solidFill>
                            <a:schemeClr val="dk1"/>
                          </a:solidFill>
                          <a:latin typeface="Anton"/>
                          <a:ea typeface="Anton"/>
                          <a:cs typeface="Anton"/>
                          <a:sym typeface="Anton"/>
                        </a:rPr>
                        <a:t>Z</a:t>
                      </a:r>
                      <a:endParaRPr>
                        <a:solidFill>
                          <a:schemeClr val="dk1"/>
                        </a:solidFill>
                        <a:latin typeface="Anton"/>
                        <a:ea typeface="Anton"/>
                        <a:cs typeface="Anton"/>
                        <a:sym typeface="Anton"/>
                      </a:endParaRPr>
                    </a:p>
                  </a:txBody>
                  <a:tcPr marL="0" marR="0"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lnSpc>
                          <a:spcPct val="115000"/>
                        </a:lnSpc>
                        <a:spcBef>
                          <a:spcPts val="0"/>
                        </a:spcBef>
                        <a:spcAft>
                          <a:spcPts val="0"/>
                        </a:spcAft>
                        <a:buNone/>
                      </a:pPr>
                      <a:r>
                        <a:rPr lang="en">
                          <a:solidFill>
                            <a:schemeClr val="dk1"/>
                          </a:solidFill>
                          <a:latin typeface="Catamaran"/>
                          <a:ea typeface="Catamaran"/>
                          <a:cs typeface="Catamaran"/>
                          <a:sym typeface="Catamaran"/>
                        </a:rPr>
                        <a:t>-</a:t>
                      </a:r>
                      <a:endParaRPr>
                        <a:solidFill>
                          <a:schemeClr val="dk1"/>
                        </a:solidFill>
                        <a:latin typeface="Catamaran"/>
                        <a:ea typeface="Catamaran"/>
                        <a:cs typeface="Catamaran"/>
                        <a:sym typeface="Catamaran"/>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sp>
        <p:nvSpPr>
          <p:cNvPr id="1676" name="Google Shape;1676;p67"/>
          <p:cNvSpPr txBox="1">
            <a:spLocks noGrp="1"/>
          </p:cNvSpPr>
          <p:nvPr>
            <p:ph type="title"/>
          </p:nvPr>
        </p:nvSpPr>
        <p:spPr>
          <a:xfrm>
            <a:off x="2347950" y="650900"/>
            <a:ext cx="4448100" cy="97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1677" name="Google Shape;1677;p67"/>
          <p:cNvSpPr txBox="1">
            <a:spLocks noGrp="1"/>
          </p:cNvSpPr>
          <p:nvPr>
            <p:ph type="subTitle" idx="1"/>
          </p:nvPr>
        </p:nvSpPr>
        <p:spPr>
          <a:xfrm>
            <a:off x="2347900" y="1711862"/>
            <a:ext cx="4448100" cy="110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Do you have any questions?</a:t>
            </a:r>
            <a:endParaRPr b="1"/>
          </a:p>
          <a:p>
            <a:pPr marL="0" lvl="0" indent="0" algn="ctr" rtl="0">
              <a:spcBef>
                <a:spcPts val="0"/>
              </a:spcBef>
              <a:spcAft>
                <a:spcPts val="0"/>
              </a:spcAft>
              <a:buNone/>
            </a:pPr>
            <a:r>
              <a:rPr lang="en"/>
              <a:t>youremail@freepik.com</a:t>
            </a:r>
            <a:endParaRPr/>
          </a:p>
          <a:p>
            <a:pPr marL="0" lvl="0" indent="0" algn="ctr" rtl="0">
              <a:spcBef>
                <a:spcPts val="0"/>
              </a:spcBef>
              <a:spcAft>
                <a:spcPts val="0"/>
              </a:spcAft>
              <a:buNone/>
            </a:pPr>
            <a:r>
              <a:rPr lang="en"/>
              <a:t>+34 654 321 432</a:t>
            </a:r>
            <a:endParaRPr/>
          </a:p>
          <a:p>
            <a:pPr marL="0" lvl="0" indent="0" algn="ctr" rtl="0">
              <a:spcBef>
                <a:spcPts val="0"/>
              </a:spcBef>
              <a:spcAft>
                <a:spcPts val="0"/>
              </a:spcAft>
              <a:buNone/>
            </a:pPr>
            <a:r>
              <a:rPr lang="en"/>
              <a:t>yourwebsite.com</a:t>
            </a:r>
            <a:endParaRPr/>
          </a:p>
        </p:txBody>
      </p:sp>
      <p:sp>
        <p:nvSpPr>
          <p:cNvPr id="1678" name="Google Shape;1678;p67"/>
          <p:cNvSpPr txBox="1"/>
          <p:nvPr/>
        </p:nvSpPr>
        <p:spPr>
          <a:xfrm>
            <a:off x="2496150" y="4293881"/>
            <a:ext cx="4151700" cy="2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Catamaran"/>
                <a:ea typeface="Catamaran"/>
                <a:cs typeface="Catamaran"/>
                <a:sym typeface="Catamaran"/>
              </a:rPr>
              <a:t>Please keep this slide for attribution</a:t>
            </a:r>
            <a:endParaRPr sz="1200">
              <a:solidFill>
                <a:schemeClr val="dk1"/>
              </a:solidFill>
              <a:latin typeface="Catamaran"/>
              <a:ea typeface="Catamaran"/>
              <a:cs typeface="Catamaran"/>
              <a:sym typeface="Catamaran"/>
            </a:endParaRPr>
          </a:p>
        </p:txBody>
      </p:sp>
      <p:grpSp>
        <p:nvGrpSpPr>
          <p:cNvPr id="1679" name="Google Shape;1679;p67"/>
          <p:cNvGrpSpPr/>
          <p:nvPr/>
        </p:nvGrpSpPr>
        <p:grpSpPr>
          <a:xfrm>
            <a:off x="713229" y="-2"/>
            <a:ext cx="1186862" cy="1990767"/>
            <a:chOff x="786179" y="280873"/>
            <a:chExt cx="1186862" cy="1990767"/>
          </a:xfrm>
        </p:grpSpPr>
        <p:grpSp>
          <p:nvGrpSpPr>
            <p:cNvPr id="1680" name="Google Shape;1680;p67"/>
            <p:cNvGrpSpPr/>
            <p:nvPr/>
          </p:nvGrpSpPr>
          <p:grpSpPr>
            <a:xfrm rot="10800000">
              <a:off x="1363367" y="280873"/>
              <a:ext cx="609674" cy="1990767"/>
              <a:chOff x="6961407" y="2871131"/>
              <a:chExt cx="439278" cy="1434374"/>
            </a:xfrm>
          </p:grpSpPr>
          <p:sp>
            <p:nvSpPr>
              <p:cNvPr id="1681" name="Google Shape;1681;p67"/>
              <p:cNvSpPr/>
              <p:nvPr/>
            </p:nvSpPr>
            <p:spPr>
              <a:xfrm rot="-5400000">
                <a:off x="6647504" y="3552324"/>
                <a:ext cx="1374825" cy="131536"/>
              </a:xfrm>
              <a:custGeom>
                <a:avLst/>
                <a:gdLst/>
                <a:ahLst/>
                <a:cxnLst/>
                <a:rect l="l" t="t" r="r" b="b"/>
                <a:pathLst>
                  <a:path w="31607" h="3024" extrusionOk="0">
                    <a:moveTo>
                      <a:pt x="31193" y="0"/>
                    </a:moveTo>
                    <a:cubicBezTo>
                      <a:pt x="31079" y="0"/>
                      <a:pt x="30893" y="114"/>
                      <a:pt x="30836" y="300"/>
                    </a:cubicBezTo>
                    <a:lnTo>
                      <a:pt x="17287" y="300"/>
                    </a:lnTo>
                    <a:lnTo>
                      <a:pt x="17287" y="2796"/>
                    </a:lnTo>
                    <a:lnTo>
                      <a:pt x="0" y="2796"/>
                    </a:lnTo>
                    <a:lnTo>
                      <a:pt x="0" y="3024"/>
                    </a:lnTo>
                    <a:lnTo>
                      <a:pt x="17529" y="3024"/>
                    </a:lnTo>
                    <a:lnTo>
                      <a:pt x="17529" y="528"/>
                    </a:lnTo>
                    <a:lnTo>
                      <a:pt x="30836" y="528"/>
                    </a:lnTo>
                    <a:cubicBezTo>
                      <a:pt x="30893" y="656"/>
                      <a:pt x="31079" y="770"/>
                      <a:pt x="31193" y="770"/>
                    </a:cubicBezTo>
                    <a:cubicBezTo>
                      <a:pt x="31435" y="770"/>
                      <a:pt x="31607" y="599"/>
                      <a:pt x="31607" y="414"/>
                    </a:cubicBezTo>
                    <a:cubicBezTo>
                      <a:pt x="31607" y="171"/>
                      <a:pt x="31435" y="0"/>
                      <a:pt x="3119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67"/>
              <p:cNvSpPr/>
              <p:nvPr/>
            </p:nvSpPr>
            <p:spPr>
              <a:xfrm rot="-5400000">
                <a:off x="6677278" y="3618071"/>
                <a:ext cx="1230283" cy="144586"/>
              </a:xfrm>
              <a:custGeom>
                <a:avLst/>
                <a:gdLst/>
                <a:ahLst/>
                <a:cxnLst/>
                <a:rect l="l" t="t" r="r" b="b"/>
                <a:pathLst>
                  <a:path w="28284" h="3324" extrusionOk="0">
                    <a:moveTo>
                      <a:pt x="27870" y="0"/>
                    </a:moveTo>
                    <a:cubicBezTo>
                      <a:pt x="27741" y="0"/>
                      <a:pt x="27570" y="114"/>
                      <a:pt x="27513" y="228"/>
                    </a:cubicBezTo>
                    <a:lnTo>
                      <a:pt x="16103" y="228"/>
                    </a:lnTo>
                    <a:lnTo>
                      <a:pt x="16103" y="3081"/>
                    </a:lnTo>
                    <a:lnTo>
                      <a:pt x="0" y="3081"/>
                    </a:lnTo>
                    <a:lnTo>
                      <a:pt x="0" y="3324"/>
                    </a:lnTo>
                    <a:lnTo>
                      <a:pt x="16331" y="3324"/>
                    </a:lnTo>
                    <a:lnTo>
                      <a:pt x="16331" y="471"/>
                    </a:lnTo>
                    <a:lnTo>
                      <a:pt x="27513" y="471"/>
                    </a:lnTo>
                    <a:cubicBezTo>
                      <a:pt x="27570" y="656"/>
                      <a:pt x="27741" y="770"/>
                      <a:pt x="27870" y="770"/>
                    </a:cubicBezTo>
                    <a:cubicBezTo>
                      <a:pt x="28098" y="770"/>
                      <a:pt x="28283" y="585"/>
                      <a:pt x="28283" y="357"/>
                    </a:cubicBezTo>
                    <a:cubicBezTo>
                      <a:pt x="28283" y="171"/>
                      <a:pt x="28098" y="0"/>
                      <a:pt x="2787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67"/>
              <p:cNvSpPr/>
              <p:nvPr/>
            </p:nvSpPr>
            <p:spPr>
              <a:xfrm rot="-5400000">
                <a:off x="6529931" y="3512306"/>
                <a:ext cx="1434374" cy="152024"/>
              </a:xfrm>
              <a:custGeom>
                <a:avLst/>
                <a:gdLst/>
                <a:ahLst/>
                <a:cxnLst/>
                <a:rect l="l" t="t" r="r" b="b"/>
                <a:pathLst>
                  <a:path w="32976" h="3495" extrusionOk="0">
                    <a:moveTo>
                      <a:pt x="32562" y="1"/>
                    </a:moveTo>
                    <a:cubicBezTo>
                      <a:pt x="32448" y="1"/>
                      <a:pt x="32263" y="115"/>
                      <a:pt x="32206" y="286"/>
                    </a:cubicBezTo>
                    <a:lnTo>
                      <a:pt x="14976" y="286"/>
                    </a:lnTo>
                    <a:lnTo>
                      <a:pt x="14976" y="3267"/>
                    </a:lnTo>
                    <a:lnTo>
                      <a:pt x="0" y="3267"/>
                    </a:lnTo>
                    <a:lnTo>
                      <a:pt x="0" y="3495"/>
                    </a:lnTo>
                    <a:lnTo>
                      <a:pt x="15204" y="3495"/>
                    </a:lnTo>
                    <a:lnTo>
                      <a:pt x="15204" y="528"/>
                    </a:lnTo>
                    <a:lnTo>
                      <a:pt x="32206" y="528"/>
                    </a:lnTo>
                    <a:cubicBezTo>
                      <a:pt x="32263" y="642"/>
                      <a:pt x="32448" y="771"/>
                      <a:pt x="32562" y="771"/>
                    </a:cubicBezTo>
                    <a:cubicBezTo>
                      <a:pt x="32805" y="771"/>
                      <a:pt x="32976" y="585"/>
                      <a:pt x="32976" y="414"/>
                    </a:cubicBezTo>
                    <a:cubicBezTo>
                      <a:pt x="32976" y="172"/>
                      <a:pt x="32805" y="1"/>
                      <a:pt x="325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67"/>
              <p:cNvSpPr/>
              <p:nvPr/>
            </p:nvSpPr>
            <p:spPr>
              <a:xfrm rot="-5400000">
                <a:off x="6645331" y="3671116"/>
                <a:ext cx="1098138" cy="170641"/>
              </a:xfrm>
              <a:custGeom>
                <a:avLst/>
                <a:gdLst/>
                <a:ahLst/>
                <a:cxnLst/>
                <a:rect l="l" t="t" r="r" b="b"/>
                <a:pathLst>
                  <a:path w="25246" h="3923" extrusionOk="0">
                    <a:moveTo>
                      <a:pt x="24832" y="0"/>
                    </a:moveTo>
                    <a:cubicBezTo>
                      <a:pt x="24718" y="0"/>
                      <a:pt x="24532" y="114"/>
                      <a:pt x="24475" y="285"/>
                    </a:cubicBezTo>
                    <a:lnTo>
                      <a:pt x="13835" y="285"/>
                    </a:lnTo>
                    <a:lnTo>
                      <a:pt x="13835" y="3680"/>
                    </a:lnTo>
                    <a:lnTo>
                      <a:pt x="0" y="3680"/>
                    </a:lnTo>
                    <a:lnTo>
                      <a:pt x="0" y="3923"/>
                    </a:lnTo>
                    <a:lnTo>
                      <a:pt x="14078" y="3923"/>
                    </a:lnTo>
                    <a:lnTo>
                      <a:pt x="14078" y="528"/>
                    </a:lnTo>
                    <a:lnTo>
                      <a:pt x="24475" y="528"/>
                    </a:lnTo>
                    <a:cubicBezTo>
                      <a:pt x="24532" y="642"/>
                      <a:pt x="24718" y="770"/>
                      <a:pt x="24832" y="770"/>
                    </a:cubicBezTo>
                    <a:cubicBezTo>
                      <a:pt x="25074" y="770"/>
                      <a:pt x="25245" y="585"/>
                      <a:pt x="25245" y="414"/>
                    </a:cubicBezTo>
                    <a:cubicBezTo>
                      <a:pt x="25245" y="171"/>
                      <a:pt x="25074" y="0"/>
                      <a:pt x="24832"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67"/>
              <p:cNvSpPr/>
              <p:nvPr/>
            </p:nvSpPr>
            <p:spPr>
              <a:xfrm rot="-5400000">
                <a:off x="6506661" y="3582076"/>
                <a:ext cx="1284264" cy="162594"/>
              </a:xfrm>
              <a:custGeom>
                <a:avLst/>
                <a:gdLst/>
                <a:ahLst/>
                <a:cxnLst/>
                <a:rect l="l" t="t" r="r" b="b"/>
                <a:pathLst>
                  <a:path w="29525" h="3738" extrusionOk="0">
                    <a:moveTo>
                      <a:pt x="29111" y="1"/>
                    </a:moveTo>
                    <a:cubicBezTo>
                      <a:pt x="28996" y="1"/>
                      <a:pt x="28811" y="115"/>
                      <a:pt x="28754" y="300"/>
                    </a:cubicBezTo>
                    <a:lnTo>
                      <a:pt x="12708" y="300"/>
                    </a:lnTo>
                    <a:lnTo>
                      <a:pt x="12708" y="3509"/>
                    </a:lnTo>
                    <a:lnTo>
                      <a:pt x="0" y="3509"/>
                    </a:lnTo>
                    <a:lnTo>
                      <a:pt x="0" y="3737"/>
                    </a:lnTo>
                    <a:lnTo>
                      <a:pt x="12951" y="3737"/>
                    </a:lnTo>
                    <a:lnTo>
                      <a:pt x="12951" y="528"/>
                    </a:lnTo>
                    <a:lnTo>
                      <a:pt x="28754" y="528"/>
                    </a:lnTo>
                    <a:cubicBezTo>
                      <a:pt x="28811" y="657"/>
                      <a:pt x="28996" y="771"/>
                      <a:pt x="29111" y="771"/>
                    </a:cubicBezTo>
                    <a:cubicBezTo>
                      <a:pt x="29353" y="771"/>
                      <a:pt x="29524" y="600"/>
                      <a:pt x="29524" y="414"/>
                    </a:cubicBezTo>
                    <a:cubicBezTo>
                      <a:pt x="29524" y="172"/>
                      <a:pt x="29353" y="1"/>
                      <a:pt x="29111"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67"/>
              <p:cNvSpPr/>
              <p:nvPr/>
            </p:nvSpPr>
            <p:spPr>
              <a:xfrm rot="-5400000">
                <a:off x="6617711" y="3742147"/>
                <a:ext cx="953596" cy="173120"/>
              </a:xfrm>
              <a:custGeom>
                <a:avLst/>
                <a:gdLst/>
                <a:ahLst/>
                <a:cxnLst/>
                <a:rect l="l" t="t" r="r" b="b"/>
                <a:pathLst>
                  <a:path w="21923" h="3980" extrusionOk="0">
                    <a:moveTo>
                      <a:pt x="21566" y="0"/>
                    </a:moveTo>
                    <a:cubicBezTo>
                      <a:pt x="21394" y="0"/>
                      <a:pt x="21209" y="114"/>
                      <a:pt x="21209" y="300"/>
                    </a:cubicBezTo>
                    <a:lnTo>
                      <a:pt x="11168" y="300"/>
                    </a:lnTo>
                    <a:lnTo>
                      <a:pt x="11168" y="3752"/>
                    </a:lnTo>
                    <a:lnTo>
                      <a:pt x="0" y="3752"/>
                    </a:lnTo>
                    <a:lnTo>
                      <a:pt x="0" y="3980"/>
                    </a:lnTo>
                    <a:lnTo>
                      <a:pt x="11410" y="3980"/>
                    </a:lnTo>
                    <a:lnTo>
                      <a:pt x="11410" y="542"/>
                    </a:lnTo>
                    <a:lnTo>
                      <a:pt x="21209" y="542"/>
                    </a:lnTo>
                    <a:cubicBezTo>
                      <a:pt x="21209" y="656"/>
                      <a:pt x="21394" y="771"/>
                      <a:pt x="21566" y="771"/>
                    </a:cubicBezTo>
                    <a:cubicBezTo>
                      <a:pt x="21751" y="771"/>
                      <a:pt x="21922" y="599"/>
                      <a:pt x="21922" y="414"/>
                    </a:cubicBezTo>
                    <a:cubicBezTo>
                      <a:pt x="21922" y="186"/>
                      <a:pt x="21751" y="0"/>
                      <a:pt x="2156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67"/>
              <p:cNvSpPr/>
              <p:nvPr/>
            </p:nvSpPr>
            <p:spPr>
              <a:xfrm rot="-5400000">
                <a:off x="6516884" y="3690342"/>
                <a:ext cx="1059686" cy="170641"/>
              </a:xfrm>
              <a:custGeom>
                <a:avLst/>
                <a:gdLst/>
                <a:ahLst/>
                <a:cxnLst/>
                <a:rect l="l" t="t" r="r" b="b"/>
                <a:pathLst>
                  <a:path w="24362" h="3923" extrusionOk="0">
                    <a:moveTo>
                      <a:pt x="24004" y="1"/>
                    </a:moveTo>
                    <a:cubicBezTo>
                      <a:pt x="23819" y="1"/>
                      <a:pt x="23648" y="115"/>
                      <a:pt x="23648" y="300"/>
                    </a:cubicBezTo>
                    <a:lnTo>
                      <a:pt x="10098" y="300"/>
                    </a:lnTo>
                    <a:lnTo>
                      <a:pt x="10098" y="3680"/>
                    </a:lnTo>
                    <a:lnTo>
                      <a:pt x="0" y="3680"/>
                    </a:lnTo>
                    <a:lnTo>
                      <a:pt x="0" y="3923"/>
                    </a:lnTo>
                    <a:lnTo>
                      <a:pt x="10341" y="3923"/>
                    </a:lnTo>
                    <a:lnTo>
                      <a:pt x="10341" y="543"/>
                    </a:lnTo>
                    <a:lnTo>
                      <a:pt x="23648" y="543"/>
                    </a:lnTo>
                    <a:cubicBezTo>
                      <a:pt x="23648" y="657"/>
                      <a:pt x="23819" y="771"/>
                      <a:pt x="24004" y="771"/>
                    </a:cubicBezTo>
                    <a:cubicBezTo>
                      <a:pt x="24176" y="771"/>
                      <a:pt x="24361" y="600"/>
                      <a:pt x="24361" y="414"/>
                    </a:cubicBezTo>
                    <a:cubicBezTo>
                      <a:pt x="24361" y="186"/>
                      <a:pt x="24176" y="1"/>
                      <a:pt x="24004"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8" name="Google Shape;1688;p67"/>
            <p:cNvGrpSpPr/>
            <p:nvPr/>
          </p:nvGrpSpPr>
          <p:grpSpPr>
            <a:xfrm rot="10800000">
              <a:off x="786179" y="280873"/>
              <a:ext cx="545140" cy="1908120"/>
              <a:chOff x="7780935" y="2930680"/>
              <a:chExt cx="392780" cy="1374825"/>
            </a:xfrm>
          </p:grpSpPr>
          <p:sp>
            <p:nvSpPr>
              <p:cNvPr id="1689" name="Google Shape;1689;p67"/>
              <p:cNvSpPr/>
              <p:nvPr/>
            </p:nvSpPr>
            <p:spPr>
              <a:xfrm rot="-5400000">
                <a:off x="7866274" y="3998065"/>
                <a:ext cx="449808" cy="165073"/>
              </a:xfrm>
              <a:custGeom>
                <a:avLst/>
                <a:gdLst/>
                <a:ahLst/>
                <a:cxnLst/>
                <a:rect l="l" t="t" r="r" b="b"/>
                <a:pathLst>
                  <a:path w="10341" h="3795" extrusionOk="0">
                    <a:moveTo>
                      <a:pt x="0" y="0"/>
                    </a:moveTo>
                    <a:lnTo>
                      <a:pt x="0" y="229"/>
                    </a:lnTo>
                    <a:lnTo>
                      <a:pt x="9856" y="229"/>
                    </a:lnTo>
                    <a:lnTo>
                      <a:pt x="9856" y="3081"/>
                    </a:lnTo>
                    <a:cubicBezTo>
                      <a:pt x="9685" y="3081"/>
                      <a:pt x="9556" y="3267"/>
                      <a:pt x="9556" y="3438"/>
                    </a:cubicBezTo>
                    <a:cubicBezTo>
                      <a:pt x="9556" y="3623"/>
                      <a:pt x="9742" y="3794"/>
                      <a:pt x="9984" y="3794"/>
                    </a:cubicBezTo>
                    <a:cubicBezTo>
                      <a:pt x="10155" y="3794"/>
                      <a:pt x="10341" y="3623"/>
                      <a:pt x="10341" y="3438"/>
                    </a:cubicBezTo>
                    <a:cubicBezTo>
                      <a:pt x="10341" y="3267"/>
                      <a:pt x="10212" y="3081"/>
                      <a:pt x="10098" y="3081"/>
                    </a:cubicBezTo>
                    <a:lnTo>
                      <a:pt x="1009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67"/>
              <p:cNvSpPr/>
              <p:nvPr/>
            </p:nvSpPr>
            <p:spPr>
              <a:xfrm rot="-5400000">
                <a:off x="7822212" y="3954002"/>
                <a:ext cx="498829" cy="204177"/>
              </a:xfrm>
              <a:custGeom>
                <a:avLst/>
                <a:gdLst/>
                <a:ahLst/>
                <a:cxnLst/>
                <a:rect l="l" t="t" r="r" b="b"/>
                <a:pathLst>
                  <a:path w="11468" h="4694" extrusionOk="0">
                    <a:moveTo>
                      <a:pt x="0" y="1"/>
                    </a:moveTo>
                    <a:lnTo>
                      <a:pt x="0" y="243"/>
                    </a:lnTo>
                    <a:lnTo>
                      <a:pt x="10925" y="243"/>
                    </a:lnTo>
                    <a:lnTo>
                      <a:pt x="10925" y="3980"/>
                    </a:lnTo>
                    <a:cubicBezTo>
                      <a:pt x="10811" y="3980"/>
                      <a:pt x="10697" y="4166"/>
                      <a:pt x="10697" y="4337"/>
                    </a:cubicBezTo>
                    <a:cubicBezTo>
                      <a:pt x="10697" y="4522"/>
                      <a:pt x="10868" y="4693"/>
                      <a:pt x="11054" y="4693"/>
                    </a:cubicBezTo>
                    <a:cubicBezTo>
                      <a:pt x="11282" y="4693"/>
                      <a:pt x="11467" y="4522"/>
                      <a:pt x="11467" y="4337"/>
                    </a:cubicBezTo>
                    <a:cubicBezTo>
                      <a:pt x="11467" y="4166"/>
                      <a:pt x="11339" y="3980"/>
                      <a:pt x="11168" y="3980"/>
                    </a:cubicBezTo>
                    <a:lnTo>
                      <a:pt x="1116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67"/>
              <p:cNvSpPr/>
              <p:nvPr/>
            </p:nvSpPr>
            <p:spPr>
              <a:xfrm rot="-5400000">
                <a:off x="7418033" y="3559740"/>
                <a:ext cx="1266256" cy="225274"/>
              </a:xfrm>
              <a:custGeom>
                <a:avLst/>
                <a:gdLst/>
                <a:ahLst/>
                <a:cxnLst/>
                <a:rect l="l" t="t" r="r" b="b"/>
                <a:pathLst>
                  <a:path w="29111" h="5179" extrusionOk="0">
                    <a:moveTo>
                      <a:pt x="0" y="1"/>
                    </a:moveTo>
                    <a:lnTo>
                      <a:pt x="0" y="243"/>
                    </a:lnTo>
                    <a:lnTo>
                      <a:pt x="11995" y="243"/>
                    </a:lnTo>
                    <a:lnTo>
                      <a:pt x="11995" y="5178"/>
                    </a:lnTo>
                    <a:lnTo>
                      <a:pt x="16631" y="5178"/>
                    </a:lnTo>
                    <a:lnTo>
                      <a:pt x="20909" y="828"/>
                    </a:lnTo>
                    <a:lnTo>
                      <a:pt x="28340" y="828"/>
                    </a:lnTo>
                    <a:cubicBezTo>
                      <a:pt x="28397" y="1013"/>
                      <a:pt x="28526" y="1127"/>
                      <a:pt x="28697" y="1127"/>
                    </a:cubicBezTo>
                    <a:cubicBezTo>
                      <a:pt x="28939" y="1127"/>
                      <a:pt x="29111" y="956"/>
                      <a:pt x="29111" y="714"/>
                    </a:cubicBezTo>
                    <a:cubicBezTo>
                      <a:pt x="29111" y="543"/>
                      <a:pt x="28939" y="357"/>
                      <a:pt x="28697" y="357"/>
                    </a:cubicBezTo>
                    <a:cubicBezTo>
                      <a:pt x="28583" y="357"/>
                      <a:pt x="28397" y="471"/>
                      <a:pt x="28340" y="600"/>
                    </a:cubicBezTo>
                    <a:lnTo>
                      <a:pt x="20852" y="600"/>
                    </a:lnTo>
                    <a:lnTo>
                      <a:pt x="16516" y="4936"/>
                    </a:lnTo>
                    <a:lnTo>
                      <a:pt x="12238" y="4936"/>
                    </a:lnTo>
                    <a:lnTo>
                      <a:pt x="12238"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67"/>
              <p:cNvSpPr/>
              <p:nvPr/>
            </p:nvSpPr>
            <p:spPr>
              <a:xfrm rot="-5400000">
                <a:off x="7317206" y="3505455"/>
                <a:ext cx="1374825" cy="225274"/>
              </a:xfrm>
              <a:custGeom>
                <a:avLst/>
                <a:gdLst/>
                <a:ahLst/>
                <a:cxnLst/>
                <a:rect l="l" t="t" r="r" b="b"/>
                <a:pathLst>
                  <a:path w="31607" h="5179" extrusionOk="0">
                    <a:moveTo>
                      <a:pt x="0" y="1"/>
                    </a:moveTo>
                    <a:lnTo>
                      <a:pt x="0" y="243"/>
                    </a:lnTo>
                    <a:lnTo>
                      <a:pt x="13065" y="243"/>
                    </a:lnTo>
                    <a:lnTo>
                      <a:pt x="13065" y="5178"/>
                    </a:lnTo>
                    <a:lnTo>
                      <a:pt x="15917" y="5178"/>
                    </a:lnTo>
                    <a:lnTo>
                      <a:pt x="20382" y="714"/>
                    </a:lnTo>
                    <a:lnTo>
                      <a:pt x="30836" y="714"/>
                    </a:lnTo>
                    <a:cubicBezTo>
                      <a:pt x="30893" y="900"/>
                      <a:pt x="31022" y="1014"/>
                      <a:pt x="31193" y="1014"/>
                    </a:cubicBezTo>
                    <a:cubicBezTo>
                      <a:pt x="31435" y="1014"/>
                      <a:pt x="31607" y="828"/>
                      <a:pt x="31607" y="600"/>
                    </a:cubicBezTo>
                    <a:cubicBezTo>
                      <a:pt x="31607" y="415"/>
                      <a:pt x="31435" y="243"/>
                      <a:pt x="31193" y="243"/>
                    </a:cubicBezTo>
                    <a:cubicBezTo>
                      <a:pt x="31079" y="243"/>
                      <a:pt x="30893" y="358"/>
                      <a:pt x="30836" y="472"/>
                    </a:cubicBezTo>
                    <a:lnTo>
                      <a:pt x="20253" y="472"/>
                    </a:lnTo>
                    <a:lnTo>
                      <a:pt x="15803" y="4936"/>
                    </a:lnTo>
                    <a:lnTo>
                      <a:pt x="13307" y="4936"/>
                    </a:lnTo>
                    <a:lnTo>
                      <a:pt x="13307"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67"/>
              <p:cNvSpPr/>
              <p:nvPr/>
            </p:nvSpPr>
            <p:spPr>
              <a:xfrm rot="-5400000">
                <a:off x="7374298" y="3624573"/>
                <a:ext cx="1144680" cy="217183"/>
              </a:xfrm>
              <a:custGeom>
                <a:avLst/>
                <a:gdLst/>
                <a:ahLst/>
                <a:cxnLst/>
                <a:rect l="l" t="t" r="r" b="b"/>
                <a:pathLst>
                  <a:path w="26316" h="4993" extrusionOk="0">
                    <a:moveTo>
                      <a:pt x="25901" y="0"/>
                    </a:moveTo>
                    <a:cubicBezTo>
                      <a:pt x="25730" y="0"/>
                      <a:pt x="25602" y="114"/>
                      <a:pt x="25545" y="228"/>
                    </a:cubicBezTo>
                    <a:lnTo>
                      <a:pt x="20253" y="228"/>
                    </a:lnTo>
                    <a:lnTo>
                      <a:pt x="15689" y="4750"/>
                    </a:lnTo>
                    <a:lnTo>
                      <a:pt x="14491" y="4750"/>
                    </a:lnTo>
                    <a:lnTo>
                      <a:pt x="14491" y="171"/>
                    </a:lnTo>
                    <a:lnTo>
                      <a:pt x="0" y="171"/>
                    </a:lnTo>
                    <a:lnTo>
                      <a:pt x="0" y="414"/>
                    </a:lnTo>
                    <a:lnTo>
                      <a:pt x="14263" y="414"/>
                    </a:lnTo>
                    <a:lnTo>
                      <a:pt x="14263" y="4992"/>
                    </a:lnTo>
                    <a:lnTo>
                      <a:pt x="15803" y="4992"/>
                    </a:lnTo>
                    <a:lnTo>
                      <a:pt x="20325" y="471"/>
                    </a:lnTo>
                    <a:lnTo>
                      <a:pt x="25545" y="471"/>
                    </a:lnTo>
                    <a:cubicBezTo>
                      <a:pt x="25602" y="642"/>
                      <a:pt x="25787" y="713"/>
                      <a:pt x="25901" y="713"/>
                    </a:cubicBezTo>
                    <a:cubicBezTo>
                      <a:pt x="26144" y="713"/>
                      <a:pt x="26315" y="585"/>
                      <a:pt x="26315" y="357"/>
                    </a:cubicBezTo>
                    <a:cubicBezTo>
                      <a:pt x="26315" y="171"/>
                      <a:pt x="26144" y="0"/>
                      <a:pt x="25901"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67"/>
              <p:cNvSpPr/>
              <p:nvPr/>
            </p:nvSpPr>
            <p:spPr>
              <a:xfrm rot="-5400000">
                <a:off x="7256398" y="3576791"/>
                <a:ext cx="1253250" cy="204177"/>
              </a:xfrm>
              <a:custGeom>
                <a:avLst/>
                <a:gdLst/>
                <a:ahLst/>
                <a:cxnLst/>
                <a:rect l="l" t="t" r="r" b="b"/>
                <a:pathLst>
                  <a:path w="28812" h="4694" extrusionOk="0">
                    <a:moveTo>
                      <a:pt x="28397" y="1"/>
                    </a:moveTo>
                    <a:cubicBezTo>
                      <a:pt x="28283" y="1"/>
                      <a:pt x="28098" y="115"/>
                      <a:pt x="28041" y="243"/>
                    </a:cubicBezTo>
                    <a:lnTo>
                      <a:pt x="19540" y="243"/>
                    </a:lnTo>
                    <a:lnTo>
                      <a:pt x="15618" y="4166"/>
                    </a:lnTo>
                    <a:lnTo>
                      <a:pt x="15618" y="172"/>
                    </a:lnTo>
                    <a:lnTo>
                      <a:pt x="0" y="172"/>
                    </a:lnTo>
                    <a:lnTo>
                      <a:pt x="0" y="415"/>
                    </a:lnTo>
                    <a:lnTo>
                      <a:pt x="15390" y="415"/>
                    </a:lnTo>
                    <a:lnTo>
                      <a:pt x="15390" y="4693"/>
                    </a:lnTo>
                    <a:lnTo>
                      <a:pt x="19669" y="472"/>
                    </a:lnTo>
                    <a:lnTo>
                      <a:pt x="28041" y="472"/>
                    </a:lnTo>
                    <a:cubicBezTo>
                      <a:pt x="28098" y="657"/>
                      <a:pt x="28226" y="771"/>
                      <a:pt x="28397" y="771"/>
                    </a:cubicBezTo>
                    <a:cubicBezTo>
                      <a:pt x="28640" y="771"/>
                      <a:pt x="28811" y="600"/>
                      <a:pt x="28811" y="357"/>
                    </a:cubicBezTo>
                    <a:cubicBezTo>
                      <a:pt x="28811" y="172"/>
                      <a:pt x="28640" y="1"/>
                      <a:pt x="2839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95" name="Google Shape;1695;p67"/>
          <p:cNvGrpSpPr/>
          <p:nvPr/>
        </p:nvGrpSpPr>
        <p:grpSpPr>
          <a:xfrm>
            <a:off x="7281419" y="3104282"/>
            <a:ext cx="1149364" cy="2581575"/>
            <a:chOff x="1390914" y="2488356"/>
            <a:chExt cx="811526" cy="1822760"/>
          </a:xfrm>
        </p:grpSpPr>
        <p:sp>
          <p:nvSpPr>
            <p:cNvPr id="1696" name="Google Shape;1696;p67"/>
            <p:cNvSpPr/>
            <p:nvPr/>
          </p:nvSpPr>
          <p:spPr>
            <a:xfrm rot="-5400000">
              <a:off x="1739909" y="2894384"/>
              <a:ext cx="868558" cy="56503"/>
            </a:xfrm>
            <a:custGeom>
              <a:avLst/>
              <a:gdLst/>
              <a:ahLst/>
              <a:cxnLst/>
              <a:rect l="l" t="t" r="r" b="b"/>
              <a:pathLst>
                <a:path w="19968" h="1299" extrusionOk="0">
                  <a:moveTo>
                    <a:pt x="19554" y="0"/>
                  </a:moveTo>
                  <a:cubicBezTo>
                    <a:pt x="19426" y="0"/>
                    <a:pt x="19255" y="114"/>
                    <a:pt x="19198" y="229"/>
                  </a:cubicBezTo>
                  <a:lnTo>
                    <a:pt x="0" y="229"/>
                  </a:lnTo>
                  <a:lnTo>
                    <a:pt x="0" y="1298"/>
                  </a:lnTo>
                  <a:lnTo>
                    <a:pt x="228" y="1298"/>
                  </a:lnTo>
                  <a:lnTo>
                    <a:pt x="228" y="471"/>
                  </a:lnTo>
                  <a:lnTo>
                    <a:pt x="19198" y="471"/>
                  </a:lnTo>
                  <a:cubicBezTo>
                    <a:pt x="19255" y="642"/>
                    <a:pt x="19426" y="770"/>
                    <a:pt x="19554" y="770"/>
                  </a:cubicBezTo>
                  <a:cubicBezTo>
                    <a:pt x="19783" y="770"/>
                    <a:pt x="19968" y="585"/>
                    <a:pt x="19968" y="357"/>
                  </a:cubicBezTo>
                  <a:cubicBezTo>
                    <a:pt x="19968" y="171"/>
                    <a:pt x="19783" y="0"/>
                    <a:pt x="19554"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67"/>
            <p:cNvSpPr/>
            <p:nvPr/>
          </p:nvSpPr>
          <p:spPr>
            <a:xfrm rot="-5400000">
              <a:off x="1765616" y="2959195"/>
              <a:ext cx="778040" cy="95608"/>
            </a:xfrm>
            <a:custGeom>
              <a:avLst/>
              <a:gdLst/>
              <a:ahLst/>
              <a:cxnLst/>
              <a:rect l="l" t="t" r="r" b="b"/>
              <a:pathLst>
                <a:path w="17887" h="2198" extrusionOk="0">
                  <a:moveTo>
                    <a:pt x="17472" y="1"/>
                  </a:moveTo>
                  <a:cubicBezTo>
                    <a:pt x="17358" y="1"/>
                    <a:pt x="17173" y="115"/>
                    <a:pt x="17116" y="243"/>
                  </a:cubicBezTo>
                  <a:lnTo>
                    <a:pt x="0" y="243"/>
                  </a:lnTo>
                  <a:lnTo>
                    <a:pt x="0" y="2197"/>
                  </a:lnTo>
                  <a:lnTo>
                    <a:pt x="243" y="2197"/>
                  </a:lnTo>
                  <a:lnTo>
                    <a:pt x="243" y="471"/>
                  </a:lnTo>
                  <a:lnTo>
                    <a:pt x="17116" y="471"/>
                  </a:lnTo>
                  <a:cubicBezTo>
                    <a:pt x="17173" y="657"/>
                    <a:pt x="17358" y="714"/>
                    <a:pt x="17472" y="714"/>
                  </a:cubicBezTo>
                  <a:cubicBezTo>
                    <a:pt x="17715" y="714"/>
                    <a:pt x="17886" y="600"/>
                    <a:pt x="17886" y="357"/>
                  </a:cubicBezTo>
                  <a:cubicBezTo>
                    <a:pt x="17886" y="186"/>
                    <a:pt x="17715" y="1"/>
                    <a:pt x="1747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67"/>
            <p:cNvSpPr/>
            <p:nvPr/>
          </p:nvSpPr>
          <p:spPr>
            <a:xfrm rot="-5400000">
              <a:off x="1756634" y="3001714"/>
              <a:ext cx="760032" cy="131580"/>
            </a:xfrm>
            <a:custGeom>
              <a:avLst/>
              <a:gdLst/>
              <a:ahLst/>
              <a:cxnLst/>
              <a:rect l="l" t="t" r="r" b="b"/>
              <a:pathLst>
                <a:path w="17473" h="3025" extrusionOk="0">
                  <a:moveTo>
                    <a:pt x="17116" y="0"/>
                  </a:moveTo>
                  <a:cubicBezTo>
                    <a:pt x="16931" y="0"/>
                    <a:pt x="16817" y="58"/>
                    <a:pt x="16759" y="229"/>
                  </a:cubicBezTo>
                  <a:lnTo>
                    <a:pt x="1" y="229"/>
                  </a:lnTo>
                  <a:lnTo>
                    <a:pt x="1" y="3024"/>
                  </a:lnTo>
                  <a:lnTo>
                    <a:pt x="243" y="3024"/>
                  </a:lnTo>
                  <a:lnTo>
                    <a:pt x="243" y="471"/>
                  </a:lnTo>
                  <a:lnTo>
                    <a:pt x="16759" y="471"/>
                  </a:lnTo>
                  <a:cubicBezTo>
                    <a:pt x="16817" y="585"/>
                    <a:pt x="16931" y="714"/>
                    <a:pt x="17116" y="714"/>
                  </a:cubicBezTo>
                  <a:cubicBezTo>
                    <a:pt x="17287" y="714"/>
                    <a:pt x="17473" y="528"/>
                    <a:pt x="17473" y="357"/>
                  </a:cubicBezTo>
                  <a:cubicBezTo>
                    <a:pt x="17473" y="115"/>
                    <a:pt x="17287" y="0"/>
                    <a:pt x="1711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67"/>
            <p:cNvSpPr/>
            <p:nvPr/>
          </p:nvSpPr>
          <p:spPr>
            <a:xfrm rot="-5400000">
              <a:off x="1370420" y="3504542"/>
              <a:ext cx="1460472" cy="152676"/>
            </a:xfrm>
            <a:custGeom>
              <a:avLst/>
              <a:gdLst/>
              <a:ahLst/>
              <a:cxnLst/>
              <a:rect l="l" t="t" r="r" b="b"/>
              <a:pathLst>
                <a:path w="33576" h="3510" extrusionOk="0">
                  <a:moveTo>
                    <a:pt x="33162" y="1"/>
                  </a:moveTo>
                  <a:cubicBezTo>
                    <a:pt x="33048" y="1"/>
                    <a:pt x="32862" y="115"/>
                    <a:pt x="32805" y="229"/>
                  </a:cubicBezTo>
                  <a:lnTo>
                    <a:pt x="18371" y="229"/>
                  </a:lnTo>
                  <a:lnTo>
                    <a:pt x="18371" y="3267"/>
                  </a:lnTo>
                  <a:lnTo>
                    <a:pt x="1" y="3267"/>
                  </a:lnTo>
                  <a:lnTo>
                    <a:pt x="1" y="3509"/>
                  </a:lnTo>
                  <a:lnTo>
                    <a:pt x="18600" y="3509"/>
                  </a:lnTo>
                  <a:lnTo>
                    <a:pt x="18600" y="471"/>
                  </a:lnTo>
                  <a:lnTo>
                    <a:pt x="32805" y="471"/>
                  </a:lnTo>
                  <a:cubicBezTo>
                    <a:pt x="32862" y="657"/>
                    <a:pt x="33048" y="714"/>
                    <a:pt x="33162" y="714"/>
                  </a:cubicBezTo>
                  <a:cubicBezTo>
                    <a:pt x="33404" y="714"/>
                    <a:pt x="33575" y="586"/>
                    <a:pt x="33575" y="357"/>
                  </a:cubicBezTo>
                  <a:cubicBezTo>
                    <a:pt x="33575" y="172"/>
                    <a:pt x="33404" y="1"/>
                    <a:pt x="3316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67"/>
            <p:cNvSpPr/>
            <p:nvPr/>
          </p:nvSpPr>
          <p:spPr>
            <a:xfrm rot="-5400000">
              <a:off x="1428446" y="3604151"/>
              <a:ext cx="1253859" cy="160071"/>
            </a:xfrm>
            <a:custGeom>
              <a:avLst/>
              <a:gdLst/>
              <a:ahLst/>
              <a:cxnLst/>
              <a:rect l="l" t="t" r="r" b="b"/>
              <a:pathLst>
                <a:path w="28826" h="3680" extrusionOk="0">
                  <a:moveTo>
                    <a:pt x="28469" y="0"/>
                  </a:moveTo>
                  <a:cubicBezTo>
                    <a:pt x="28298" y="0"/>
                    <a:pt x="28170" y="114"/>
                    <a:pt x="28113" y="285"/>
                  </a:cubicBezTo>
                  <a:lnTo>
                    <a:pt x="17302" y="285"/>
                  </a:lnTo>
                  <a:lnTo>
                    <a:pt x="17302" y="3437"/>
                  </a:lnTo>
                  <a:lnTo>
                    <a:pt x="1" y="3437"/>
                  </a:lnTo>
                  <a:lnTo>
                    <a:pt x="1" y="3680"/>
                  </a:lnTo>
                  <a:lnTo>
                    <a:pt x="17530" y="3680"/>
                  </a:lnTo>
                  <a:lnTo>
                    <a:pt x="17530" y="528"/>
                  </a:lnTo>
                  <a:lnTo>
                    <a:pt x="28113" y="528"/>
                  </a:lnTo>
                  <a:cubicBezTo>
                    <a:pt x="28170" y="642"/>
                    <a:pt x="28298" y="770"/>
                    <a:pt x="28469" y="770"/>
                  </a:cubicBezTo>
                  <a:cubicBezTo>
                    <a:pt x="28655" y="770"/>
                    <a:pt x="28826" y="585"/>
                    <a:pt x="28826" y="414"/>
                  </a:cubicBezTo>
                  <a:cubicBezTo>
                    <a:pt x="28826" y="171"/>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67"/>
            <p:cNvSpPr/>
            <p:nvPr/>
          </p:nvSpPr>
          <p:spPr>
            <a:xfrm rot="-5400000">
              <a:off x="1332600" y="3552324"/>
              <a:ext cx="1354991" cy="162594"/>
            </a:xfrm>
            <a:custGeom>
              <a:avLst/>
              <a:gdLst/>
              <a:ahLst/>
              <a:cxnLst/>
              <a:rect l="l" t="t" r="r" b="b"/>
              <a:pathLst>
                <a:path w="31151" h="3738" extrusionOk="0">
                  <a:moveTo>
                    <a:pt x="30723" y="0"/>
                  </a:moveTo>
                  <a:cubicBezTo>
                    <a:pt x="30609" y="0"/>
                    <a:pt x="30438" y="114"/>
                    <a:pt x="30366" y="229"/>
                  </a:cubicBezTo>
                  <a:lnTo>
                    <a:pt x="16104" y="229"/>
                  </a:lnTo>
                  <a:lnTo>
                    <a:pt x="16104" y="3495"/>
                  </a:lnTo>
                  <a:lnTo>
                    <a:pt x="1" y="3495"/>
                  </a:lnTo>
                  <a:lnTo>
                    <a:pt x="1" y="3737"/>
                  </a:lnTo>
                  <a:lnTo>
                    <a:pt x="16346" y="3737"/>
                  </a:lnTo>
                  <a:lnTo>
                    <a:pt x="16346" y="471"/>
                  </a:lnTo>
                  <a:lnTo>
                    <a:pt x="30366" y="471"/>
                  </a:lnTo>
                  <a:cubicBezTo>
                    <a:pt x="30438" y="642"/>
                    <a:pt x="30609" y="770"/>
                    <a:pt x="30723" y="770"/>
                  </a:cubicBezTo>
                  <a:cubicBezTo>
                    <a:pt x="30965" y="770"/>
                    <a:pt x="31151" y="585"/>
                    <a:pt x="31151" y="357"/>
                  </a:cubicBezTo>
                  <a:cubicBezTo>
                    <a:pt x="31151" y="171"/>
                    <a:pt x="30965" y="0"/>
                    <a:pt x="30723"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67"/>
            <p:cNvSpPr/>
            <p:nvPr/>
          </p:nvSpPr>
          <p:spPr>
            <a:xfrm rot="-5400000">
              <a:off x="1296281" y="3552020"/>
              <a:ext cx="1292963" cy="225230"/>
            </a:xfrm>
            <a:custGeom>
              <a:avLst/>
              <a:gdLst/>
              <a:ahLst/>
              <a:cxnLst/>
              <a:rect l="l" t="t" r="r" b="b"/>
              <a:pathLst>
                <a:path w="29725" h="5178" extrusionOk="0">
                  <a:moveTo>
                    <a:pt x="29368" y="1"/>
                  </a:moveTo>
                  <a:cubicBezTo>
                    <a:pt x="29183" y="1"/>
                    <a:pt x="29068" y="129"/>
                    <a:pt x="29011" y="243"/>
                  </a:cubicBezTo>
                  <a:lnTo>
                    <a:pt x="18728" y="243"/>
                  </a:lnTo>
                  <a:lnTo>
                    <a:pt x="18728" y="1555"/>
                  </a:lnTo>
                  <a:lnTo>
                    <a:pt x="14977" y="1555"/>
                  </a:lnTo>
                  <a:lnTo>
                    <a:pt x="14977" y="4935"/>
                  </a:lnTo>
                  <a:lnTo>
                    <a:pt x="1" y="4935"/>
                  </a:lnTo>
                  <a:lnTo>
                    <a:pt x="1" y="5178"/>
                  </a:lnTo>
                  <a:lnTo>
                    <a:pt x="15219" y="5178"/>
                  </a:lnTo>
                  <a:lnTo>
                    <a:pt x="15219" y="1783"/>
                  </a:lnTo>
                  <a:lnTo>
                    <a:pt x="18956" y="1783"/>
                  </a:lnTo>
                  <a:lnTo>
                    <a:pt x="18956" y="485"/>
                  </a:lnTo>
                  <a:lnTo>
                    <a:pt x="29011" y="485"/>
                  </a:lnTo>
                  <a:cubicBezTo>
                    <a:pt x="29068" y="657"/>
                    <a:pt x="29183" y="771"/>
                    <a:pt x="29368" y="771"/>
                  </a:cubicBezTo>
                  <a:cubicBezTo>
                    <a:pt x="29596" y="771"/>
                    <a:pt x="29725" y="600"/>
                    <a:pt x="29725" y="357"/>
                  </a:cubicBezTo>
                  <a:cubicBezTo>
                    <a:pt x="29725" y="186"/>
                    <a:pt x="29596" y="1"/>
                    <a:pt x="29368"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7"/>
            <p:cNvSpPr/>
            <p:nvPr/>
          </p:nvSpPr>
          <p:spPr>
            <a:xfrm rot="-5400000">
              <a:off x="1295063" y="3592342"/>
              <a:ext cx="1215407" cy="222142"/>
            </a:xfrm>
            <a:custGeom>
              <a:avLst/>
              <a:gdLst/>
              <a:ahLst/>
              <a:cxnLst/>
              <a:rect l="l" t="t" r="r" b="b"/>
              <a:pathLst>
                <a:path w="27942" h="5107" extrusionOk="0">
                  <a:moveTo>
                    <a:pt x="27585" y="0"/>
                  </a:moveTo>
                  <a:cubicBezTo>
                    <a:pt x="27400" y="0"/>
                    <a:pt x="27286" y="114"/>
                    <a:pt x="27229" y="228"/>
                  </a:cubicBezTo>
                  <a:lnTo>
                    <a:pt x="17302" y="228"/>
                  </a:lnTo>
                  <a:lnTo>
                    <a:pt x="17302" y="1369"/>
                  </a:lnTo>
                  <a:lnTo>
                    <a:pt x="14035" y="1369"/>
                  </a:lnTo>
                  <a:lnTo>
                    <a:pt x="14035" y="4864"/>
                  </a:lnTo>
                  <a:lnTo>
                    <a:pt x="1" y="4864"/>
                  </a:lnTo>
                  <a:lnTo>
                    <a:pt x="1" y="5106"/>
                  </a:lnTo>
                  <a:lnTo>
                    <a:pt x="14264" y="5106"/>
                  </a:lnTo>
                  <a:lnTo>
                    <a:pt x="14264" y="1598"/>
                  </a:lnTo>
                  <a:lnTo>
                    <a:pt x="17530" y="1598"/>
                  </a:lnTo>
                  <a:lnTo>
                    <a:pt x="17530" y="471"/>
                  </a:lnTo>
                  <a:lnTo>
                    <a:pt x="27229" y="471"/>
                  </a:lnTo>
                  <a:cubicBezTo>
                    <a:pt x="27286" y="656"/>
                    <a:pt x="27400" y="713"/>
                    <a:pt x="27585" y="713"/>
                  </a:cubicBezTo>
                  <a:cubicBezTo>
                    <a:pt x="27756" y="713"/>
                    <a:pt x="27942" y="585"/>
                    <a:pt x="27942" y="357"/>
                  </a:cubicBezTo>
                  <a:cubicBezTo>
                    <a:pt x="27942" y="171"/>
                    <a:pt x="27756" y="0"/>
                    <a:pt x="27585"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67"/>
            <p:cNvSpPr/>
            <p:nvPr/>
          </p:nvSpPr>
          <p:spPr>
            <a:xfrm rot="-5400000">
              <a:off x="1190518" y="3668963"/>
              <a:ext cx="1163297" cy="121010"/>
            </a:xfrm>
            <a:custGeom>
              <a:avLst/>
              <a:gdLst/>
              <a:ahLst/>
              <a:cxnLst/>
              <a:rect l="l" t="t" r="r" b="b"/>
              <a:pathLst>
                <a:path w="26744" h="2782" extrusionOk="0">
                  <a:moveTo>
                    <a:pt x="26330" y="0"/>
                  </a:moveTo>
                  <a:cubicBezTo>
                    <a:pt x="26216" y="0"/>
                    <a:pt x="26030" y="114"/>
                    <a:pt x="25973" y="286"/>
                  </a:cubicBezTo>
                  <a:lnTo>
                    <a:pt x="17116" y="286"/>
                  </a:lnTo>
                  <a:lnTo>
                    <a:pt x="14863" y="2553"/>
                  </a:lnTo>
                  <a:lnTo>
                    <a:pt x="1" y="2553"/>
                  </a:lnTo>
                  <a:lnTo>
                    <a:pt x="1" y="2782"/>
                  </a:lnTo>
                  <a:lnTo>
                    <a:pt x="14920" y="2782"/>
                  </a:lnTo>
                  <a:lnTo>
                    <a:pt x="17245" y="528"/>
                  </a:lnTo>
                  <a:lnTo>
                    <a:pt x="25973" y="528"/>
                  </a:lnTo>
                  <a:cubicBezTo>
                    <a:pt x="26030" y="642"/>
                    <a:pt x="26216" y="770"/>
                    <a:pt x="26330" y="770"/>
                  </a:cubicBezTo>
                  <a:cubicBezTo>
                    <a:pt x="26572" y="770"/>
                    <a:pt x="26744" y="585"/>
                    <a:pt x="26744" y="414"/>
                  </a:cubicBezTo>
                  <a:cubicBezTo>
                    <a:pt x="26744" y="171"/>
                    <a:pt x="26572" y="0"/>
                    <a:pt x="26330"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67"/>
            <p:cNvSpPr/>
            <p:nvPr/>
          </p:nvSpPr>
          <p:spPr>
            <a:xfrm rot="-5400000">
              <a:off x="1172533" y="3722921"/>
              <a:ext cx="1034240" cy="142150"/>
            </a:xfrm>
            <a:custGeom>
              <a:avLst/>
              <a:gdLst/>
              <a:ahLst/>
              <a:cxnLst/>
              <a:rect l="l" t="t" r="r" b="b"/>
              <a:pathLst>
                <a:path w="23777" h="3268" extrusionOk="0">
                  <a:moveTo>
                    <a:pt x="23363" y="1"/>
                  </a:moveTo>
                  <a:cubicBezTo>
                    <a:pt x="23235" y="1"/>
                    <a:pt x="23064" y="58"/>
                    <a:pt x="23007" y="229"/>
                  </a:cubicBezTo>
                  <a:lnTo>
                    <a:pt x="16588" y="229"/>
                  </a:lnTo>
                  <a:lnTo>
                    <a:pt x="13793" y="3025"/>
                  </a:lnTo>
                  <a:lnTo>
                    <a:pt x="1" y="3025"/>
                  </a:lnTo>
                  <a:lnTo>
                    <a:pt x="1" y="3267"/>
                  </a:lnTo>
                  <a:lnTo>
                    <a:pt x="13850" y="3267"/>
                  </a:lnTo>
                  <a:lnTo>
                    <a:pt x="16703" y="472"/>
                  </a:lnTo>
                  <a:lnTo>
                    <a:pt x="23007" y="472"/>
                  </a:lnTo>
                  <a:cubicBezTo>
                    <a:pt x="23064" y="586"/>
                    <a:pt x="23235" y="714"/>
                    <a:pt x="23363" y="714"/>
                  </a:cubicBezTo>
                  <a:cubicBezTo>
                    <a:pt x="23591" y="714"/>
                    <a:pt x="23777" y="529"/>
                    <a:pt x="23777" y="357"/>
                  </a:cubicBezTo>
                  <a:cubicBezTo>
                    <a:pt x="23777" y="115"/>
                    <a:pt x="23591" y="1"/>
                    <a:pt x="23363"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67"/>
            <p:cNvSpPr/>
            <p:nvPr/>
          </p:nvSpPr>
          <p:spPr>
            <a:xfrm rot="-5400000">
              <a:off x="1371361" y="4014833"/>
              <a:ext cx="455419" cy="137148"/>
            </a:xfrm>
            <a:custGeom>
              <a:avLst/>
              <a:gdLst/>
              <a:ahLst/>
              <a:cxnLst/>
              <a:rect l="l" t="t" r="r" b="b"/>
              <a:pathLst>
                <a:path w="10470" h="3153" extrusionOk="0">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67"/>
            <p:cNvSpPr/>
            <p:nvPr/>
          </p:nvSpPr>
          <p:spPr>
            <a:xfrm rot="-5400000">
              <a:off x="1624774" y="4028143"/>
              <a:ext cx="498873" cy="67073"/>
            </a:xfrm>
            <a:custGeom>
              <a:avLst/>
              <a:gdLst/>
              <a:ahLst/>
              <a:cxnLst/>
              <a:rect l="l" t="t" r="r" b="b"/>
              <a:pathLst>
                <a:path w="11469" h="1542" extrusionOk="0">
                  <a:moveTo>
                    <a:pt x="11112" y="1"/>
                  </a:moveTo>
                  <a:cubicBezTo>
                    <a:pt x="10940" y="1"/>
                    <a:pt x="10755" y="172"/>
                    <a:pt x="10755" y="358"/>
                  </a:cubicBezTo>
                  <a:cubicBezTo>
                    <a:pt x="10755" y="529"/>
                    <a:pt x="10883" y="714"/>
                    <a:pt x="10997" y="714"/>
                  </a:cubicBezTo>
                  <a:lnTo>
                    <a:pt x="10997" y="1313"/>
                  </a:lnTo>
                  <a:lnTo>
                    <a:pt x="1" y="1313"/>
                  </a:lnTo>
                  <a:lnTo>
                    <a:pt x="1" y="1541"/>
                  </a:lnTo>
                  <a:lnTo>
                    <a:pt x="11240" y="1541"/>
                  </a:lnTo>
                  <a:lnTo>
                    <a:pt x="11240" y="714"/>
                  </a:lnTo>
                  <a:cubicBezTo>
                    <a:pt x="11411" y="714"/>
                    <a:pt x="11468" y="529"/>
                    <a:pt x="11468" y="358"/>
                  </a:cubicBezTo>
                  <a:cubicBezTo>
                    <a:pt x="11468" y="172"/>
                    <a:pt x="11354" y="1"/>
                    <a:pt x="11112"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7"/>
            <p:cNvSpPr/>
            <p:nvPr/>
          </p:nvSpPr>
          <p:spPr>
            <a:xfrm rot="-5400000">
              <a:off x="1622294" y="3989082"/>
              <a:ext cx="540413" cy="103655"/>
            </a:xfrm>
            <a:custGeom>
              <a:avLst/>
              <a:gdLst/>
              <a:ahLst/>
              <a:cxnLst/>
              <a:rect l="l" t="t" r="r" b="b"/>
              <a:pathLst>
                <a:path w="12424" h="2383" extrusionOk="0">
                  <a:moveTo>
                    <a:pt x="12067" y="1"/>
                  </a:moveTo>
                  <a:cubicBezTo>
                    <a:pt x="11896" y="1"/>
                    <a:pt x="11711" y="172"/>
                    <a:pt x="11711" y="358"/>
                  </a:cubicBezTo>
                  <a:cubicBezTo>
                    <a:pt x="11711" y="529"/>
                    <a:pt x="11825" y="714"/>
                    <a:pt x="11953" y="714"/>
                  </a:cubicBezTo>
                  <a:lnTo>
                    <a:pt x="11953" y="2140"/>
                  </a:lnTo>
                  <a:lnTo>
                    <a:pt x="1" y="2140"/>
                  </a:lnTo>
                  <a:lnTo>
                    <a:pt x="1" y="2383"/>
                  </a:lnTo>
                  <a:lnTo>
                    <a:pt x="12181" y="2383"/>
                  </a:lnTo>
                  <a:lnTo>
                    <a:pt x="12181" y="714"/>
                  </a:lnTo>
                  <a:cubicBezTo>
                    <a:pt x="12367" y="714"/>
                    <a:pt x="12424" y="529"/>
                    <a:pt x="12424" y="358"/>
                  </a:cubicBezTo>
                  <a:cubicBezTo>
                    <a:pt x="12424" y="172"/>
                    <a:pt x="12310" y="1"/>
                    <a:pt x="12067"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67"/>
            <p:cNvSpPr/>
            <p:nvPr/>
          </p:nvSpPr>
          <p:spPr>
            <a:xfrm rot="-5400000">
              <a:off x="1618271" y="3949043"/>
              <a:ext cx="584476" cy="139670"/>
            </a:xfrm>
            <a:custGeom>
              <a:avLst/>
              <a:gdLst/>
              <a:ahLst/>
              <a:cxnLst/>
              <a:rect l="l" t="t" r="r" b="b"/>
              <a:pathLst>
                <a:path w="13437" h="3211" extrusionOk="0">
                  <a:moveTo>
                    <a:pt x="13080" y="1"/>
                  </a:moveTo>
                  <a:cubicBezTo>
                    <a:pt x="12837" y="1"/>
                    <a:pt x="12666" y="172"/>
                    <a:pt x="12666" y="358"/>
                  </a:cubicBezTo>
                  <a:cubicBezTo>
                    <a:pt x="12666" y="529"/>
                    <a:pt x="12780" y="714"/>
                    <a:pt x="12966" y="714"/>
                  </a:cubicBezTo>
                  <a:lnTo>
                    <a:pt x="12966" y="2968"/>
                  </a:lnTo>
                  <a:lnTo>
                    <a:pt x="1" y="2968"/>
                  </a:lnTo>
                  <a:lnTo>
                    <a:pt x="1" y="3210"/>
                  </a:lnTo>
                  <a:lnTo>
                    <a:pt x="13194" y="3210"/>
                  </a:lnTo>
                  <a:lnTo>
                    <a:pt x="13194" y="714"/>
                  </a:lnTo>
                  <a:cubicBezTo>
                    <a:pt x="13322" y="714"/>
                    <a:pt x="13436" y="529"/>
                    <a:pt x="13436" y="358"/>
                  </a:cubicBezTo>
                  <a:cubicBezTo>
                    <a:pt x="13436" y="172"/>
                    <a:pt x="13251" y="1"/>
                    <a:pt x="13080"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67"/>
            <p:cNvSpPr/>
            <p:nvPr/>
          </p:nvSpPr>
          <p:spPr>
            <a:xfrm rot="-5400000">
              <a:off x="1336628" y="3980100"/>
              <a:ext cx="491391" cy="170641"/>
            </a:xfrm>
            <a:custGeom>
              <a:avLst/>
              <a:gdLst/>
              <a:ahLst/>
              <a:cxnLst/>
              <a:rect l="l" t="t" r="r" b="b"/>
              <a:pathLst>
                <a:path w="11297" h="3923" extrusionOk="0">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67"/>
            <p:cNvSpPr/>
            <p:nvPr/>
          </p:nvSpPr>
          <p:spPr>
            <a:xfrm rot="-5400000">
              <a:off x="1071705" y="3588601"/>
              <a:ext cx="1315930" cy="129101"/>
            </a:xfrm>
            <a:custGeom>
              <a:avLst/>
              <a:gdLst/>
              <a:ahLst/>
              <a:cxnLst/>
              <a:rect l="l" t="t" r="r" b="b"/>
              <a:pathLst>
                <a:path w="30253" h="2968" extrusionOk="0">
                  <a:moveTo>
                    <a:pt x="29839" y="1"/>
                  </a:moveTo>
                  <a:cubicBezTo>
                    <a:pt x="29725" y="1"/>
                    <a:pt x="29539" y="115"/>
                    <a:pt x="29482" y="229"/>
                  </a:cubicBezTo>
                  <a:lnTo>
                    <a:pt x="16760" y="229"/>
                  </a:lnTo>
                  <a:lnTo>
                    <a:pt x="14264" y="2725"/>
                  </a:lnTo>
                  <a:lnTo>
                    <a:pt x="1" y="2725"/>
                  </a:lnTo>
                  <a:lnTo>
                    <a:pt x="1" y="2967"/>
                  </a:lnTo>
                  <a:lnTo>
                    <a:pt x="14321" y="2967"/>
                  </a:lnTo>
                  <a:lnTo>
                    <a:pt x="16817" y="471"/>
                  </a:lnTo>
                  <a:lnTo>
                    <a:pt x="29482" y="471"/>
                  </a:lnTo>
                  <a:cubicBezTo>
                    <a:pt x="29539" y="642"/>
                    <a:pt x="29725" y="771"/>
                    <a:pt x="29839" y="771"/>
                  </a:cubicBezTo>
                  <a:cubicBezTo>
                    <a:pt x="30081" y="771"/>
                    <a:pt x="30252" y="585"/>
                    <a:pt x="30252" y="357"/>
                  </a:cubicBezTo>
                  <a:cubicBezTo>
                    <a:pt x="30252" y="172"/>
                    <a:pt x="30081" y="1"/>
                    <a:pt x="29839" y="1"/>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67"/>
            <p:cNvSpPr/>
            <p:nvPr/>
          </p:nvSpPr>
          <p:spPr>
            <a:xfrm rot="-5400000">
              <a:off x="1008135" y="3602585"/>
              <a:ext cx="1253859" cy="163203"/>
            </a:xfrm>
            <a:custGeom>
              <a:avLst/>
              <a:gdLst/>
              <a:ahLst/>
              <a:cxnLst/>
              <a:rect l="l" t="t" r="r" b="b"/>
              <a:pathLst>
                <a:path w="28826" h="3752" extrusionOk="0">
                  <a:moveTo>
                    <a:pt x="28469" y="0"/>
                  </a:moveTo>
                  <a:cubicBezTo>
                    <a:pt x="28298" y="0"/>
                    <a:pt x="28170" y="129"/>
                    <a:pt x="28113" y="300"/>
                  </a:cubicBezTo>
                  <a:lnTo>
                    <a:pt x="16588" y="300"/>
                  </a:lnTo>
                  <a:lnTo>
                    <a:pt x="13322" y="3509"/>
                  </a:lnTo>
                  <a:lnTo>
                    <a:pt x="1" y="3509"/>
                  </a:lnTo>
                  <a:lnTo>
                    <a:pt x="1" y="3751"/>
                  </a:lnTo>
                  <a:lnTo>
                    <a:pt x="13436" y="3751"/>
                  </a:lnTo>
                  <a:lnTo>
                    <a:pt x="16703" y="542"/>
                  </a:lnTo>
                  <a:lnTo>
                    <a:pt x="28113" y="542"/>
                  </a:lnTo>
                  <a:cubicBezTo>
                    <a:pt x="28170" y="656"/>
                    <a:pt x="28298" y="785"/>
                    <a:pt x="28469" y="785"/>
                  </a:cubicBezTo>
                  <a:cubicBezTo>
                    <a:pt x="28655" y="785"/>
                    <a:pt x="28826" y="599"/>
                    <a:pt x="28826" y="428"/>
                  </a:cubicBezTo>
                  <a:cubicBezTo>
                    <a:pt x="28826" y="186"/>
                    <a:pt x="28655" y="0"/>
                    <a:pt x="28469"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7"/>
            <p:cNvSpPr/>
            <p:nvPr/>
          </p:nvSpPr>
          <p:spPr>
            <a:xfrm rot="-5400000">
              <a:off x="911354" y="3681359"/>
              <a:ext cx="1109317" cy="150197"/>
            </a:xfrm>
            <a:custGeom>
              <a:avLst/>
              <a:gdLst/>
              <a:ahLst/>
              <a:cxnLst/>
              <a:rect l="l" t="t" r="r" b="b"/>
              <a:pathLst>
                <a:path w="25503" h="3453" extrusionOk="0">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7"/>
            <p:cNvSpPr/>
            <p:nvPr/>
          </p:nvSpPr>
          <p:spPr>
            <a:xfrm rot="-5400000">
              <a:off x="862332" y="3518809"/>
              <a:ext cx="1398445" cy="186169"/>
            </a:xfrm>
            <a:custGeom>
              <a:avLst/>
              <a:gdLst/>
              <a:ahLst/>
              <a:cxnLst/>
              <a:rect l="l" t="t" r="r" b="b"/>
              <a:pathLst>
                <a:path w="32150" h="4280" extrusionOk="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67"/>
            <p:cNvSpPr/>
            <p:nvPr/>
          </p:nvSpPr>
          <p:spPr>
            <a:xfrm rot="-5400000">
              <a:off x="868857" y="3571876"/>
              <a:ext cx="1302881" cy="175599"/>
            </a:xfrm>
            <a:custGeom>
              <a:avLst/>
              <a:gdLst/>
              <a:ahLst/>
              <a:cxnLst/>
              <a:rect l="l" t="t" r="r" b="b"/>
              <a:pathLst>
                <a:path w="29953" h="4037" extrusionOk="0">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a:gsLst>
                <a:gs pos="0">
                  <a:schemeClr val="accent3"/>
                </a:gs>
                <a:gs pos="100000">
                  <a:schemeClr val="accent4"/>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6" name="Google Shape;1716;p67"/>
          <p:cNvSpPr/>
          <p:nvPr/>
        </p:nvSpPr>
        <p:spPr>
          <a:xfrm>
            <a:off x="3949645" y="3081774"/>
            <a:ext cx="345674" cy="34605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7" name="Google Shape;1717;p67"/>
          <p:cNvGrpSpPr/>
          <p:nvPr/>
        </p:nvGrpSpPr>
        <p:grpSpPr>
          <a:xfrm>
            <a:off x="4399117" y="3081965"/>
            <a:ext cx="346056" cy="345674"/>
            <a:chOff x="3303268" y="3817349"/>
            <a:chExt cx="346056" cy="345674"/>
          </a:xfrm>
        </p:grpSpPr>
        <p:sp>
          <p:nvSpPr>
            <p:cNvPr id="1718" name="Google Shape;1718;p67"/>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67"/>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67"/>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67"/>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2" name="Google Shape;1722;p67"/>
          <p:cNvGrpSpPr/>
          <p:nvPr/>
        </p:nvGrpSpPr>
        <p:grpSpPr>
          <a:xfrm>
            <a:off x="4848206" y="3081965"/>
            <a:ext cx="346056" cy="345674"/>
            <a:chOff x="3752358" y="3817349"/>
            <a:chExt cx="346056" cy="345674"/>
          </a:xfrm>
        </p:grpSpPr>
        <p:sp>
          <p:nvSpPr>
            <p:cNvPr id="1723" name="Google Shape;1723;p67"/>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67"/>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67"/>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67"/>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gradFill>
              <a:gsLst>
                <a:gs pos="0">
                  <a:schemeClr val="accent3"/>
                </a:gs>
                <a:gs pos="100000">
                  <a:schemeClr val="accent4"/>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802"/>
        <p:cNvGrpSpPr/>
        <p:nvPr/>
      </p:nvGrpSpPr>
      <p:grpSpPr>
        <a:xfrm>
          <a:off x="0" y="0"/>
          <a:ext cx="0" cy="0"/>
          <a:chOff x="0" y="0"/>
          <a:chExt cx="0" cy="0"/>
        </a:xfrm>
      </p:grpSpPr>
      <p:sp>
        <p:nvSpPr>
          <p:cNvPr id="1803" name="Google Shape;1803;p72"/>
          <p:cNvSpPr txBox="1"/>
          <p:nvPr/>
        </p:nvSpPr>
        <p:spPr>
          <a:xfrm>
            <a:off x="716700" y="1188000"/>
            <a:ext cx="7710600" cy="142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100">
                <a:solidFill>
                  <a:schemeClr val="lt1"/>
                </a:solidFill>
              </a:rPr>
              <a:t>This presentation has been made using the following fonts:</a:t>
            </a:r>
            <a:endParaRPr sz="1100">
              <a:solidFill>
                <a:schemeClr val="lt1"/>
              </a:solidFill>
            </a:endParaRPr>
          </a:p>
          <a:p>
            <a:pPr marL="0" lvl="0" indent="0" algn="ctr" rtl="0">
              <a:spcBef>
                <a:spcPts val="1000"/>
              </a:spcBef>
              <a:spcAft>
                <a:spcPts val="0"/>
              </a:spcAft>
              <a:buClr>
                <a:schemeClr val="dk1"/>
              </a:buClr>
              <a:buSzPts val="1100"/>
              <a:buFont typeface="Arial"/>
              <a:buNone/>
            </a:pPr>
            <a:r>
              <a:rPr lang="en" sz="1100" b="1">
                <a:solidFill>
                  <a:schemeClr val="lt1"/>
                </a:solidFill>
              </a:rPr>
              <a:t>Anton</a:t>
            </a:r>
            <a:endParaRPr sz="1100" b="1">
              <a:solidFill>
                <a:schemeClr val="lt1"/>
              </a:solidFill>
            </a:endParaRPr>
          </a:p>
          <a:p>
            <a:pPr marL="0" lvl="0" indent="0" algn="ctr" rtl="0">
              <a:spcBef>
                <a:spcPts val="0"/>
              </a:spcBef>
              <a:spcAft>
                <a:spcPts val="0"/>
              </a:spcAft>
              <a:buClr>
                <a:schemeClr val="dk1"/>
              </a:buClr>
              <a:buSzPts val="1100"/>
              <a:buFont typeface="Arial"/>
              <a:buNone/>
            </a:pPr>
            <a:r>
              <a:rPr lang="en" sz="1100">
                <a:solidFill>
                  <a:schemeClr val="lt1"/>
                </a:solidFill>
              </a:rPr>
              <a:t>(</a:t>
            </a:r>
            <a:r>
              <a:rPr lang="en" sz="1100">
                <a:solidFill>
                  <a:schemeClr val="lt1"/>
                </a:solidFill>
                <a:uFill>
                  <a:noFill/>
                </a:uFill>
                <a:hlinkClick r:id="rId3">
                  <a:extLst>
                    <a:ext uri="{A12FA001-AC4F-418D-AE19-62706E023703}">
                      <ahyp:hlinkClr xmlns:ahyp="http://schemas.microsoft.com/office/drawing/2018/hyperlinkcolor" val="tx"/>
                    </a:ext>
                  </a:extLst>
                </a:hlinkClick>
              </a:rPr>
              <a:t>https://fonts.google.com/specimen/Anton</a:t>
            </a:r>
            <a:r>
              <a:rPr lang="en" sz="1100">
                <a:solidFill>
                  <a:schemeClr val="lt1"/>
                </a:solidFill>
              </a:rPr>
              <a:t>)</a:t>
            </a:r>
            <a:endParaRPr sz="1100">
              <a:solidFill>
                <a:schemeClr val="lt1"/>
              </a:solidFill>
            </a:endParaRPr>
          </a:p>
          <a:p>
            <a:pPr marL="0" lvl="0" indent="0" algn="ctr" rtl="0">
              <a:spcBef>
                <a:spcPts val="0"/>
              </a:spcBef>
              <a:spcAft>
                <a:spcPts val="0"/>
              </a:spcAft>
              <a:buClr>
                <a:schemeClr val="dk1"/>
              </a:buClr>
              <a:buSzPts val="1100"/>
              <a:buFont typeface="Arial"/>
              <a:buNone/>
            </a:pPr>
            <a:endParaRPr sz="1100">
              <a:solidFill>
                <a:schemeClr val="lt1"/>
              </a:solidFill>
            </a:endParaRPr>
          </a:p>
          <a:p>
            <a:pPr marL="0" lvl="0" indent="0" algn="ctr" rtl="0">
              <a:spcBef>
                <a:spcPts val="0"/>
              </a:spcBef>
              <a:spcAft>
                <a:spcPts val="0"/>
              </a:spcAft>
              <a:buClr>
                <a:schemeClr val="dk1"/>
              </a:buClr>
              <a:buSzPts val="1100"/>
              <a:buFont typeface="Arial"/>
              <a:buNone/>
            </a:pPr>
            <a:r>
              <a:rPr lang="en" sz="1100" b="1">
                <a:solidFill>
                  <a:schemeClr val="lt1"/>
                </a:solidFill>
              </a:rPr>
              <a:t>Catamaran</a:t>
            </a:r>
            <a:endParaRPr sz="1100" b="1">
              <a:solidFill>
                <a:schemeClr val="lt1"/>
              </a:solidFill>
            </a:endParaRPr>
          </a:p>
          <a:p>
            <a:pPr marL="0" lvl="0" indent="0" algn="ctr" rtl="0">
              <a:spcBef>
                <a:spcPts val="0"/>
              </a:spcBef>
              <a:spcAft>
                <a:spcPts val="0"/>
              </a:spcAft>
              <a:buClr>
                <a:schemeClr val="dk1"/>
              </a:buClr>
              <a:buSzPts val="1100"/>
              <a:buFont typeface="Arial"/>
              <a:buNone/>
            </a:pPr>
            <a:r>
              <a:rPr lang="en" sz="1100">
                <a:solidFill>
                  <a:schemeClr val="lt1"/>
                </a:solidFill>
              </a:rPr>
              <a:t>(</a:t>
            </a:r>
            <a:r>
              <a:rPr lang="en" sz="1100">
                <a:solidFill>
                  <a:schemeClr val="lt1"/>
                </a:solidFill>
                <a:uFill>
                  <a:noFill/>
                </a:uFill>
                <a:hlinkClick r:id="rId4">
                  <a:extLst>
                    <a:ext uri="{A12FA001-AC4F-418D-AE19-62706E023703}">
                      <ahyp:hlinkClr xmlns:ahyp="http://schemas.microsoft.com/office/drawing/2018/hyperlinkcolor" val="tx"/>
                    </a:ext>
                  </a:extLst>
                </a:hlinkClick>
              </a:rPr>
              <a:t>https://fonts.google.com/specimen/Catamaran</a:t>
            </a:r>
            <a:r>
              <a:rPr lang="en" sz="1100">
                <a:solidFill>
                  <a:schemeClr val="lt1"/>
                </a:solidFill>
              </a:rPr>
              <a:t>)</a:t>
            </a:r>
            <a:endParaRPr sz="1100">
              <a:solidFill>
                <a:schemeClr val="lt1"/>
              </a:solidFill>
            </a:endParaRPr>
          </a:p>
        </p:txBody>
      </p:sp>
      <p:sp>
        <p:nvSpPr>
          <p:cNvPr id="1804" name="Google Shape;1804;p72"/>
          <p:cNvSpPr/>
          <p:nvPr/>
        </p:nvSpPr>
        <p:spPr>
          <a:xfrm>
            <a:off x="2583638" y="2947800"/>
            <a:ext cx="791400" cy="754200"/>
          </a:xfrm>
          <a:prstGeom prst="roundRect">
            <a:avLst>
              <a:gd name="adj" fmla="val 16667"/>
            </a:avLst>
          </a:prstGeom>
          <a:solidFill>
            <a:srgbClr val="FAFAFA"/>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72"/>
          <p:cNvSpPr/>
          <p:nvPr/>
        </p:nvSpPr>
        <p:spPr>
          <a:xfrm>
            <a:off x="3645457" y="2947800"/>
            <a:ext cx="791400" cy="754200"/>
          </a:xfrm>
          <a:prstGeom prst="roundRect">
            <a:avLst>
              <a:gd name="adj" fmla="val 16667"/>
            </a:avLst>
          </a:prstGeom>
          <a:solidFill>
            <a:srgbClr val="0E0E0E"/>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72"/>
          <p:cNvSpPr/>
          <p:nvPr/>
        </p:nvSpPr>
        <p:spPr>
          <a:xfrm>
            <a:off x="4707277" y="2947800"/>
            <a:ext cx="791400" cy="754200"/>
          </a:xfrm>
          <a:prstGeom prst="roundRect">
            <a:avLst>
              <a:gd name="adj" fmla="val 16667"/>
            </a:avLst>
          </a:prstGeom>
          <a:solidFill>
            <a:srgbClr val="2E2E2E"/>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72"/>
          <p:cNvSpPr txBox="1"/>
          <p:nvPr/>
        </p:nvSpPr>
        <p:spPr>
          <a:xfrm>
            <a:off x="2583638" y="31048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rPr>
              <a:t>#fafafa</a:t>
            </a:r>
            <a:endParaRPr sz="1000">
              <a:solidFill>
                <a:schemeClr val="dk1"/>
              </a:solidFill>
            </a:endParaRPr>
          </a:p>
        </p:txBody>
      </p:sp>
      <p:sp>
        <p:nvSpPr>
          <p:cNvPr id="1808" name="Google Shape;1808;p72"/>
          <p:cNvSpPr txBox="1"/>
          <p:nvPr/>
        </p:nvSpPr>
        <p:spPr>
          <a:xfrm>
            <a:off x="3645463" y="31048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#0e0e0e</a:t>
            </a:r>
            <a:endParaRPr sz="1000">
              <a:solidFill>
                <a:srgbClr val="FFFFFF"/>
              </a:solidFill>
            </a:endParaRPr>
          </a:p>
        </p:txBody>
      </p:sp>
      <p:sp>
        <p:nvSpPr>
          <p:cNvPr id="1809" name="Google Shape;1809;p72"/>
          <p:cNvSpPr txBox="1"/>
          <p:nvPr/>
        </p:nvSpPr>
        <p:spPr>
          <a:xfrm>
            <a:off x="4707288" y="31048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#2e2e2e</a:t>
            </a:r>
            <a:endParaRPr sz="1000">
              <a:solidFill>
                <a:srgbClr val="FFFFFF"/>
              </a:solidFill>
            </a:endParaRPr>
          </a:p>
        </p:txBody>
      </p:sp>
      <p:sp>
        <p:nvSpPr>
          <p:cNvPr id="1810" name="Google Shape;1810;p72"/>
          <p:cNvSpPr/>
          <p:nvPr/>
        </p:nvSpPr>
        <p:spPr>
          <a:xfrm>
            <a:off x="5769113" y="2947800"/>
            <a:ext cx="791400" cy="754200"/>
          </a:xfrm>
          <a:prstGeom prst="roundRect">
            <a:avLst>
              <a:gd name="adj" fmla="val 16667"/>
            </a:avLst>
          </a:prstGeom>
          <a:solidFill>
            <a:srgbClr val="0F0F0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72"/>
          <p:cNvSpPr txBox="1"/>
          <p:nvPr/>
        </p:nvSpPr>
        <p:spPr>
          <a:xfrm>
            <a:off x="5769113" y="31048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#0f0f0f</a:t>
            </a:r>
            <a:endParaRPr sz="1000">
              <a:solidFill>
                <a:srgbClr val="FFFFFF"/>
              </a:solidFill>
            </a:endParaRPr>
          </a:p>
        </p:txBody>
      </p:sp>
      <p:sp>
        <p:nvSpPr>
          <p:cNvPr id="1812" name="Google Shape;1812;p72"/>
          <p:cNvSpPr/>
          <p:nvPr/>
        </p:nvSpPr>
        <p:spPr>
          <a:xfrm>
            <a:off x="3645463" y="3878900"/>
            <a:ext cx="791400" cy="754200"/>
          </a:xfrm>
          <a:prstGeom prst="roundRect">
            <a:avLst>
              <a:gd name="adj" fmla="val 16667"/>
            </a:avLst>
          </a:prstGeom>
          <a:solidFill>
            <a:srgbClr val="0B8EDA"/>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72"/>
          <p:cNvSpPr/>
          <p:nvPr/>
        </p:nvSpPr>
        <p:spPr>
          <a:xfrm>
            <a:off x="4707282" y="3878900"/>
            <a:ext cx="791400" cy="754200"/>
          </a:xfrm>
          <a:prstGeom prst="roundRect">
            <a:avLst>
              <a:gd name="adj" fmla="val 16667"/>
            </a:avLst>
          </a:prstGeom>
          <a:solidFill>
            <a:srgbClr val="7800DA"/>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72"/>
          <p:cNvSpPr/>
          <p:nvPr/>
        </p:nvSpPr>
        <p:spPr>
          <a:xfrm>
            <a:off x="5769102" y="3878900"/>
            <a:ext cx="791400" cy="754200"/>
          </a:xfrm>
          <a:prstGeom prst="roundRect">
            <a:avLst>
              <a:gd name="adj" fmla="val 16667"/>
            </a:avLst>
          </a:prstGeom>
          <a:solidFill>
            <a:srgbClr val="DA0078"/>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72"/>
          <p:cNvSpPr txBox="1"/>
          <p:nvPr/>
        </p:nvSpPr>
        <p:spPr>
          <a:xfrm>
            <a:off x="3645463" y="40359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#0b8eda</a:t>
            </a:r>
            <a:endParaRPr sz="1000">
              <a:solidFill>
                <a:srgbClr val="FFFFFF"/>
              </a:solidFill>
            </a:endParaRPr>
          </a:p>
        </p:txBody>
      </p:sp>
      <p:sp>
        <p:nvSpPr>
          <p:cNvPr id="1816" name="Google Shape;1816;p72"/>
          <p:cNvSpPr txBox="1"/>
          <p:nvPr/>
        </p:nvSpPr>
        <p:spPr>
          <a:xfrm>
            <a:off x="4707288" y="40359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#7800da</a:t>
            </a:r>
            <a:endParaRPr sz="1000">
              <a:solidFill>
                <a:srgbClr val="FFFFFF"/>
              </a:solidFill>
            </a:endParaRPr>
          </a:p>
        </p:txBody>
      </p:sp>
      <p:sp>
        <p:nvSpPr>
          <p:cNvPr id="1817" name="Google Shape;1817;p72"/>
          <p:cNvSpPr txBox="1"/>
          <p:nvPr/>
        </p:nvSpPr>
        <p:spPr>
          <a:xfrm>
            <a:off x="5769113" y="40359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#da0078</a:t>
            </a:r>
            <a:endParaRPr sz="1000">
              <a:solidFill>
                <a:srgbClr val="FFFFFF"/>
              </a:solidFill>
            </a:endParaRPr>
          </a:p>
        </p:txBody>
      </p:sp>
      <p:sp>
        <p:nvSpPr>
          <p:cNvPr id="1818" name="Google Shape;1818;p72"/>
          <p:cNvSpPr/>
          <p:nvPr/>
        </p:nvSpPr>
        <p:spPr>
          <a:xfrm>
            <a:off x="2583638" y="3878900"/>
            <a:ext cx="791400" cy="754200"/>
          </a:xfrm>
          <a:prstGeom prst="roundRect">
            <a:avLst>
              <a:gd name="adj" fmla="val 16667"/>
            </a:avLst>
          </a:prstGeom>
          <a:solidFill>
            <a:srgbClr val="00C3DA"/>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72"/>
          <p:cNvSpPr txBox="1"/>
          <p:nvPr/>
        </p:nvSpPr>
        <p:spPr>
          <a:xfrm>
            <a:off x="2583638" y="4035950"/>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#00c3da</a:t>
            </a:r>
            <a:endParaRPr sz="1000">
              <a:solidFill>
                <a:srgbClr val="FFFFFF"/>
              </a:solidFill>
            </a:endParaRPr>
          </a:p>
        </p:txBody>
      </p:sp>
      <p:sp>
        <p:nvSpPr>
          <p:cNvPr id="1820" name="Google Shape;1820;p72"/>
          <p:cNvSpPr txBox="1">
            <a:spLocks noGrp="1"/>
          </p:cNvSpPr>
          <p:nvPr>
            <p:ph type="title"/>
          </p:nvPr>
        </p:nvSpPr>
        <p:spPr>
          <a:xfrm>
            <a:off x="716775" y="510900"/>
            <a:ext cx="77106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rPr>
              <a:t>Fonts &amp; colors used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3443"/>
        <p:cNvGrpSpPr/>
        <p:nvPr/>
      </p:nvGrpSpPr>
      <p:grpSpPr>
        <a:xfrm>
          <a:off x="0" y="0"/>
          <a:ext cx="0" cy="0"/>
          <a:chOff x="0" y="0"/>
          <a:chExt cx="0" cy="0"/>
        </a:xfrm>
      </p:grpSpPr>
      <p:pic>
        <p:nvPicPr>
          <p:cNvPr id="13444" name="Google Shape;13444;p87">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name="Java Programming Workshop by Slidesgo">
  <a:themeElements>
    <a:clrScheme name="Simple Light">
      <a:dk1>
        <a:srgbClr val="FAFAFA"/>
      </a:dk1>
      <a:lt1>
        <a:srgbClr val="0E0E0E"/>
      </a:lt1>
      <a:dk2>
        <a:srgbClr val="2E2E2E"/>
      </a:dk2>
      <a:lt2>
        <a:srgbClr val="0F0F0F"/>
      </a:lt2>
      <a:accent1>
        <a:srgbClr val="00C3DA"/>
      </a:accent1>
      <a:accent2>
        <a:srgbClr val="0B8EDA"/>
      </a:accent2>
      <a:accent3>
        <a:srgbClr val="7800DA"/>
      </a:accent3>
      <a:accent4>
        <a:srgbClr val="DA0078"/>
      </a:accent4>
      <a:accent5>
        <a:srgbClr val="FFFFFF"/>
      </a:accent5>
      <a:accent6>
        <a:srgbClr val="FFFFFF"/>
      </a:accent6>
      <a:hlink>
        <a:srgbClr val="FAFAF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7425</TotalTime>
  <Words>2316</Words>
  <Application>Microsoft Office PowerPoint</Application>
  <PresentationFormat>On-screen Show (16:9)</PresentationFormat>
  <Paragraphs>314</Paragraphs>
  <Slides>40</Slides>
  <Notes>29</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40</vt:i4>
      </vt:variant>
    </vt:vector>
  </HeadingPairs>
  <TitlesOfParts>
    <vt:vector size="57" baseType="lpstr">
      <vt:lpstr>Catamaran Medium</vt:lpstr>
      <vt:lpstr>Anton</vt:lpstr>
      <vt:lpstr>Open Sans</vt:lpstr>
      <vt:lpstr>Comic Sans MS</vt:lpstr>
      <vt:lpstr>Roboto Condensed</vt:lpstr>
      <vt:lpstr>Proxima Nova</vt:lpstr>
      <vt:lpstr>Aptos</vt:lpstr>
      <vt:lpstr>Source Sans Pro SemiBold</vt:lpstr>
      <vt:lpstr>Catamaran</vt:lpstr>
      <vt:lpstr>PT Sans</vt:lpstr>
      <vt:lpstr>Bebas Neue</vt:lpstr>
      <vt:lpstr>Arial</vt:lpstr>
      <vt:lpstr>Nunito Light</vt:lpstr>
      <vt:lpstr>Source Sans Pro Black</vt:lpstr>
      <vt:lpstr>Source Sans Pro</vt:lpstr>
      <vt:lpstr>Java Programming Workshop by Slidesgo</vt:lpstr>
      <vt:lpstr>Slidesgo Final Pages</vt:lpstr>
      <vt:lpstr>Student Management System</vt:lpstr>
      <vt:lpstr>Basic Concepts Of OOP</vt:lpstr>
      <vt:lpstr>Introduction</vt:lpstr>
      <vt:lpstr>Table of contents</vt:lpstr>
      <vt:lpstr>Project Objectives</vt:lpstr>
      <vt:lpstr>Objectives</vt:lpstr>
      <vt:lpstr>Object &amp; Relationship Diagram</vt:lpstr>
      <vt:lpstr>—Albert Schweitzer</vt:lpstr>
      <vt:lpstr>Applying OOP Concepts</vt:lpstr>
      <vt:lpstr>Applied Concepts</vt:lpstr>
      <vt:lpstr>Abstraction</vt:lpstr>
      <vt:lpstr>Encapsulation</vt:lpstr>
      <vt:lpstr>Inheritance</vt:lpstr>
      <vt:lpstr>Aggregation</vt:lpstr>
      <vt:lpstr>Composition</vt:lpstr>
      <vt:lpstr>Polymorphism</vt:lpstr>
      <vt:lpstr>More About Polymorphism</vt:lpstr>
      <vt:lpstr>Access modifiers</vt:lpstr>
      <vt:lpstr>A perfect example for association</vt:lpstr>
      <vt:lpstr>—Gautama Buddha</vt:lpstr>
      <vt:lpstr>Objects &amp; Methods</vt:lpstr>
      <vt:lpstr>PowerPoint Presentation</vt:lpstr>
      <vt:lpstr>Display Functions</vt:lpstr>
      <vt:lpstr>Update Functions</vt:lpstr>
      <vt:lpstr>Overriding Functions</vt:lpstr>
      <vt:lpstr>Overloading Functions</vt:lpstr>
      <vt:lpstr>Getters &amp; Setters</vt:lpstr>
      <vt:lpstr>Simple data types</vt:lpstr>
      <vt:lpstr>Advantages</vt:lpstr>
      <vt:lpstr>PowerPoint Presentation</vt:lpstr>
      <vt:lpstr>What can be done with Java examples?</vt:lpstr>
      <vt:lpstr>4,498,300,000</vt:lpstr>
      <vt:lpstr>9h 55m 23s</vt:lpstr>
      <vt:lpstr>Awesome words</vt:lpstr>
      <vt:lpstr>A picture is worth a thousand words</vt:lpstr>
      <vt:lpstr>Class operations</vt:lpstr>
      <vt:lpstr>Brainstorming and idea generation</vt:lpstr>
      <vt:lpstr>Thanks!</vt:lpstr>
      <vt:lpstr>Fonts &amp; colors used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dc:title>
  <dc:creator>Lenovo</dc:creator>
  <cp:lastModifiedBy>Niklesh CN</cp:lastModifiedBy>
  <cp:revision>25</cp:revision>
  <dcterms:modified xsi:type="dcterms:W3CDTF">2026-01-18T00:36:52Z</dcterms:modified>
</cp:coreProperties>
</file>